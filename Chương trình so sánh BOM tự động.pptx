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7" r:id="rId4"/>
    <p:sldMasterId id="2147483685" r:id="rId5"/>
  </p:sldMasterIdLst>
  <p:notesMasterIdLst>
    <p:notesMasterId r:id="rId35"/>
  </p:notesMasterIdLst>
  <p:sldIdLst>
    <p:sldId id="749" r:id="rId6"/>
    <p:sldId id="762" r:id="rId7"/>
    <p:sldId id="727" r:id="rId8"/>
    <p:sldId id="752" r:id="rId9"/>
    <p:sldId id="753" r:id="rId10"/>
    <p:sldId id="754" r:id="rId11"/>
    <p:sldId id="755" r:id="rId12"/>
    <p:sldId id="764" r:id="rId13"/>
    <p:sldId id="756" r:id="rId14"/>
    <p:sldId id="763" r:id="rId15"/>
    <p:sldId id="766" r:id="rId16"/>
    <p:sldId id="757" r:id="rId17"/>
    <p:sldId id="758" r:id="rId18"/>
    <p:sldId id="778" r:id="rId19"/>
    <p:sldId id="759" r:id="rId20"/>
    <p:sldId id="760" r:id="rId21"/>
    <p:sldId id="761" r:id="rId22"/>
    <p:sldId id="774" r:id="rId23"/>
    <p:sldId id="767" r:id="rId24"/>
    <p:sldId id="775" r:id="rId25"/>
    <p:sldId id="768" r:id="rId26"/>
    <p:sldId id="776" r:id="rId27"/>
    <p:sldId id="769" r:id="rId28"/>
    <p:sldId id="779" r:id="rId29"/>
    <p:sldId id="780" r:id="rId30"/>
    <p:sldId id="770" r:id="rId31"/>
    <p:sldId id="777" r:id="rId32"/>
    <p:sldId id="781" r:id="rId33"/>
    <p:sldId id="747"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6600"/>
    <a:srgbClr val="FF00FF"/>
    <a:srgbClr val="FFCC66"/>
    <a:srgbClr val="3712EE"/>
    <a:srgbClr val="FF99FF"/>
    <a:srgbClr val="FF66CC"/>
    <a:srgbClr val="FFFFCC"/>
    <a:srgbClr val="CCFFCC"/>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588" autoAdjust="0"/>
    <p:restoredTop sz="91788" autoAdjust="0"/>
  </p:normalViewPr>
  <p:slideViewPr>
    <p:cSldViewPr>
      <p:cViewPr varScale="1">
        <p:scale>
          <a:sx n="63" d="100"/>
          <a:sy n="63" d="100"/>
        </p:scale>
        <p:origin x="1800" y="66"/>
      </p:cViewPr>
      <p:guideLst>
        <p:guide orient="horz" pos="2160"/>
        <p:guide pos="2880"/>
      </p:guideLst>
    </p:cSldViewPr>
  </p:slid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slide" Target="slides/slide29.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878FEDB-C73E-4377-9906-721E0F39A2A2}" type="datetimeFigureOut">
              <a:rPr lang="en-US" smtClean="0"/>
              <a:t>6/10/2026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4CDD4A6-7C89-4773-A52C-AA7BB097B6C1}" type="slidenum">
              <a:rPr lang="en-US" smtClean="0"/>
              <a:t>‹#›</a:t>
            </a:fld>
            <a:endParaRPr lang="en-US"/>
          </a:p>
        </p:txBody>
      </p:sp>
    </p:spTree>
    <p:extLst>
      <p:ext uri="{BB962C8B-B14F-4D97-AF65-F5344CB8AC3E}">
        <p14:creationId xmlns:p14="http://schemas.microsoft.com/office/powerpoint/2010/main" val="29090387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4CDD4A6-7C89-4773-A52C-AA7BB097B6C1}" type="slidenum">
              <a:rPr lang="en-US" smtClean="0"/>
              <a:t>3</a:t>
            </a:fld>
            <a:endParaRPr lang="en-US"/>
          </a:p>
        </p:txBody>
      </p:sp>
    </p:spTree>
    <p:extLst>
      <p:ext uri="{BB962C8B-B14F-4D97-AF65-F5344CB8AC3E}">
        <p14:creationId xmlns:p14="http://schemas.microsoft.com/office/powerpoint/2010/main" val="2201983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4CDD4A6-7C89-4773-A52C-AA7BB097B6C1}" type="slidenum">
              <a:rPr lang="en-US" smtClean="0"/>
              <a:t>4</a:t>
            </a:fld>
            <a:endParaRPr lang="en-US"/>
          </a:p>
        </p:txBody>
      </p:sp>
    </p:spTree>
    <p:extLst>
      <p:ext uri="{BB962C8B-B14F-4D97-AF65-F5344CB8AC3E}">
        <p14:creationId xmlns:p14="http://schemas.microsoft.com/office/powerpoint/2010/main" val="10412624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a:p>
        </p:txBody>
      </p:sp>
      <p:sp>
        <p:nvSpPr>
          <p:cNvPr id="4" name="Slide Number Placeholder 3"/>
          <p:cNvSpPr>
            <a:spLocks noGrp="1"/>
          </p:cNvSpPr>
          <p:nvPr>
            <p:ph type="sldNum" sz="quarter" idx="5"/>
          </p:nvPr>
        </p:nvSpPr>
        <p:spPr/>
        <p:txBody>
          <a:bodyPr/>
          <a:lstStyle/>
          <a:p>
            <a:fld id="{D4CDD4A6-7C89-4773-A52C-AA7BB097B6C1}" type="slidenum">
              <a:rPr lang="en-US" smtClean="0"/>
              <a:t>13</a:t>
            </a:fld>
            <a:endParaRPr lang="en-US"/>
          </a:p>
        </p:txBody>
      </p:sp>
    </p:spTree>
    <p:extLst>
      <p:ext uri="{BB962C8B-B14F-4D97-AF65-F5344CB8AC3E}">
        <p14:creationId xmlns:p14="http://schemas.microsoft.com/office/powerpoint/2010/main" val="18562178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a:p>
        </p:txBody>
      </p:sp>
      <p:sp>
        <p:nvSpPr>
          <p:cNvPr id="4" name="Slide Number Placeholder 3"/>
          <p:cNvSpPr>
            <a:spLocks noGrp="1"/>
          </p:cNvSpPr>
          <p:nvPr>
            <p:ph type="sldNum" sz="quarter" idx="5"/>
          </p:nvPr>
        </p:nvSpPr>
        <p:spPr/>
        <p:txBody>
          <a:bodyPr/>
          <a:lstStyle/>
          <a:p>
            <a:fld id="{D4CDD4A6-7C89-4773-A52C-AA7BB097B6C1}" type="slidenum">
              <a:rPr lang="en-US" smtClean="0"/>
              <a:t>28</a:t>
            </a:fld>
            <a:endParaRPr lang="en-US"/>
          </a:p>
        </p:txBody>
      </p:sp>
    </p:spTree>
    <p:extLst>
      <p:ext uri="{BB962C8B-B14F-4D97-AF65-F5344CB8AC3E}">
        <p14:creationId xmlns:p14="http://schemas.microsoft.com/office/powerpoint/2010/main" val="37316870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D4CDD4A6-7C89-4773-A52C-AA7BB097B6C1}" type="slidenum">
              <a:rPr lang="en-US" smtClean="0"/>
              <a:t>29</a:t>
            </a:fld>
            <a:endParaRPr lang="en-US"/>
          </a:p>
        </p:txBody>
      </p:sp>
    </p:spTree>
    <p:extLst>
      <p:ext uri="{BB962C8B-B14F-4D97-AF65-F5344CB8AC3E}">
        <p14:creationId xmlns:p14="http://schemas.microsoft.com/office/powerpoint/2010/main" val="34290260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7" name="Slide Number Placeholder 5"/>
          <p:cNvSpPr>
            <a:spLocks noGrp="1"/>
          </p:cNvSpPr>
          <p:nvPr>
            <p:ph type="sldNum" sz="quarter" idx="4"/>
          </p:nvPr>
        </p:nvSpPr>
        <p:spPr>
          <a:xfrm>
            <a:off x="5867400" y="6324600"/>
            <a:ext cx="2819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8BFB4B-70AE-4AFC-9806-78E9768488DC}" type="slidenum">
              <a:rPr lang="fr-FR" altLang="ja-JP" sz="1600" smtClean="0">
                <a:solidFill>
                  <a:schemeClr val="tx1"/>
                </a:solidFill>
              </a:rPr>
              <a:pPr/>
              <a:t>‹#›</a:t>
            </a:fld>
            <a:endParaRPr lang="fr-FR" altLang="ja-JP" sz="1600">
              <a:solidFill>
                <a:schemeClr val="tx1"/>
              </a:solidFill>
            </a:endParaRPr>
          </a:p>
          <a:p>
            <a:r>
              <a:rPr lang="fr-FR" altLang="ja-JP" sz="1000"/>
              <a:t>©20</a:t>
            </a:r>
            <a:r>
              <a:rPr lang="en-US" altLang="ja-JP" sz="1000"/>
              <a:t>19</a:t>
            </a:r>
            <a:r>
              <a:rPr lang="fr-FR" altLang="ja-JP" sz="1000"/>
              <a:t> KYOCERA Document Solutions Inc.</a:t>
            </a:r>
            <a:endParaRPr lang="en-US" sz="1000"/>
          </a:p>
        </p:txBody>
      </p:sp>
    </p:spTree>
    <p:extLst>
      <p:ext uri="{BB962C8B-B14F-4D97-AF65-F5344CB8AC3E}">
        <p14:creationId xmlns:p14="http://schemas.microsoft.com/office/powerpoint/2010/main" val="29514262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p:cNvSpPr>
            <a:spLocks noGrp="1"/>
          </p:cNvSpPr>
          <p:nvPr>
            <p:ph type="sldNum" sz="quarter" idx="4"/>
          </p:nvPr>
        </p:nvSpPr>
        <p:spPr>
          <a:xfrm>
            <a:off x="5867400" y="6324600"/>
            <a:ext cx="2819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8BFB4B-70AE-4AFC-9806-78E9768488DC}" type="slidenum">
              <a:rPr lang="fr-FR" altLang="ja-JP" sz="1600" smtClean="0">
                <a:solidFill>
                  <a:schemeClr val="tx1"/>
                </a:solidFill>
              </a:rPr>
              <a:pPr/>
              <a:t>‹#›</a:t>
            </a:fld>
            <a:endParaRPr lang="fr-FR" altLang="ja-JP" sz="1600">
              <a:solidFill>
                <a:schemeClr val="tx1"/>
              </a:solidFill>
            </a:endParaRPr>
          </a:p>
          <a:p>
            <a:r>
              <a:rPr lang="fr-FR" altLang="ja-JP" sz="1000"/>
              <a:t>©20</a:t>
            </a:r>
            <a:r>
              <a:rPr lang="en-US" altLang="ja-JP" sz="1000"/>
              <a:t>19</a:t>
            </a:r>
            <a:r>
              <a:rPr lang="fr-FR" altLang="ja-JP" sz="1000"/>
              <a:t> KYOCERA Document Solutions Inc.</a:t>
            </a:r>
            <a:endParaRPr lang="en-US" sz="1000"/>
          </a:p>
        </p:txBody>
      </p:sp>
    </p:spTree>
    <p:extLst>
      <p:ext uri="{BB962C8B-B14F-4D97-AF65-F5344CB8AC3E}">
        <p14:creationId xmlns:p14="http://schemas.microsoft.com/office/powerpoint/2010/main" val="3774602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7" name="Slide Number Placeholder 5"/>
          <p:cNvSpPr>
            <a:spLocks noGrp="1"/>
          </p:cNvSpPr>
          <p:nvPr>
            <p:ph type="sldNum" sz="quarter" idx="4"/>
          </p:nvPr>
        </p:nvSpPr>
        <p:spPr>
          <a:xfrm>
            <a:off x="5867400" y="6324600"/>
            <a:ext cx="2819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8BFB4B-70AE-4AFC-9806-78E9768488DC}" type="slidenum">
              <a:rPr lang="fr-FR" altLang="ja-JP" sz="1600" smtClean="0">
                <a:solidFill>
                  <a:schemeClr val="tx1"/>
                </a:solidFill>
              </a:rPr>
              <a:pPr/>
              <a:t>‹#›</a:t>
            </a:fld>
            <a:endParaRPr lang="fr-FR" altLang="ja-JP" sz="1600">
              <a:solidFill>
                <a:schemeClr val="tx1"/>
              </a:solidFill>
            </a:endParaRPr>
          </a:p>
          <a:p>
            <a:r>
              <a:rPr lang="fr-FR" altLang="ja-JP" sz="1000"/>
              <a:t>©20</a:t>
            </a:r>
            <a:r>
              <a:rPr lang="en-US" altLang="ja-JP" sz="1000"/>
              <a:t>19</a:t>
            </a:r>
            <a:r>
              <a:rPr lang="fr-FR" altLang="ja-JP" sz="1000"/>
              <a:t> KYOCERA Document Solutions Inc.</a:t>
            </a:r>
            <a:endParaRPr lang="en-US" sz="1000"/>
          </a:p>
        </p:txBody>
      </p:sp>
    </p:spTree>
    <p:extLst>
      <p:ext uri="{BB962C8B-B14F-4D97-AF65-F5344CB8AC3E}">
        <p14:creationId xmlns:p14="http://schemas.microsoft.com/office/powerpoint/2010/main" val="5135385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5F280C36-B563-4214-A728-E62B65ED562C}" type="slidenum">
              <a:rPr lang="en-US" smtClean="0"/>
              <a:t>‹#›</a:t>
            </a:fld>
            <a:endParaRPr lang="en-US"/>
          </a:p>
        </p:txBody>
      </p:sp>
    </p:spTree>
    <p:extLst>
      <p:ext uri="{BB962C8B-B14F-4D97-AF65-F5344CB8AC3E}">
        <p14:creationId xmlns:p14="http://schemas.microsoft.com/office/powerpoint/2010/main" val="25356536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5"/>
          <p:cNvSpPr>
            <a:spLocks noGrp="1"/>
          </p:cNvSpPr>
          <p:nvPr>
            <p:ph type="sldNum" sz="quarter" idx="10"/>
          </p:nvPr>
        </p:nvSpPr>
        <p:spPr>
          <a:xfrm>
            <a:off x="5867400" y="6324600"/>
            <a:ext cx="2819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8BFB4B-70AE-4AFC-9806-78E9768488DC}" type="slidenum">
              <a:rPr lang="fr-FR" altLang="ja-JP" sz="1600" smtClean="0">
                <a:solidFill>
                  <a:schemeClr val="tx1"/>
                </a:solidFill>
              </a:rPr>
              <a:pPr/>
              <a:t>‹#›</a:t>
            </a:fld>
            <a:endParaRPr lang="fr-FR" altLang="ja-JP" sz="1600">
              <a:solidFill>
                <a:schemeClr val="tx1"/>
              </a:solidFill>
            </a:endParaRPr>
          </a:p>
          <a:p>
            <a:r>
              <a:rPr lang="fr-FR" altLang="ja-JP" sz="1000"/>
              <a:t>©20</a:t>
            </a:r>
            <a:r>
              <a:rPr lang="en-US" altLang="ja-JP" sz="1000"/>
              <a:t>19</a:t>
            </a:r>
            <a:r>
              <a:rPr lang="fr-FR" altLang="ja-JP" sz="1000"/>
              <a:t> KYOCERA Document Solutions Inc.</a:t>
            </a:r>
            <a:endParaRPr lang="en-US" sz="1000"/>
          </a:p>
        </p:txBody>
      </p:sp>
    </p:spTree>
    <p:extLst>
      <p:ext uri="{BB962C8B-B14F-4D97-AF65-F5344CB8AC3E}">
        <p14:creationId xmlns:p14="http://schemas.microsoft.com/office/powerpoint/2010/main" val="25230432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5867400" y="6324600"/>
            <a:ext cx="2819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8BFB4B-70AE-4AFC-9806-78E9768488DC}" type="slidenum">
              <a:rPr lang="fr-FR" altLang="ja-JP" sz="1600" smtClean="0">
                <a:solidFill>
                  <a:schemeClr val="tx1"/>
                </a:solidFill>
              </a:rPr>
              <a:pPr/>
              <a:t>‹#›</a:t>
            </a:fld>
            <a:endParaRPr lang="fr-FR" altLang="ja-JP" sz="1600">
              <a:solidFill>
                <a:schemeClr val="tx1"/>
              </a:solidFill>
            </a:endParaRPr>
          </a:p>
          <a:p>
            <a:r>
              <a:rPr lang="fr-FR" altLang="ja-JP" sz="1000"/>
              <a:t>©20</a:t>
            </a:r>
            <a:r>
              <a:rPr lang="en-US" altLang="ja-JP" sz="1000"/>
              <a:t>19</a:t>
            </a:r>
            <a:r>
              <a:rPr lang="fr-FR" altLang="ja-JP" sz="1000"/>
              <a:t> KYOCERA Document Solutions Inc.</a:t>
            </a:r>
            <a:endParaRPr lang="en-US" sz="1000"/>
          </a:p>
        </p:txBody>
      </p:sp>
      <p:cxnSp>
        <p:nvCxnSpPr>
          <p:cNvPr id="8" name="Straight Connector 7"/>
          <p:cNvCxnSpPr/>
          <p:nvPr/>
        </p:nvCxnSpPr>
        <p:spPr>
          <a:xfrm>
            <a:off x="0" y="762000"/>
            <a:ext cx="9144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Title 4"/>
          <p:cNvSpPr>
            <a:spLocks noGrp="1"/>
          </p:cNvSpPr>
          <p:nvPr>
            <p:ph type="title"/>
          </p:nvPr>
        </p:nvSpPr>
        <p:spPr>
          <a:xfrm>
            <a:off x="0" y="0"/>
            <a:ext cx="8229600" cy="762000"/>
          </a:xfrm>
        </p:spPr>
        <p:txBody>
          <a:bodyPr/>
          <a:lstStyle/>
          <a:p>
            <a:r>
              <a:rPr lang="en-US"/>
              <a:t>Click to edit Master title style</a:t>
            </a:r>
          </a:p>
        </p:txBody>
      </p:sp>
      <p:cxnSp>
        <p:nvCxnSpPr>
          <p:cNvPr id="7" name="Straight Connector 6"/>
          <p:cNvCxnSpPr/>
          <p:nvPr userDrawn="1"/>
        </p:nvCxnSpPr>
        <p:spPr>
          <a:xfrm>
            <a:off x="0" y="762000"/>
            <a:ext cx="9144000"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67118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Slide Number Placeholder 5"/>
          <p:cNvSpPr>
            <a:spLocks noGrp="1"/>
          </p:cNvSpPr>
          <p:nvPr>
            <p:ph type="sldNum" sz="quarter" idx="4"/>
          </p:nvPr>
        </p:nvSpPr>
        <p:spPr>
          <a:xfrm>
            <a:off x="5867400" y="6324600"/>
            <a:ext cx="2819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8BFB4B-70AE-4AFC-9806-78E9768488DC}" type="slidenum">
              <a:rPr lang="fr-FR" altLang="ja-JP" sz="1600" smtClean="0">
                <a:solidFill>
                  <a:schemeClr val="tx1"/>
                </a:solidFill>
              </a:rPr>
              <a:pPr/>
              <a:t>‹#›</a:t>
            </a:fld>
            <a:endParaRPr lang="fr-FR" altLang="ja-JP" sz="1600">
              <a:solidFill>
                <a:schemeClr val="tx1"/>
              </a:solidFill>
            </a:endParaRPr>
          </a:p>
          <a:p>
            <a:r>
              <a:rPr lang="fr-FR" altLang="ja-JP" sz="1000"/>
              <a:t>©20</a:t>
            </a:r>
            <a:r>
              <a:rPr lang="en-US" altLang="ja-JP" sz="1000"/>
              <a:t>19</a:t>
            </a:r>
            <a:r>
              <a:rPr lang="fr-FR" altLang="ja-JP" sz="1000"/>
              <a:t> KYOCERA Document Solutions Inc.</a:t>
            </a:r>
            <a:endParaRPr lang="en-US" sz="1000"/>
          </a:p>
        </p:txBody>
      </p:sp>
    </p:spTree>
    <p:extLst>
      <p:ext uri="{BB962C8B-B14F-4D97-AF65-F5344CB8AC3E}">
        <p14:creationId xmlns:p14="http://schemas.microsoft.com/office/powerpoint/2010/main" val="22197592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8" name="Slide Number Placeholder 5"/>
          <p:cNvSpPr>
            <a:spLocks noGrp="1"/>
          </p:cNvSpPr>
          <p:nvPr>
            <p:ph type="sldNum" sz="quarter" idx="4"/>
          </p:nvPr>
        </p:nvSpPr>
        <p:spPr>
          <a:xfrm>
            <a:off x="5867400" y="6324600"/>
            <a:ext cx="2819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8BFB4B-70AE-4AFC-9806-78E9768488DC}" type="slidenum">
              <a:rPr lang="fr-FR" altLang="ja-JP" sz="1600" smtClean="0">
                <a:solidFill>
                  <a:schemeClr val="tx1"/>
                </a:solidFill>
              </a:rPr>
              <a:pPr/>
              <a:t>‹#›</a:t>
            </a:fld>
            <a:endParaRPr lang="fr-FR" altLang="ja-JP" sz="1600">
              <a:solidFill>
                <a:schemeClr val="tx1"/>
              </a:solidFill>
            </a:endParaRPr>
          </a:p>
          <a:p>
            <a:r>
              <a:rPr lang="fr-FR" altLang="ja-JP" sz="1000"/>
              <a:t>©20</a:t>
            </a:r>
            <a:r>
              <a:rPr lang="en-US" altLang="ja-JP" sz="1000"/>
              <a:t>19</a:t>
            </a:r>
            <a:r>
              <a:rPr lang="fr-FR" altLang="ja-JP" sz="1000"/>
              <a:t> KYOCERA Document Solutions Inc.</a:t>
            </a:r>
            <a:endParaRPr lang="en-US" sz="1000"/>
          </a:p>
        </p:txBody>
      </p:sp>
    </p:spTree>
    <p:extLst>
      <p:ext uri="{BB962C8B-B14F-4D97-AF65-F5344CB8AC3E}">
        <p14:creationId xmlns:p14="http://schemas.microsoft.com/office/powerpoint/2010/main" val="34470392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8" name="Slide Number Placeholder 5"/>
          <p:cNvSpPr>
            <a:spLocks noGrp="1"/>
          </p:cNvSpPr>
          <p:nvPr>
            <p:ph type="sldNum" sz="quarter" idx="4"/>
          </p:nvPr>
        </p:nvSpPr>
        <p:spPr>
          <a:xfrm>
            <a:off x="5867400" y="6324600"/>
            <a:ext cx="2819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8BFB4B-70AE-4AFC-9806-78E9768488DC}" type="slidenum">
              <a:rPr lang="fr-FR" altLang="ja-JP" sz="1600" smtClean="0">
                <a:solidFill>
                  <a:schemeClr val="tx1"/>
                </a:solidFill>
              </a:rPr>
              <a:pPr/>
              <a:t>‹#›</a:t>
            </a:fld>
            <a:endParaRPr lang="fr-FR" altLang="ja-JP" sz="1600">
              <a:solidFill>
                <a:schemeClr val="tx1"/>
              </a:solidFill>
            </a:endParaRPr>
          </a:p>
          <a:p>
            <a:r>
              <a:rPr lang="fr-FR" altLang="ja-JP" sz="1000"/>
              <a:t>©20</a:t>
            </a:r>
            <a:r>
              <a:rPr lang="en-US" altLang="ja-JP" sz="1000"/>
              <a:t>19</a:t>
            </a:r>
            <a:r>
              <a:rPr lang="fr-FR" altLang="ja-JP" sz="1000"/>
              <a:t> KYOCERA Document Solutions Inc.</a:t>
            </a:r>
            <a:endParaRPr lang="en-US" sz="1000"/>
          </a:p>
        </p:txBody>
      </p:sp>
    </p:spTree>
    <p:extLst>
      <p:ext uri="{BB962C8B-B14F-4D97-AF65-F5344CB8AC3E}">
        <p14:creationId xmlns:p14="http://schemas.microsoft.com/office/powerpoint/2010/main" val="24162469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p:cNvSpPr>
            <a:spLocks noGrp="1"/>
          </p:cNvSpPr>
          <p:nvPr>
            <p:ph type="sldNum" sz="quarter" idx="4"/>
          </p:nvPr>
        </p:nvSpPr>
        <p:spPr>
          <a:xfrm>
            <a:off x="5867400" y="6324600"/>
            <a:ext cx="2819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8BFB4B-70AE-4AFC-9806-78E9768488DC}" type="slidenum">
              <a:rPr lang="fr-FR" altLang="ja-JP" sz="1600" smtClean="0">
                <a:solidFill>
                  <a:schemeClr val="tx1"/>
                </a:solidFill>
              </a:rPr>
              <a:pPr/>
              <a:t>‹#›</a:t>
            </a:fld>
            <a:endParaRPr lang="fr-FR" altLang="ja-JP" sz="1600">
              <a:solidFill>
                <a:schemeClr val="tx1"/>
              </a:solidFill>
            </a:endParaRPr>
          </a:p>
          <a:p>
            <a:r>
              <a:rPr lang="fr-FR" altLang="ja-JP" sz="1000"/>
              <a:t>©20</a:t>
            </a:r>
            <a:r>
              <a:rPr lang="en-US" altLang="ja-JP" sz="1000"/>
              <a:t>19</a:t>
            </a:r>
            <a:r>
              <a:rPr lang="fr-FR" altLang="ja-JP" sz="1000"/>
              <a:t> KYOCERA Document Solutions Inc.</a:t>
            </a:r>
            <a:endParaRPr lang="en-US" sz="1000"/>
          </a:p>
        </p:txBody>
      </p:sp>
    </p:spTree>
    <p:extLst>
      <p:ext uri="{BB962C8B-B14F-4D97-AF65-F5344CB8AC3E}">
        <p14:creationId xmlns:p14="http://schemas.microsoft.com/office/powerpoint/2010/main" val="32542127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p:cNvSpPr>
            <a:spLocks noGrp="1"/>
          </p:cNvSpPr>
          <p:nvPr>
            <p:ph type="sldNum" sz="quarter" idx="4"/>
          </p:nvPr>
        </p:nvSpPr>
        <p:spPr>
          <a:xfrm>
            <a:off x="5867400" y="6324600"/>
            <a:ext cx="2819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8BFB4B-70AE-4AFC-9806-78E9768488DC}" type="slidenum">
              <a:rPr lang="fr-FR" altLang="ja-JP" sz="1600" smtClean="0">
                <a:solidFill>
                  <a:schemeClr val="tx1"/>
                </a:solidFill>
              </a:rPr>
              <a:pPr/>
              <a:t>‹#›</a:t>
            </a:fld>
            <a:endParaRPr lang="fr-FR" altLang="ja-JP" sz="1600">
              <a:solidFill>
                <a:schemeClr val="tx1"/>
              </a:solidFill>
            </a:endParaRPr>
          </a:p>
          <a:p>
            <a:r>
              <a:rPr lang="fr-FR" altLang="ja-JP" sz="1000"/>
              <a:t>©20</a:t>
            </a:r>
            <a:r>
              <a:rPr lang="en-US" altLang="ja-JP" sz="1000"/>
              <a:t>19</a:t>
            </a:r>
            <a:r>
              <a:rPr lang="fr-FR" altLang="ja-JP" sz="1000"/>
              <a:t> KYOCERA Document Solutions Inc.</a:t>
            </a:r>
            <a:endParaRPr lang="en-US" sz="1000"/>
          </a:p>
        </p:txBody>
      </p:sp>
    </p:spTree>
    <p:extLst>
      <p:ext uri="{BB962C8B-B14F-4D97-AF65-F5344CB8AC3E}">
        <p14:creationId xmlns:p14="http://schemas.microsoft.com/office/powerpoint/2010/main" val="21815531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5867400" y="6324600"/>
            <a:ext cx="2819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8BFB4B-70AE-4AFC-9806-78E9768488DC}" type="slidenum">
              <a:rPr lang="fr-FR" altLang="ja-JP" sz="1600" smtClean="0">
                <a:solidFill>
                  <a:schemeClr val="tx1"/>
                </a:solidFill>
              </a:rPr>
              <a:pPr/>
              <a:t>‹#›</a:t>
            </a:fld>
            <a:endParaRPr lang="fr-FR" altLang="ja-JP" sz="1600">
              <a:solidFill>
                <a:schemeClr val="tx1"/>
              </a:solidFill>
            </a:endParaRPr>
          </a:p>
          <a:p>
            <a:r>
              <a:rPr lang="fr-FR" altLang="ja-JP" sz="1000"/>
              <a:t>©20</a:t>
            </a:r>
            <a:r>
              <a:rPr lang="en-US" altLang="ja-JP" sz="1000"/>
              <a:t>19</a:t>
            </a:r>
            <a:r>
              <a:rPr lang="fr-FR" altLang="ja-JP" sz="1000"/>
              <a:t> KYOCERA Document Solutions Inc.</a:t>
            </a:r>
            <a:endParaRPr lang="en-US" sz="1000"/>
          </a:p>
        </p:txBody>
      </p:sp>
      <p:cxnSp>
        <p:nvCxnSpPr>
          <p:cNvPr id="8" name="Straight Connector 7"/>
          <p:cNvCxnSpPr/>
          <p:nvPr userDrawn="1"/>
        </p:nvCxnSpPr>
        <p:spPr>
          <a:xfrm>
            <a:off x="0" y="762000"/>
            <a:ext cx="9144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Title 4"/>
          <p:cNvSpPr>
            <a:spLocks noGrp="1"/>
          </p:cNvSpPr>
          <p:nvPr>
            <p:ph type="title"/>
          </p:nvPr>
        </p:nvSpPr>
        <p:spPr>
          <a:xfrm>
            <a:off x="0" y="0"/>
            <a:ext cx="8229600" cy="762000"/>
          </a:xfrm>
        </p:spPr>
        <p:txBody>
          <a:bodyPr>
            <a:normAutofit/>
          </a:bodyPr>
          <a:lstStyle>
            <a:lvl1pPr>
              <a:defRPr sz="2800"/>
            </a:lvl1pPr>
          </a:lstStyle>
          <a:p>
            <a:r>
              <a:rPr lang="en-US"/>
              <a:t>Click to edit Master title style</a:t>
            </a:r>
          </a:p>
        </p:txBody>
      </p:sp>
    </p:spTree>
    <p:extLst>
      <p:ext uri="{BB962C8B-B14F-4D97-AF65-F5344CB8AC3E}">
        <p14:creationId xmlns:p14="http://schemas.microsoft.com/office/powerpoint/2010/main" val="20313525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200">
                <a:latin typeface="Times" panose="02020603050405020304" pitchFamily="18" charset="0"/>
                <a:cs typeface="Times" panose="02020603050405020304" pitchFamily="18" charset="0"/>
              </a:defRPr>
            </a:lvl1pPr>
          </a:lstStyle>
          <a:p>
            <a:endParaRPr lang="en-US" dirty="0"/>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atin typeface="Arial" panose="020B0604020202020204" pitchFamily="34" charset="0"/>
                <a:cs typeface="Arial" panose="020B0604020202020204" pitchFamily="34" charset="0"/>
              </a:defRPr>
            </a:lvl1pPr>
            <a:lvl2pPr>
              <a:defRPr sz="2000">
                <a:latin typeface="Arial" panose="020B0604020202020204" pitchFamily="34" charset="0"/>
                <a:cs typeface="Arial" panose="020B0604020202020204" pitchFamily="34" charset="0"/>
              </a:defRPr>
            </a:lvl2pPr>
            <a:lvl3pPr>
              <a:defRPr sz="18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atin typeface="Arial" panose="020B0604020202020204" pitchFamily="34" charset="0"/>
                <a:cs typeface="Arial" panose="020B0604020202020204" pitchFamily="34" charset="0"/>
              </a:defRPr>
            </a:lvl1pPr>
            <a:lvl2pPr>
              <a:defRPr sz="2000">
                <a:latin typeface="Arial" panose="020B0604020202020204" pitchFamily="34" charset="0"/>
                <a:cs typeface="Arial" panose="020B0604020202020204" pitchFamily="34" charset="0"/>
              </a:defRPr>
            </a:lvl2pPr>
            <a:lvl3pPr>
              <a:defRPr sz="18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F1373170-78B8-4506-B48C-CA73B79905C0}" type="datetimeFigureOut">
              <a:rPr lang="en-US" smtClean="0"/>
              <a:t>6/10/2026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ED1AE94-9F52-445C-A2B2-262654C74C1C}" type="slidenum">
              <a:rPr lang="en-US" smtClean="0"/>
              <a:t>‹#›</a:t>
            </a:fld>
            <a:endParaRPr lang="en-US"/>
          </a:p>
        </p:txBody>
      </p:sp>
      <p:sp>
        <p:nvSpPr>
          <p:cNvPr id="11" name="Content Placeholder 10"/>
          <p:cNvSpPr>
            <a:spLocks noGrp="1"/>
          </p:cNvSpPr>
          <p:nvPr>
            <p:ph sz="quarter" idx="13"/>
          </p:nvPr>
        </p:nvSpPr>
        <p:spPr>
          <a:xfrm>
            <a:off x="4343400" y="381000"/>
            <a:ext cx="914400" cy="914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043923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200">
                <a:latin typeface="Times" panose="02020603050405020304" pitchFamily="18" charset="0"/>
                <a:cs typeface="Times" panose="02020603050405020304" pitchFamily="18" charset="0"/>
              </a:defRPr>
            </a:lvl1pPr>
          </a:lstStyle>
          <a:p>
            <a:endParaRPr lang="en-US" dirty="0"/>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atin typeface="Arial" panose="020B0604020202020204" pitchFamily="34" charset="0"/>
                <a:cs typeface="Arial" panose="020B0604020202020204" pitchFamily="34" charset="0"/>
              </a:defRPr>
            </a:lvl1pPr>
            <a:lvl2pPr>
              <a:defRPr sz="2000">
                <a:latin typeface="Arial" panose="020B0604020202020204" pitchFamily="34" charset="0"/>
                <a:cs typeface="Arial" panose="020B0604020202020204" pitchFamily="34" charset="0"/>
              </a:defRPr>
            </a:lvl2pPr>
            <a:lvl3pPr>
              <a:defRPr sz="18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atin typeface="Arial" panose="020B0604020202020204" pitchFamily="34" charset="0"/>
                <a:cs typeface="Arial" panose="020B0604020202020204" pitchFamily="34" charset="0"/>
              </a:defRPr>
            </a:lvl1pPr>
            <a:lvl2pPr>
              <a:defRPr sz="2000">
                <a:latin typeface="Arial" panose="020B0604020202020204" pitchFamily="34" charset="0"/>
                <a:cs typeface="Arial" panose="020B0604020202020204" pitchFamily="34" charset="0"/>
              </a:defRPr>
            </a:lvl2pPr>
            <a:lvl3pPr>
              <a:defRPr sz="18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F1373170-78B8-4506-B48C-CA73B79905C0}" type="datetimeFigureOut">
              <a:rPr lang="en-US" smtClean="0"/>
              <a:t>6/10/2026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ED1AE94-9F52-445C-A2B2-262654C74C1C}" type="slidenum">
              <a:rPr lang="en-US" smtClean="0"/>
              <a:t>‹#›</a:t>
            </a:fld>
            <a:endParaRPr lang="en-US"/>
          </a:p>
        </p:txBody>
      </p:sp>
      <p:sp>
        <p:nvSpPr>
          <p:cNvPr id="11" name="Content Placeholder 10"/>
          <p:cNvSpPr>
            <a:spLocks noGrp="1"/>
          </p:cNvSpPr>
          <p:nvPr>
            <p:ph sz="quarter" idx="13"/>
          </p:nvPr>
        </p:nvSpPr>
        <p:spPr>
          <a:xfrm>
            <a:off x="4343400" y="381000"/>
            <a:ext cx="914400" cy="914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080093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4_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200">
                <a:latin typeface="Times" panose="02020603050405020304" pitchFamily="18" charset="0"/>
                <a:cs typeface="Times" panose="02020603050405020304" pitchFamily="18" charset="0"/>
              </a:defRPr>
            </a:lvl1pPr>
          </a:lstStyle>
          <a:p>
            <a:endParaRPr lang="en-US" dirty="0"/>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atin typeface="Arial" panose="020B0604020202020204" pitchFamily="34" charset="0"/>
                <a:cs typeface="Arial" panose="020B0604020202020204" pitchFamily="34" charset="0"/>
              </a:defRPr>
            </a:lvl1pPr>
            <a:lvl2pPr>
              <a:defRPr sz="2000">
                <a:latin typeface="Arial" panose="020B0604020202020204" pitchFamily="34" charset="0"/>
                <a:cs typeface="Arial" panose="020B0604020202020204" pitchFamily="34" charset="0"/>
              </a:defRPr>
            </a:lvl2pPr>
            <a:lvl3pPr>
              <a:defRPr sz="18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atin typeface="Arial" panose="020B0604020202020204" pitchFamily="34" charset="0"/>
                <a:cs typeface="Arial" panose="020B0604020202020204" pitchFamily="34" charset="0"/>
              </a:defRPr>
            </a:lvl1pPr>
            <a:lvl2pPr>
              <a:defRPr sz="2000">
                <a:latin typeface="Arial" panose="020B0604020202020204" pitchFamily="34" charset="0"/>
                <a:cs typeface="Arial" panose="020B0604020202020204" pitchFamily="34" charset="0"/>
              </a:defRPr>
            </a:lvl2pPr>
            <a:lvl3pPr>
              <a:defRPr sz="18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F1373170-78B8-4506-B48C-CA73B79905C0}" type="datetimeFigureOut">
              <a:rPr lang="en-US" smtClean="0"/>
              <a:t>6/10/2026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ED1AE94-9F52-445C-A2B2-262654C74C1C}" type="slidenum">
              <a:rPr lang="en-US" smtClean="0"/>
              <a:t>‹#›</a:t>
            </a:fld>
            <a:endParaRPr lang="en-US"/>
          </a:p>
        </p:txBody>
      </p:sp>
      <p:sp>
        <p:nvSpPr>
          <p:cNvPr id="11" name="Content Placeholder 10"/>
          <p:cNvSpPr>
            <a:spLocks noGrp="1"/>
          </p:cNvSpPr>
          <p:nvPr>
            <p:ph sz="quarter" idx="13"/>
          </p:nvPr>
        </p:nvSpPr>
        <p:spPr>
          <a:xfrm>
            <a:off x="4343400" y="381000"/>
            <a:ext cx="914400" cy="914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233658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5_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200">
                <a:latin typeface="Times" panose="02020603050405020304" pitchFamily="18" charset="0"/>
                <a:cs typeface="Times" panose="02020603050405020304" pitchFamily="18" charset="0"/>
              </a:defRPr>
            </a:lvl1pPr>
          </a:lstStyle>
          <a:p>
            <a:endParaRPr lang="en-US" dirty="0"/>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atin typeface="Arial" panose="020B0604020202020204" pitchFamily="34" charset="0"/>
                <a:cs typeface="Arial" panose="020B0604020202020204" pitchFamily="34" charset="0"/>
              </a:defRPr>
            </a:lvl1pPr>
            <a:lvl2pPr>
              <a:defRPr sz="2000">
                <a:latin typeface="Arial" panose="020B0604020202020204" pitchFamily="34" charset="0"/>
                <a:cs typeface="Arial" panose="020B0604020202020204" pitchFamily="34" charset="0"/>
              </a:defRPr>
            </a:lvl2pPr>
            <a:lvl3pPr>
              <a:defRPr sz="18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atin typeface="Arial" panose="020B0604020202020204" pitchFamily="34" charset="0"/>
                <a:cs typeface="Arial" panose="020B0604020202020204" pitchFamily="34" charset="0"/>
              </a:defRPr>
            </a:lvl1pPr>
            <a:lvl2pPr>
              <a:defRPr sz="2000">
                <a:latin typeface="Arial" panose="020B0604020202020204" pitchFamily="34" charset="0"/>
                <a:cs typeface="Arial" panose="020B0604020202020204" pitchFamily="34" charset="0"/>
              </a:defRPr>
            </a:lvl2pPr>
            <a:lvl3pPr>
              <a:defRPr sz="18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F1373170-78B8-4506-B48C-CA73B79905C0}" type="datetimeFigureOut">
              <a:rPr lang="en-US" smtClean="0"/>
              <a:t>6/10/2026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ED1AE94-9F52-445C-A2B2-262654C74C1C}" type="slidenum">
              <a:rPr lang="en-US" smtClean="0"/>
              <a:t>‹#›</a:t>
            </a:fld>
            <a:endParaRPr lang="en-US"/>
          </a:p>
        </p:txBody>
      </p:sp>
      <p:sp>
        <p:nvSpPr>
          <p:cNvPr id="11" name="Content Placeholder 10"/>
          <p:cNvSpPr>
            <a:spLocks noGrp="1"/>
          </p:cNvSpPr>
          <p:nvPr>
            <p:ph sz="quarter" idx="13"/>
          </p:nvPr>
        </p:nvSpPr>
        <p:spPr>
          <a:xfrm>
            <a:off x="4343400" y="381000"/>
            <a:ext cx="914400" cy="914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569628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6_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200">
                <a:latin typeface="Times" panose="02020603050405020304" pitchFamily="18" charset="0"/>
                <a:cs typeface="Times" panose="02020603050405020304" pitchFamily="18" charset="0"/>
              </a:defRPr>
            </a:lvl1pPr>
          </a:lstStyle>
          <a:p>
            <a:endParaRPr lang="en-US" dirty="0"/>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atin typeface="Arial" panose="020B0604020202020204" pitchFamily="34" charset="0"/>
                <a:cs typeface="Arial" panose="020B0604020202020204" pitchFamily="34" charset="0"/>
              </a:defRPr>
            </a:lvl1pPr>
            <a:lvl2pPr>
              <a:defRPr sz="2000">
                <a:latin typeface="Arial" panose="020B0604020202020204" pitchFamily="34" charset="0"/>
                <a:cs typeface="Arial" panose="020B0604020202020204" pitchFamily="34" charset="0"/>
              </a:defRPr>
            </a:lvl2pPr>
            <a:lvl3pPr>
              <a:defRPr sz="18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atin typeface="Arial" panose="020B0604020202020204" pitchFamily="34" charset="0"/>
                <a:cs typeface="Arial" panose="020B0604020202020204" pitchFamily="34" charset="0"/>
              </a:defRPr>
            </a:lvl1pPr>
            <a:lvl2pPr>
              <a:defRPr sz="2000">
                <a:latin typeface="Arial" panose="020B0604020202020204" pitchFamily="34" charset="0"/>
                <a:cs typeface="Arial" panose="020B0604020202020204" pitchFamily="34" charset="0"/>
              </a:defRPr>
            </a:lvl2pPr>
            <a:lvl3pPr>
              <a:defRPr sz="18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F1373170-78B8-4506-B48C-CA73B79905C0}" type="datetimeFigureOut">
              <a:rPr lang="en-US" smtClean="0"/>
              <a:t>6/10/2026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ED1AE94-9F52-445C-A2B2-262654C74C1C}" type="slidenum">
              <a:rPr lang="en-US" smtClean="0"/>
              <a:t>‹#›</a:t>
            </a:fld>
            <a:endParaRPr lang="en-US"/>
          </a:p>
        </p:txBody>
      </p:sp>
      <p:sp>
        <p:nvSpPr>
          <p:cNvPr id="11" name="Content Placeholder 10"/>
          <p:cNvSpPr>
            <a:spLocks noGrp="1"/>
          </p:cNvSpPr>
          <p:nvPr>
            <p:ph sz="quarter" idx="13"/>
          </p:nvPr>
        </p:nvSpPr>
        <p:spPr>
          <a:xfrm>
            <a:off x="4343400" y="381000"/>
            <a:ext cx="914400" cy="914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233683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4_表紙用">
    <p:bg>
      <p:bgPr>
        <a:solidFill>
          <a:schemeClr val="bg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C8C0CB9-99C4-9243-E828-63130AC91C48}"/>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3266" y="4583979"/>
            <a:ext cx="9143097" cy="2281988"/>
          </a:xfrm>
          <a:prstGeom prst="rect">
            <a:avLst/>
          </a:prstGeom>
        </p:spPr>
      </p:pic>
      <p:grpSp>
        <p:nvGrpSpPr>
          <p:cNvPr id="7" name="グループ化 6">
            <a:extLst>
              <a:ext uri="{FF2B5EF4-FFF2-40B4-BE49-F238E27FC236}">
                <a16:creationId xmlns:a16="http://schemas.microsoft.com/office/drawing/2014/main" id="{670BB69F-B825-D745-95EF-F7AAA56FC917}"/>
              </a:ext>
            </a:extLst>
          </p:cNvPr>
          <p:cNvGrpSpPr/>
          <p:nvPr userDrawn="1"/>
        </p:nvGrpSpPr>
        <p:grpSpPr>
          <a:xfrm>
            <a:off x="6249607" y="2538005"/>
            <a:ext cx="2686767" cy="2912240"/>
            <a:chOff x="2906865" y="3731735"/>
            <a:chExt cx="629756" cy="539075"/>
          </a:xfrm>
          <a:solidFill>
            <a:schemeClr val="accent4"/>
          </a:solidFill>
        </p:grpSpPr>
        <p:sp>
          <p:nvSpPr>
            <p:cNvPr id="8" name="フリーフォーム: 図形 7">
              <a:extLst>
                <a:ext uri="{FF2B5EF4-FFF2-40B4-BE49-F238E27FC236}">
                  <a16:creationId xmlns:a16="http://schemas.microsoft.com/office/drawing/2014/main" id="{32A9FE67-EE5F-349B-406B-EEB7A932284F}"/>
                </a:ext>
              </a:extLst>
            </p:cNvPr>
            <p:cNvSpPr/>
            <p:nvPr/>
          </p:nvSpPr>
          <p:spPr>
            <a:xfrm>
              <a:off x="2906865" y="3830220"/>
              <a:ext cx="539935" cy="440590"/>
            </a:xfrm>
            <a:custGeom>
              <a:avLst/>
              <a:gdLst>
                <a:gd name="connsiteX0" fmla="*/ 309419 w 539935"/>
                <a:gd name="connsiteY0" fmla="*/ 244651 h 440590"/>
                <a:gd name="connsiteX1" fmla="*/ 297504 w 539935"/>
                <a:gd name="connsiteY1" fmla="*/ 234413 h 440590"/>
                <a:gd name="connsiteX2" fmla="*/ 278101 w 539935"/>
                <a:gd name="connsiteY2" fmla="*/ 219643 h 440590"/>
                <a:gd name="connsiteX3" fmla="*/ 252952 w 539935"/>
                <a:gd name="connsiteY3" fmla="*/ 208060 h 440590"/>
                <a:gd name="connsiteX4" fmla="*/ 225627 w 539935"/>
                <a:gd name="connsiteY4" fmla="*/ 204182 h 440590"/>
                <a:gd name="connsiteX5" fmla="*/ 198353 w 539935"/>
                <a:gd name="connsiteY5" fmla="*/ 208969 h 440590"/>
                <a:gd name="connsiteX6" fmla="*/ 196715 w 539935"/>
                <a:gd name="connsiteY6" fmla="*/ 209455 h 440590"/>
                <a:gd name="connsiteX7" fmla="*/ 195115 w 539935"/>
                <a:gd name="connsiteY7" fmla="*/ 210070 h 440590"/>
                <a:gd name="connsiteX8" fmla="*/ 191915 w 539935"/>
                <a:gd name="connsiteY8" fmla="*/ 211285 h 440590"/>
                <a:gd name="connsiteX9" fmla="*/ 188728 w 539935"/>
                <a:gd name="connsiteY9" fmla="*/ 212489 h 440590"/>
                <a:gd name="connsiteX10" fmla="*/ 185631 w 539935"/>
                <a:gd name="connsiteY10" fmla="*/ 213896 h 440590"/>
                <a:gd name="connsiteX11" fmla="*/ 179475 w 539935"/>
                <a:gd name="connsiteY11" fmla="*/ 216750 h 440590"/>
                <a:gd name="connsiteX12" fmla="*/ 173511 w 539935"/>
                <a:gd name="connsiteY12" fmla="*/ 219937 h 440590"/>
                <a:gd name="connsiteX13" fmla="*/ 167713 w 539935"/>
                <a:gd name="connsiteY13" fmla="*/ 223239 h 440590"/>
                <a:gd name="connsiteX14" fmla="*/ 161966 w 539935"/>
                <a:gd name="connsiteY14" fmla="*/ 226605 h 440590"/>
                <a:gd name="connsiteX15" fmla="*/ 156386 w 539935"/>
                <a:gd name="connsiteY15" fmla="*/ 230189 h 440590"/>
                <a:gd name="connsiteX16" fmla="*/ 150844 w 539935"/>
                <a:gd name="connsiteY16" fmla="*/ 233811 h 440590"/>
                <a:gd name="connsiteX17" fmla="*/ 140017 w 539935"/>
                <a:gd name="connsiteY17" fmla="*/ 241439 h 440590"/>
                <a:gd name="connsiteX18" fmla="*/ 134705 w 539935"/>
                <a:gd name="connsiteY18" fmla="*/ 245394 h 440590"/>
                <a:gd name="connsiteX19" fmla="*/ 129548 w 539935"/>
                <a:gd name="connsiteY19" fmla="*/ 249553 h 440590"/>
                <a:gd name="connsiteX20" fmla="*/ 92700 w 539935"/>
                <a:gd name="connsiteY20" fmla="*/ 287271 h 440590"/>
                <a:gd name="connsiteX21" fmla="*/ 59757 w 539935"/>
                <a:gd name="connsiteY21" fmla="*/ 329097 h 440590"/>
                <a:gd name="connsiteX22" fmla="*/ 31280 w 539935"/>
                <a:gd name="connsiteY22" fmla="*/ 373623 h 440590"/>
                <a:gd name="connsiteX23" fmla="*/ 7334 w 539935"/>
                <a:gd name="connsiteY23" fmla="*/ 420543 h 440590"/>
                <a:gd name="connsiteX24" fmla="*/ 2496 w 539935"/>
                <a:gd name="connsiteY24" fmla="*/ 432151 h 440590"/>
                <a:gd name="connsiteX25" fmla="*/ 1178 w 539935"/>
                <a:gd name="connsiteY25" fmla="*/ 435363 h 440590"/>
                <a:gd name="connsiteX26" fmla="*/ 0 w 539935"/>
                <a:gd name="connsiteY26" fmla="*/ 438256 h 440590"/>
                <a:gd name="connsiteX27" fmla="*/ 1267 w 539935"/>
                <a:gd name="connsiteY27" fmla="*/ 439932 h 440590"/>
                <a:gd name="connsiteX28" fmla="*/ 5529 w 539935"/>
                <a:gd name="connsiteY28" fmla="*/ 439126 h 440590"/>
                <a:gd name="connsiteX29" fmla="*/ 27364 w 539935"/>
                <a:gd name="connsiteY29" fmla="*/ 397415 h 440590"/>
                <a:gd name="connsiteX30" fmla="*/ 52922 w 539935"/>
                <a:gd name="connsiteY30" fmla="*/ 357778 h 440590"/>
                <a:gd name="connsiteX31" fmla="*/ 67449 w 539935"/>
                <a:gd name="connsiteY31" fmla="*/ 338644 h 440590"/>
                <a:gd name="connsiteX32" fmla="*/ 82193 w 539935"/>
                <a:gd name="connsiteY32" fmla="*/ 319574 h 440590"/>
                <a:gd name="connsiteX33" fmla="*/ 114074 w 539935"/>
                <a:gd name="connsiteY33" fmla="*/ 283764 h 440590"/>
                <a:gd name="connsiteX34" fmla="*/ 150089 w 539935"/>
                <a:gd name="connsiteY34" fmla="*/ 252535 h 440590"/>
                <a:gd name="connsiteX35" fmla="*/ 159842 w 539935"/>
                <a:gd name="connsiteY35" fmla="*/ 245803 h 440590"/>
                <a:gd name="connsiteX36" fmla="*/ 169876 w 539935"/>
                <a:gd name="connsiteY36" fmla="*/ 239660 h 440590"/>
                <a:gd name="connsiteX37" fmla="*/ 175392 w 539935"/>
                <a:gd name="connsiteY37" fmla="*/ 236793 h 440590"/>
                <a:gd name="connsiteX38" fmla="*/ 178477 w 539935"/>
                <a:gd name="connsiteY38" fmla="*/ 235206 h 440590"/>
                <a:gd name="connsiteX39" fmla="*/ 181779 w 539935"/>
                <a:gd name="connsiteY39" fmla="*/ 233785 h 440590"/>
                <a:gd name="connsiteX40" fmla="*/ 195665 w 539935"/>
                <a:gd name="connsiteY40" fmla="*/ 228525 h 440590"/>
                <a:gd name="connsiteX41" fmla="*/ 200785 w 539935"/>
                <a:gd name="connsiteY41" fmla="*/ 227028 h 440590"/>
                <a:gd name="connsiteX42" fmla="*/ 205802 w 539935"/>
                <a:gd name="connsiteY42" fmla="*/ 225889 h 440590"/>
                <a:gd name="connsiteX43" fmla="*/ 208259 w 539935"/>
                <a:gd name="connsiteY43" fmla="*/ 225338 h 440590"/>
                <a:gd name="connsiteX44" fmla="*/ 210703 w 539935"/>
                <a:gd name="connsiteY44" fmla="*/ 224993 h 440590"/>
                <a:gd name="connsiteX45" fmla="*/ 215516 w 539935"/>
                <a:gd name="connsiteY45" fmla="*/ 224340 h 440590"/>
                <a:gd name="connsiteX46" fmla="*/ 234048 w 539935"/>
                <a:gd name="connsiteY46" fmla="*/ 224814 h 440590"/>
                <a:gd name="connsiteX47" fmla="*/ 251800 w 539935"/>
                <a:gd name="connsiteY47" fmla="*/ 229984 h 440590"/>
                <a:gd name="connsiteX48" fmla="*/ 268937 w 539935"/>
                <a:gd name="connsiteY48" fmla="*/ 240351 h 440590"/>
                <a:gd name="connsiteX49" fmla="*/ 285242 w 539935"/>
                <a:gd name="connsiteY49" fmla="*/ 256068 h 440590"/>
                <a:gd name="connsiteX50" fmla="*/ 287149 w 539935"/>
                <a:gd name="connsiteY50" fmla="*/ 258346 h 440590"/>
                <a:gd name="connsiteX51" fmla="*/ 288109 w 539935"/>
                <a:gd name="connsiteY51" fmla="*/ 259511 h 440590"/>
                <a:gd name="connsiteX52" fmla="*/ 288353 w 539935"/>
                <a:gd name="connsiteY52" fmla="*/ 259805 h 440590"/>
                <a:gd name="connsiteX53" fmla="*/ 288468 w 539935"/>
                <a:gd name="connsiteY53" fmla="*/ 259946 h 440590"/>
                <a:gd name="connsiteX54" fmla="*/ 288698 w 539935"/>
                <a:gd name="connsiteY54" fmla="*/ 260240 h 440590"/>
                <a:gd name="connsiteX55" fmla="*/ 289671 w 539935"/>
                <a:gd name="connsiteY55" fmla="*/ 261533 h 440590"/>
                <a:gd name="connsiteX56" fmla="*/ 293702 w 539935"/>
                <a:gd name="connsiteY56" fmla="*/ 266729 h 440590"/>
                <a:gd name="connsiteX57" fmla="*/ 296556 w 539935"/>
                <a:gd name="connsiteY57" fmla="*/ 270313 h 440590"/>
                <a:gd name="connsiteX58" fmla="*/ 324329 w 539935"/>
                <a:gd name="connsiteY58" fmla="*/ 276008 h 440590"/>
                <a:gd name="connsiteX59" fmla="*/ 337307 w 539935"/>
                <a:gd name="connsiteY59" fmla="*/ 258781 h 440590"/>
                <a:gd name="connsiteX60" fmla="*/ 344231 w 539935"/>
                <a:gd name="connsiteY60" fmla="*/ 248645 h 440590"/>
                <a:gd name="connsiteX61" fmla="*/ 350823 w 539935"/>
                <a:gd name="connsiteY61" fmla="*/ 239135 h 440590"/>
                <a:gd name="connsiteX62" fmla="*/ 394786 w 539935"/>
                <a:gd name="connsiteY62" fmla="*/ 177587 h 440590"/>
                <a:gd name="connsiteX63" fmla="*/ 436509 w 539935"/>
                <a:gd name="connsiteY63" fmla="*/ 123641 h 440590"/>
                <a:gd name="connsiteX64" fmla="*/ 481381 w 539935"/>
                <a:gd name="connsiteY64" fmla="*/ 72190 h 440590"/>
                <a:gd name="connsiteX65" fmla="*/ 493143 w 539935"/>
                <a:gd name="connsiteY65" fmla="*/ 60032 h 440590"/>
                <a:gd name="connsiteX66" fmla="*/ 505212 w 539935"/>
                <a:gd name="connsiteY66" fmla="*/ 48219 h 440590"/>
                <a:gd name="connsiteX67" fmla="*/ 532895 w 539935"/>
                <a:gd name="connsiteY67" fmla="*/ 22980 h 440590"/>
                <a:gd name="connsiteX68" fmla="*/ 539205 w 539935"/>
                <a:gd name="connsiteY68" fmla="*/ 14021 h 440590"/>
                <a:gd name="connsiteX69" fmla="*/ 539935 w 539935"/>
                <a:gd name="connsiteY69" fmla="*/ 6713 h 440590"/>
                <a:gd name="connsiteX70" fmla="*/ 538143 w 539935"/>
                <a:gd name="connsiteY70" fmla="*/ 1145 h 440590"/>
                <a:gd name="connsiteX71" fmla="*/ 530758 w 539935"/>
                <a:gd name="connsiteY71" fmla="*/ 710 h 440590"/>
                <a:gd name="connsiteX72" fmla="*/ 522964 w 539935"/>
                <a:gd name="connsiteY72" fmla="*/ 4140 h 440590"/>
                <a:gd name="connsiteX73" fmla="*/ 515873 w 539935"/>
                <a:gd name="connsiteY73" fmla="*/ 8837 h 440590"/>
                <a:gd name="connsiteX74" fmla="*/ 480370 w 539935"/>
                <a:gd name="connsiteY74" fmla="*/ 37724 h 440590"/>
                <a:gd name="connsiteX75" fmla="*/ 464576 w 539935"/>
                <a:gd name="connsiteY75" fmla="*/ 53799 h 440590"/>
                <a:gd name="connsiteX76" fmla="*/ 442025 w 539935"/>
                <a:gd name="connsiteY76" fmla="*/ 78743 h 440590"/>
                <a:gd name="connsiteX77" fmla="*/ 431108 w 539935"/>
                <a:gd name="connsiteY77" fmla="*/ 91555 h 440590"/>
                <a:gd name="connsiteX78" fmla="*/ 420408 w 539935"/>
                <a:gd name="connsiteY78" fmla="*/ 104520 h 440590"/>
                <a:gd name="connsiteX79" fmla="*/ 399816 w 539935"/>
                <a:gd name="connsiteY79" fmla="*/ 130513 h 440590"/>
                <a:gd name="connsiteX80" fmla="*/ 353664 w 539935"/>
                <a:gd name="connsiteY80" fmla="*/ 191665 h 440590"/>
                <a:gd name="connsiteX81" fmla="*/ 328591 w 539935"/>
                <a:gd name="connsiteY81" fmla="*/ 227514 h 440590"/>
                <a:gd name="connsiteX82" fmla="*/ 316855 w 539935"/>
                <a:gd name="connsiteY82" fmla="*/ 242847 h 440590"/>
                <a:gd name="connsiteX83" fmla="*/ 309419 w 539935"/>
                <a:gd name="connsiteY83" fmla="*/ 244690 h 440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539935" h="440590">
                  <a:moveTo>
                    <a:pt x="309419" y="244651"/>
                  </a:moveTo>
                  <a:cubicBezTo>
                    <a:pt x="309419" y="244651"/>
                    <a:pt x="302073" y="238559"/>
                    <a:pt x="297504" y="234413"/>
                  </a:cubicBezTo>
                  <a:cubicBezTo>
                    <a:pt x="291168" y="228922"/>
                    <a:pt x="285012" y="223918"/>
                    <a:pt x="278101" y="219643"/>
                  </a:cubicBezTo>
                  <a:cubicBezTo>
                    <a:pt x="270230" y="214805"/>
                    <a:pt x="261821" y="210774"/>
                    <a:pt x="252952" y="208060"/>
                  </a:cubicBezTo>
                  <a:cubicBezTo>
                    <a:pt x="244095" y="205334"/>
                    <a:pt x="234816" y="203977"/>
                    <a:pt x="225627" y="204182"/>
                  </a:cubicBezTo>
                  <a:cubicBezTo>
                    <a:pt x="216271" y="204425"/>
                    <a:pt x="207030" y="206051"/>
                    <a:pt x="198353" y="208969"/>
                  </a:cubicBezTo>
                  <a:lnTo>
                    <a:pt x="196715" y="209455"/>
                  </a:lnTo>
                  <a:lnTo>
                    <a:pt x="195115" y="210070"/>
                  </a:lnTo>
                  <a:lnTo>
                    <a:pt x="191915" y="211285"/>
                  </a:lnTo>
                  <a:lnTo>
                    <a:pt x="188728" y="212489"/>
                  </a:lnTo>
                  <a:cubicBezTo>
                    <a:pt x="187679" y="212924"/>
                    <a:pt x="186668" y="213423"/>
                    <a:pt x="185631" y="213896"/>
                  </a:cubicBezTo>
                  <a:cubicBezTo>
                    <a:pt x="183583" y="214856"/>
                    <a:pt x="181497" y="215752"/>
                    <a:pt x="179475" y="216750"/>
                  </a:cubicBezTo>
                  <a:lnTo>
                    <a:pt x="173511" y="219937"/>
                  </a:lnTo>
                  <a:cubicBezTo>
                    <a:pt x="171514" y="220923"/>
                    <a:pt x="169620" y="222100"/>
                    <a:pt x="167713" y="223239"/>
                  </a:cubicBezTo>
                  <a:lnTo>
                    <a:pt x="161966" y="226605"/>
                  </a:lnTo>
                  <a:lnTo>
                    <a:pt x="156386" y="230189"/>
                  </a:lnTo>
                  <a:cubicBezTo>
                    <a:pt x="154518" y="231366"/>
                    <a:pt x="152636" y="232531"/>
                    <a:pt x="150844" y="233811"/>
                  </a:cubicBezTo>
                  <a:cubicBezTo>
                    <a:pt x="147210" y="236320"/>
                    <a:pt x="143524" y="238751"/>
                    <a:pt x="140017" y="241439"/>
                  </a:cubicBezTo>
                  <a:lnTo>
                    <a:pt x="134705" y="245394"/>
                  </a:lnTo>
                  <a:lnTo>
                    <a:pt x="129548" y="249553"/>
                  </a:lnTo>
                  <a:cubicBezTo>
                    <a:pt x="115840" y="260714"/>
                    <a:pt x="104104" y="273973"/>
                    <a:pt x="92700" y="287271"/>
                  </a:cubicBezTo>
                  <a:cubicBezTo>
                    <a:pt x="81118" y="300748"/>
                    <a:pt x="70060" y="314660"/>
                    <a:pt x="59757" y="329097"/>
                  </a:cubicBezTo>
                  <a:cubicBezTo>
                    <a:pt x="49556" y="343495"/>
                    <a:pt x="40021" y="358329"/>
                    <a:pt x="31280" y="373623"/>
                  </a:cubicBezTo>
                  <a:cubicBezTo>
                    <a:pt x="22551" y="388917"/>
                    <a:pt x="14181" y="404365"/>
                    <a:pt x="7334" y="420543"/>
                  </a:cubicBezTo>
                  <a:lnTo>
                    <a:pt x="2496" y="432151"/>
                  </a:lnTo>
                  <a:lnTo>
                    <a:pt x="1178" y="435363"/>
                  </a:lnTo>
                  <a:cubicBezTo>
                    <a:pt x="858" y="436157"/>
                    <a:pt x="-13" y="437437"/>
                    <a:pt x="0" y="438256"/>
                  </a:cubicBezTo>
                  <a:cubicBezTo>
                    <a:pt x="0" y="438768"/>
                    <a:pt x="538" y="439369"/>
                    <a:pt x="1267" y="439932"/>
                  </a:cubicBezTo>
                  <a:cubicBezTo>
                    <a:pt x="2688" y="441072"/>
                    <a:pt x="4774" y="440688"/>
                    <a:pt x="5529" y="439126"/>
                  </a:cubicBezTo>
                  <a:cubicBezTo>
                    <a:pt x="12312" y="425112"/>
                    <a:pt x="19595" y="411084"/>
                    <a:pt x="27364" y="397415"/>
                  </a:cubicBezTo>
                  <a:cubicBezTo>
                    <a:pt x="35171" y="383759"/>
                    <a:pt x="43554" y="370398"/>
                    <a:pt x="52922" y="357778"/>
                  </a:cubicBezTo>
                  <a:cubicBezTo>
                    <a:pt x="57696" y="351315"/>
                    <a:pt x="62662" y="345069"/>
                    <a:pt x="67449" y="338644"/>
                  </a:cubicBezTo>
                  <a:cubicBezTo>
                    <a:pt x="72235" y="332181"/>
                    <a:pt x="77176" y="325846"/>
                    <a:pt x="82193" y="319574"/>
                  </a:cubicBezTo>
                  <a:cubicBezTo>
                    <a:pt x="92252" y="307070"/>
                    <a:pt x="102862" y="295052"/>
                    <a:pt x="114074" y="283764"/>
                  </a:cubicBezTo>
                  <a:cubicBezTo>
                    <a:pt x="125375" y="272412"/>
                    <a:pt x="137355" y="261814"/>
                    <a:pt x="150089" y="252535"/>
                  </a:cubicBezTo>
                  <a:cubicBezTo>
                    <a:pt x="153238" y="250104"/>
                    <a:pt x="156591" y="248030"/>
                    <a:pt x="159842" y="245803"/>
                  </a:cubicBezTo>
                  <a:cubicBezTo>
                    <a:pt x="163118" y="243615"/>
                    <a:pt x="166535" y="241708"/>
                    <a:pt x="169876" y="239660"/>
                  </a:cubicBezTo>
                  <a:cubicBezTo>
                    <a:pt x="171527" y="238751"/>
                    <a:pt x="173408" y="237817"/>
                    <a:pt x="175392" y="236793"/>
                  </a:cubicBezTo>
                  <a:cubicBezTo>
                    <a:pt x="176390" y="236281"/>
                    <a:pt x="177414" y="235756"/>
                    <a:pt x="178477" y="235206"/>
                  </a:cubicBezTo>
                  <a:cubicBezTo>
                    <a:pt x="179552" y="234745"/>
                    <a:pt x="180665" y="234259"/>
                    <a:pt x="181779" y="233785"/>
                  </a:cubicBezTo>
                  <a:cubicBezTo>
                    <a:pt x="186233" y="231750"/>
                    <a:pt x="191070" y="230035"/>
                    <a:pt x="195665" y="228525"/>
                  </a:cubicBezTo>
                  <a:cubicBezTo>
                    <a:pt x="197393" y="228013"/>
                    <a:pt x="199095" y="227514"/>
                    <a:pt x="200785" y="227028"/>
                  </a:cubicBezTo>
                  <a:cubicBezTo>
                    <a:pt x="202461" y="226529"/>
                    <a:pt x="204151" y="226285"/>
                    <a:pt x="205802" y="225889"/>
                  </a:cubicBezTo>
                  <a:cubicBezTo>
                    <a:pt x="206621" y="225709"/>
                    <a:pt x="207453" y="225517"/>
                    <a:pt x="208259" y="225338"/>
                  </a:cubicBezTo>
                  <a:cubicBezTo>
                    <a:pt x="209078" y="225198"/>
                    <a:pt x="209897" y="225108"/>
                    <a:pt x="210703" y="224993"/>
                  </a:cubicBezTo>
                  <a:cubicBezTo>
                    <a:pt x="212329" y="224788"/>
                    <a:pt x="213929" y="224468"/>
                    <a:pt x="215516" y="224340"/>
                  </a:cubicBezTo>
                  <a:cubicBezTo>
                    <a:pt x="221889" y="223726"/>
                    <a:pt x="228020" y="223956"/>
                    <a:pt x="234048" y="224814"/>
                  </a:cubicBezTo>
                  <a:cubicBezTo>
                    <a:pt x="240089" y="225671"/>
                    <a:pt x="245976" y="227412"/>
                    <a:pt x="251800" y="229984"/>
                  </a:cubicBezTo>
                  <a:cubicBezTo>
                    <a:pt x="257610" y="232557"/>
                    <a:pt x="263344" y="235974"/>
                    <a:pt x="268937" y="240351"/>
                  </a:cubicBezTo>
                  <a:cubicBezTo>
                    <a:pt x="274824" y="244920"/>
                    <a:pt x="280238" y="250296"/>
                    <a:pt x="285242" y="256068"/>
                  </a:cubicBezTo>
                  <a:cubicBezTo>
                    <a:pt x="285870" y="256759"/>
                    <a:pt x="286510" y="257565"/>
                    <a:pt x="287149" y="258346"/>
                  </a:cubicBezTo>
                  <a:lnTo>
                    <a:pt x="288109" y="259511"/>
                  </a:lnTo>
                  <a:lnTo>
                    <a:pt x="288353" y="259805"/>
                  </a:lnTo>
                  <a:lnTo>
                    <a:pt x="288468" y="259946"/>
                  </a:lnTo>
                  <a:lnTo>
                    <a:pt x="288698" y="260240"/>
                  </a:lnTo>
                  <a:lnTo>
                    <a:pt x="289671" y="261533"/>
                  </a:lnTo>
                  <a:lnTo>
                    <a:pt x="293702" y="266729"/>
                  </a:lnTo>
                  <a:lnTo>
                    <a:pt x="296556" y="270313"/>
                  </a:lnTo>
                  <a:cubicBezTo>
                    <a:pt x="297875" y="271951"/>
                    <a:pt x="312708" y="288295"/>
                    <a:pt x="324329" y="276008"/>
                  </a:cubicBezTo>
                  <a:cubicBezTo>
                    <a:pt x="328425" y="271720"/>
                    <a:pt x="332956" y="265244"/>
                    <a:pt x="337307" y="258781"/>
                  </a:cubicBezTo>
                  <a:lnTo>
                    <a:pt x="344231" y="248645"/>
                  </a:lnTo>
                  <a:lnTo>
                    <a:pt x="350823" y="239135"/>
                  </a:lnTo>
                  <a:cubicBezTo>
                    <a:pt x="365285" y="218478"/>
                    <a:pt x="379811" y="197873"/>
                    <a:pt x="394786" y="177587"/>
                  </a:cubicBezTo>
                  <a:cubicBezTo>
                    <a:pt x="408263" y="159259"/>
                    <a:pt x="422136" y="141239"/>
                    <a:pt x="436509" y="123641"/>
                  </a:cubicBezTo>
                  <a:cubicBezTo>
                    <a:pt x="450920" y="105991"/>
                    <a:pt x="465767" y="88700"/>
                    <a:pt x="481381" y="72190"/>
                  </a:cubicBezTo>
                  <a:cubicBezTo>
                    <a:pt x="485246" y="68082"/>
                    <a:pt x="489137" y="63999"/>
                    <a:pt x="493143" y="60032"/>
                  </a:cubicBezTo>
                  <a:cubicBezTo>
                    <a:pt x="497072" y="55987"/>
                    <a:pt x="501155" y="52109"/>
                    <a:pt x="505212" y="48219"/>
                  </a:cubicBezTo>
                  <a:cubicBezTo>
                    <a:pt x="514312" y="39695"/>
                    <a:pt x="523988" y="31644"/>
                    <a:pt x="532895" y="22980"/>
                  </a:cubicBezTo>
                  <a:cubicBezTo>
                    <a:pt x="535340" y="20458"/>
                    <a:pt x="538629" y="17745"/>
                    <a:pt x="539205" y="14021"/>
                  </a:cubicBezTo>
                  <a:cubicBezTo>
                    <a:pt x="539563" y="11640"/>
                    <a:pt x="539960" y="9196"/>
                    <a:pt x="539935" y="6713"/>
                  </a:cubicBezTo>
                  <a:cubicBezTo>
                    <a:pt x="539909" y="4793"/>
                    <a:pt x="539653" y="2502"/>
                    <a:pt x="538143" y="1145"/>
                  </a:cubicBezTo>
                  <a:cubicBezTo>
                    <a:pt x="536185" y="-621"/>
                    <a:pt x="533075" y="6"/>
                    <a:pt x="530758" y="710"/>
                  </a:cubicBezTo>
                  <a:cubicBezTo>
                    <a:pt x="528083" y="1542"/>
                    <a:pt x="525408" y="2681"/>
                    <a:pt x="522964" y="4140"/>
                  </a:cubicBezTo>
                  <a:cubicBezTo>
                    <a:pt x="520519" y="5599"/>
                    <a:pt x="518164" y="7225"/>
                    <a:pt x="515873" y="8837"/>
                  </a:cubicBezTo>
                  <a:cubicBezTo>
                    <a:pt x="503407" y="17835"/>
                    <a:pt x="491454" y="27357"/>
                    <a:pt x="480370" y="37724"/>
                  </a:cubicBezTo>
                  <a:cubicBezTo>
                    <a:pt x="474931" y="42933"/>
                    <a:pt x="469670" y="48308"/>
                    <a:pt x="464576" y="53799"/>
                  </a:cubicBezTo>
                  <a:cubicBezTo>
                    <a:pt x="456846" y="61977"/>
                    <a:pt x="449397" y="70334"/>
                    <a:pt x="442025" y="78743"/>
                  </a:cubicBezTo>
                  <a:lnTo>
                    <a:pt x="431108" y="91555"/>
                  </a:lnTo>
                  <a:cubicBezTo>
                    <a:pt x="427550" y="95880"/>
                    <a:pt x="423928" y="100155"/>
                    <a:pt x="420408" y="104520"/>
                  </a:cubicBezTo>
                  <a:cubicBezTo>
                    <a:pt x="413420" y="113107"/>
                    <a:pt x="406535" y="121746"/>
                    <a:pt x="399816" y="130513"/>
                  </a:cubicBezTo>
                  <a:cubicBezTo>
                    <a:pt x="384188" y="150761"/>
                    <a:pt x="368574" y="170957"/>
                    <a:pt x="353664" y="191665"/>
                  </a:cubicBezTo>
                  <a:cubicBezTo>
                    <a:pt x="345140" y="203504"/>
                    <a:pt x="336782" y="215445"/>
                    <a:pt x="328591" y="227514"/>
                  </a:cubicBezTo>
                  <a:lnTo>
                    <a:pt x="316855" y="242847"/>
                  </a:lnTo>
                  <a:cubicBezTo>
                    <a:pt x="315524" y="244357"/>
                    <a:pt x="312811" y="247250"/>
                    <a:pt x="309419" y="244690"/>
                  </a:cubicBezTo>
                </a:path>
              </a:pathLst>
            </a:custGeom>
            <a:grpFill/>
            <a:ln w="1278" cap="flat">
              <a:noFill/>
              <a:prstDash val="solid"/>
              <a:miter/>
            </a:ln>
          </p:spPr>
          <p:txBody>
            <a:bodyPr rtlCol="0" anchor="ctr"/>
            <a:lstStyle/>
            <a:p>
              <a:endParaRPr lang="ja-JP" altLang="en-US"/>
            </a:p>
          </p:txBody>
        </p:sp>
        <p:sp>
          <p:nvSpPr>
            <p:cNvPr id="9" name="フリーフォーム: 図形 8">
              <a:extLst>
                <a:ext uri="{FF2B5EF4-FFF2-40B4-BE49-F238E27FC236}">
                  <a16:creationId xmlns:a16="http://schemas.microsoft.com/office/drawing/2014/main" id="{540C8063-9C79-F883-FC13-0551034826A4}"/>
                </a:ext>
              </a:extLst>
            </p:cNvPr>
            <p:cNvSpPr/>
            <p:nvPr/>
          </p:nvSpPr>
          <p:spPr>
            <a:xfrm>
              <a:off x="3200302" y="3731735"/>
              <a:ext cx="336319" cy="210756"/>
            </a:xfrm>
            <a:custGeom>
              <a:avLst/>
              <a:gdLst>
                <a:gd name="connsiteX0" fmla="*/ 334525 w 336319"/>
                <a:gd name="connsiteY0" fmla="*/ 14328 h 210756"/>
                <a:gd name="connsiteX1" fmla="*/ 312805 w 336319"/>
                <a:gd name="connsiteY1" fmla="*/ 57203 h 210756"/>
                <a:gd name="connsiteX2" fmla="*/ 311602 w 336319"/>
                <a:gd name="connsiteY2" fmla="*/ 59840 h 210756"/>
                <a:gd name="connsiteX3" fmla="*/ 310591 w 336319"/>
                <a:gd name="connsiteY3" fmla="*/ 62156 h 210756"/>
                <a:gd name="connsiteX4" fmla="*/ 309273 w 336319"/>
                <a:gd name="connsiteY4" fmla="*/ 65292 h 210756"/>
                <a:gd name="connsiteX5" fmla="*/ 306726 w 336319"/>
                <a:gd name="connsiteY5" fmla="*/ 71602 h 210756"/>
                <a:gd name="connsiteX6" fmla="*/ 302029 w 336319"/>
                <a:gd name="connsiteY6" fmla="*/ 84349 h 210756"/>
                <a:gd name="connsiteX7" fmla="*/ 295041 w 336319"/>
                <a:gd name="connsiteY7" fmla="*/ 106606 h 210756"/>
                <a:gd name="connsiteX8" fmla="*/ 289512 w 336319"/>
                <a:gd name="connsiteY8" fmla="*/ 129285 h 210756"/>
                <a:gd name="connsiteX9" fmla="*/ 285980 w 336319"/>
                <a:gd name="connsiteY9" fmla="*/ 151798 h 210756"/>
                <a:gd name="connsiteX10" fmla="*/ 285365 w 336319"/>
                <a:gd name="connsiteY10" fmla="*/ 159221 h 210756"/>
                <a:gd name="connsiteX11" fmla="*/ 284917 w 336319"/>
                <a:gd name="connsiteY11" fmla="*/ 166554 h 210756"/>
                <a:gd name="connsiteX12" fmla="*/ 285327 w 336319"/>
                <a:gd name="connsiteY12" fmla="*/ 194763 h 210756"/>
                <a:gd name="connsiteX13" fmla="*/ 285992 w 336319"/>
                <a:gd name="connsiteY13" fmla="*/ 199639 h 210756"/>
                <a:gd name="connsiteX14" fmla="*/ 286005 w 336319"/>
                <a:gd name="connsiteY14" fmla="*/ 202160 h 210756"/>
                <a:gd name="connsiteX15" fmla="*/ 285826 w 336319"/>
                <a:gd name="connsiteY15" fmla="*/ 204669 h 210756"/>
                <a:gd name="connsiteX16" fmla="*/ 282780 w 336319"/>
                <a:gd name="connsiteY16" fmla="*/ 209596 h 210756"/>
                <a:gd name="connsiteX17" fmla="*/ 277225 w 336319"/>
                <a:gd name="connsiteY17" fmla="*/ 210735 h 210756"/>
                <a:gd name="connsiteX18" fmla="*/ 270800 w 336319"/>
                <a:gd name="connsiteY18" fmla="*/ 209468 h 210756"/>
                <a:gd name="connsiteX19" fmla="*/ 265028 w 336319"/>
                <a:gd name="connsiteY19" fmla="*/ 202698 h 210756"/>
                <a:gd name="connsiteX20" fmla="*/ 260114 w 336319"/>
                <a:gd name="connsiteY20" fmla="*/ 173389 h 210756"/>
                <a:gd name="connsiteX21" fmla="*/ 261521 w 336319"/>
                <a:gd name="connsiteY21" fmla="*/ 147075 h 210756"/>
                <a:gd name="connsiteX22" fmla="*/ 272554 w 336319"/>
                <a:gd name="connsiteY22" fmla="*/ 96034 h 210756"/>
                <a:gd name="connsiteX23" fmla="*/ 280681 w 336319"/>
                <a:gd name="connsiteY23" fmla="*/ 71512 h 210756"/>
                <a:gd name="connsiteX24" fmla="*/ 285224 w 336319"/>
                <a:gd name="connsiteY24" fmla="*/ 59456 h 210756"/>
                <a:gd name="connsiteX25" fmla="*/ 287605 w 336319"/>
                <a:gd name="connsiteY25" fmla="*/ 53479 h 210756"/>
                <a:gd name="connsiteX26" fmla="*/ 288207 w 336319"/>
                <a:gd name="connsiteY26" fmla="*/ 51981 h 210756"/>
                <a:gd name="connsiteX27" fmla="*/ 288360 w 336319"/>
                <a:gd name="connsiteY27" fmla="*/ 51610 h 210756"/>
                <a:gd name="connsiteX28" fmla="*/ 288360 w 336319"/>
                <a:gd name="connsiteY28" fmla="*/ 51546 h 210756"/>
                <a:gd name="connsiteX29" fmla="*/ 288360 w 336319"/>
                <a:gd name="connsiteY29" fmla="*/ 51495 h 210756"/>
                <a:gd name="connsiteX30" fmla="*/ 288360 w 336319"/>
                <a:gd name="connsiteY30" fmla="*/ 51226 h 210756"/>
                <a:gd name="connsiteX31" fmla="*/ 287349 w 336319"/>
                <a:gd name="connsiteY31" fmla="*/ 50701 h 210756"/>
                <a:gd name="connsiteX32" fmla="*/ 287157 w 336319"/>
                <a:gd name="connsiteY32" fmla="*/ 50881 h 210756"/>
                <a:gd name="connsiteX33" fmla="*/ 287042 w 336319"/>
                <a:gd name="connsiteY33" fmla="*/ 51009 h 210756"/>
                <a:gd name="connsiteX34" fmla="*/ 286466 w 336319"/>
                <a:gd name="connsiteY34" fmla="*/ 51341 h 210756"/>
                <a:gd name="connsiteX35" fmla="*/ 285608 w 336319"/>
                <a:gd name="connsiteY35" fmla="*/ 51815 h 210756"/>
                <a:gd name="connsiteX36" fmla="*/ 284713 w 336319"/>
                <a:gd name="connsiteY36" fmla="*/ 52263 h 210756"/>
                <a:gd name="connsiteX37" fmla="*/ 284239 w 336319"/>
                <a:gd name="connsiteY37" fmla="*/ 52480 h 210756"/>
                <a:gd name="connsiteX38" fmla="*/ 280809 w 336319"/>
                <a:gd name="connsiteY38" fmla="*/ 54298 h 210756"/>
                <a:gd name="connsiteX39" fmla="*/ 264747 w 336319"/>
                <a:gd name="connsiteY39" fmla="*/ 62719 h 210756"/>
                <a:gd name="connsiteX40" fmla="*/ 204453 w 336319"/>
                <a:gd name="connsiteY40" fmla="*/ 93065 h 210756"/>
                <a:gd name="connsiteX41" fmla="*/ 183450 w 336319"/>
                <a:gd name="connsiteY41" fmla="*/ 101973 h 210756"/>
                <a:gd name="connsiteX42" fmla="*/ 166722 w 336319"/>
                <a:gd name="connsiteY42" fmla="*/ 109229 h 210756"/>
                <a:gd name="connsiteX43" fmla="*/ 133599 w 336319"/>
                <a:gd name="connsiteY43" fmla="*/ 123781 h 210756"/>
                <a:gd name="connsiteX44" fmla="*/ 100720 w 336319"/>
                <a:gd name="connsiteY44" fmla="*/ 138193 h 210756"/>
                <a:gd name="connsiteX45" fmla="*/ 84235 w 336319"/>
                <a:gd name="connsiteY45" fmla="*/ 145258 h 210756"/>
                <a:gd name="connsiteX46" fmla="*/ 67559 w 336319"/>
                <a:gd name="connsiteY46" fmla="*/ 151567 h 210756"/>
                <a:gd name="connsiteX47" fmla="*/ 3310 w 336319"/>
                <a:gd name="connsiteY47" fmla="*/ 178982 h 210756"/>
                <a:gd name="connsiteX48" fmla="*/ 161 w 336319"/>
                <a:gd name="connsiteY48" fmla="*/ 176499 h 210756"/>
                <a:gd name="connsiteX49" fmla="*/ 149 w 336319"/>
                <a:gd name="connsiteY49" fmla="*/ 174490 h 210756"/>
                <a:gd name="connsiteX50" fmla="*/ 2209 w 336319"/>
                <a:gd name="connsiteY50" fmla="*/ 173414 h 210756"/>
                <a:gd name="connsiteX51" fmla="*/ 4474 w 336319"/>
                <a:gd name="connsiteY51" fmla="*/ 172199 h 210756"/>
                <a:gd name="connsiteX52" fmla="*/ 12563 w 336319"/>
                <a:gd name="connsiteY52" fmla="*/ 167693 h 210756"/>
                <a:gd name="connsiteX53" fmla="*/ 46863 w 336319"/>
                <a:gd name="connsiteY53" fmla="*/ 150147 h 210756"/>
                <a:gd name="connsiteX54" fmla="*/ 81573 w 336319"/>
                <a:gd name="connsiteY54" fmla="*/ 133496 h 210756"/>
                <a:gd name="connsiteX55" fmla="*/ 116577 w 336319"/>
                <a:gd name="connsiteY55" fmla="*/ 117037 h 210756"/>
                <a:gd name="connsiteX56" fmla="*/ 150724 w 336319"/>
                <a:gd name="connsiteY56" fmla="*/ 99963 h 210756"/>
                <a:gd name="connsiteX57" fmla="*/ 168232 w 336319"/>
                <a:gd name="connsiteY57" fmla="*/ 92310 h 210756"/>
                <a:gd name="connsiteX58" fmla="*/ 185370 w 336319"/>
                <a:gd name="connsiteY58" fmla="*/ 83875 h 210756"/>
                <a:gd name="connsiteX59" fmla="*/ 218685 w 336319"/>
                <a:gd name="connsiteY59" fmla="*/ 64281 h 210756"/>
                <a:gd name="connsiteX60" fmla="*/ 234977 w 336319"/>
                <a:gd name="connsiteY60" fmla="*/ 54695 h 210756"/>
                <a:gd name="connsiteX61" fmla="*/ 251167 w 336319"/>
                <a:gd name="connsiteY61" fmla="*/ 44981 h 210756"/>
                <a:gd name="connsiteX62" fmla="*/ 265131 w 336319"/>
                <a:gd name="connsiteY62" fmla="*/ 36047 h 210756"/>
                <a:gd name="connsiteX63" fmla="*/ 272144 w 336319"/>
                <a:gd name="connsiteY63" fmla="*/ 31964 h 210756"/>
                <a:gd name="connsiteX64" fmla="*/ 282498 w 336319"/>
                <a:gd name="connsiteY64" fmla="*/ 25616 h 210756"/>
                <a:gd name="connsiteX65" fmla="*/ 299482 w 336319"/>
                <a:gd name="connsiteY65" fmla="*/ 15198 h 210756"/>
                <a:gd name="connsiteX66" fmla="*/ 317003 w 336319"/>
                <a:gd name="connsiteY66" fmla="*/ 4307 h 210756"/>
                <a:gd name="connsiteX67" fmla="*/ 332938 w 336319"/>
                <a:gd name="connsiteY67" fmla="*/ 1286 h 210756"/>
                <a:gd name="connsiteX68" fmla="*/ 334486 w 336319"/>
                <a:gd name="connsiteY68" fmla="*/ 14315 h 210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336319" h="210756">
                  <a:moveTo>
                    <a:pt x="334525" y="14328"/>
                  </a:moveTo>
                  <a:cubicBezTo>
                    <a:pt x="325950" y="29507"/>
                    <a:pt x="319102" y="43138"/>
                    <a:pt x="312805" y="57203"/>
                  </a:cubicBezTo>
                  <a:lnTo>
                    <a:pt x="311602" y="59840"/>
                  </a:lnTo>
                  <a:lnTo>
                    <a:pt x="310591" y="62156"/>
                  </a:lnTo>
                  <a:lnTo>
                    <a:pt x="309273" y="65292"/>
                  </a:lnTo>
                  <a:cubicBezTo>
                    <a:pt x="308377" y="67378"/>
                    <a:pt x="307571" y="69490"/>
                    <a:pt x="306726" y="71602"/>
                  </a:cubicBezTo>
                  <a:cubicBezTo>
                    <a:pt x="305050" y="75812"/>
                    <a:pt x="303488" y="80061"/>
                    <a:pt x="302029" y="84349"/>
                  </a:cubicBezTo>
                  <a:cubicBezTo>
                    <a:pt x="299469" y="91721"/>
                    <a:pt x="297191" y="99170"/>
                    <a:pt x="295041" y="106606"/>
                  </a:cubicBezTo>
                  <a:cubicBezTo>
                    <a:pt x="292916" y="114144"/>
                    <a:pt x="291086" y="121721"/>
                    <a:pt x="289512" y="129285"/>
                  </a:cubicBezTo>
                  <a:cubicBezTo>
                    <a:pt x="288040" y="136810"/>
                    <a:pt x="286671" y="144336"/>
                    <a:pt x="285980" y="151798"/>
                  </a:cubicBezTo>
                  <a:cubicBezTo>
                    <a:pt x="285660" y="154293"/>
                    <a:pt x="285557" y="156763"/>
                    <a:pt x="285365" y="159221"/>
                  </a:cubicBezTo>
                  <a:cubicBezTo>
                    <a:pt x="285135" y="161691"/>
                    <a:pt x="285071" y="164123"/>
                    <a:pt x="284917" y="166554"/>
                  </a:cubicBezTo>
                  <a:cubicBezTo>
                    <a:pt x="284329" y="176294"/>
                    <a:pt x="284021" y="185842"/>
                    <a:pt x="285327" y="194763"/>
                  </a:cubicBezTo>
                  <a:cubicBezTo>
                    <a:pt x="285455" y="196426"/>
                    <a:pt x="285890" y="197975"/>
                    <a:pt x="285992" y="199639"/>
                  </a:cubicBezTo>
                  <a:cubicBezTo>
                    <a:pt x="286056" y="200458"/>
                    <a:pt x="286069" y="201303"/>
                    <a:pt x="286005" y="202160"/>
                  </a:cubicBezTo>
                  <a:cubicBezTo>
                    <a:pt x="286005" y="202979"/>
                    <a:pt x="285980" y="203798"/>
                    <a:pt x="285826" y="204669"/>
                  </a:cubicBezTo>
                  <a:cubicBezTo>
                    <a:pt x="285583" y="206128"/>
                    <a:pt x="285007" y="208201"/>
                    <a:pt x="282780" y="209596"/>
                  </a:cubicBezTo>
                  <a:cubicBezTo>
                    <a:pt x="281065" y="210671"/>
                    <a:pt x="278966" y="210825"/>
                    <a:pt x="277225" y="210735"/>
                  </a:cubicBezTo>
                  <a:cubicBezTo>
                    <a:pt x="274998" y="210620"/>
                    <a:pt x="272899" y="210082"/>
                    <a:pt x="270800" y="209468"/>
                  </a:cubicBezTo>
                  <a:cubicBezTo>
                    <a:pt x="267396" y="208521"/>
                    <a:pt x="266206" y="205257"/>
                    <a:pt x="265028" y="202698"/>
                  </a:cubicBezTo>
                  <a:cubicBezTo>
                    <a:pt x="260984" y="193431"/>
                    <a:pt x="260318" y="183141"/>
                    <a:pt x="260114" y="173389"/>
                  </a:cubicBezTo>
                  <a:cubicBezTo>
                    <a:pt x="259870" y="164519"/>
                    <a:pt x="260498" y="155752"/>
                    <a:pt x="261521" y="147075"/>
                  </a:cubicBezTo>
                  <a:cubicBezTo>
                    <a:pt x="263582" y="129605"/>
                    <a:pt x="267626" y="112621"/>
                    <a:pt x="272554" y="96034"/>
                  </a:cubicBezTo>
                  <a:cubicBezTo>
                    <a:pt x="275011" y="87766"/>
                    <a:pt x="277789" y="79614"/>
                    <a:pt x="280681" y="71512"/>
                  </a:cubicBezTo>
                  <a:cubicBezTo>
                    <a:pt x="282153" y="67480"/>
                    <a:pt x="283650" y="63449"/>
                    <a:pt x="285224" y="59456"/>
                  </a:cubicBezTo>
                  <a:lnTo>
                    <a:pt x="287605" y="53479"/>
                  </a:lnTo>
                  <a:lnTo>
                    <a:pt x="288207" y="51981"/>
                  </a:lnTo>
                  <a:lnTo>
                    <a:pt x="288360" y="51610"/>
                  </a:lnTo>
                  <a:cubicBezTo>
                    <a:pt x="288399" y="51508"/>
                    <a:pt x="288360" y="51572"/>
                    <a:pt x="288360" y="51546"/>
                  </a:cubicBezTo>
                  <a:cubicBezTo>
                    <a:pt x="288360" y="51546"/>
                    <a:pt x="288360" y="51533"/>
                    <a:pt x="288360" y="51495"/>
                  </a:cubicBezTo>
                  <a:lnTo>
                    <a:pt x="288360" y="51226"/>
                  </a:lnTo>
                  <a:cubicBezTo>
                    <a:pt x="288360" y="49959"/>
                    <a:pt x="287720" y="50356"/>
                    <a:pt x="287349" y="50701"/>
                  </a:cubicBezTo>
                  <a:lnTo>
                    <a:pt x="287157" y="50881"/>
                  </a:lnTo>
                  <a:cubicBezTo>
                    <a:pt x="287093" y="50945"/>
                    <a:pt x="287055" y="50996"/>
                    <a:pt x="287042" y="51009"/>
                  </a:cubicBezTo>
                  <a:cubicBezTo>
                    <a:pt x="287170" y="50945"/>
                    <a:pt x="286722" y="51201"/>
                    <a:pt x="286466" y="51341"/>
                  </a:cubicBezTo>
                  <a:lnTo>
                    <a:pt x="285608" y="51815"/>
                  </a:lnTo>
                  <a:lnTo>
                    <a:pt x="284713" y="52263"/>
                  </a:lnTo>
                  <a:lnTo>
                    <a:pt x="284239" y="52480"/>
                  </a:lnTo>
                  <a:lnTo>
                    <a:pt x="280809" y="54298"/>
                  </a:lnTo>
                  <a:cubicBezTo>
                    <a:pt x="275472" y="57139"/>
                    <a:pt x="270122" y="59955"/>
                    <a:pt x="264747" y="62719"/>
                  </a:cubicBezTo>
                  <a:cubicBezTo>
                    <a:pt x="243207" y="73701"/>
                    <a:pt x="226377" y="83031"/>
                    <a:pt x="204453" y="93065"/>
                  </a:cubicBezTo>
                  <a:cubicBezTo>
                    <a:pt x="197119" y="96392"/>
                    <a:pt x="188915" y="99592"/>
                    <a:pt x="183450" y="101973"/>
                  </a:cubicBezTo>
                  <a:lnTo>
                    <a:pt x="166722" y="109229"/>
                  </a:lnTo>
                  <a:lnTo>
                    <a:pt x="133599" y="123781"/>
                  </a:lnTo>
                  <a:cubicBezTo>
                    <a:pt x="122669" y="128645"/>
                    <a:pt x="111688" y="133419"/>
                    <a:pt x="100720" y="138193"/>
                  </a:cubicBezTo>
                  <a:cubicBezTo>
                    <a:pt x="95242" y="140599"/>
                    <a:pt x="89726" y="142903"/>
                    <a:pt x="84235" y="145258"/>
                  </a:cubicBezTo>
                  <a:cubicBezTo>
                    <a:pt x="78757" y="147587"/>
                    <a:pt x="73152" y="149545"/>
                    <a:pt x="67559" y="151567"/>
                  </a:cubicBezTo>
                  <a:cubicBezTo>
                    <a:pt x="45673" y="159592"/>
                    <a:pt x="24811" y="169869"/>
                    <a:pt x="3310" y="178982"/>
                  </a:cubicBezTo>
                  <a:cubicBezTo>
                    <a:pt x="2094" y="179494"/>
                    <a:pt x="520" y="178265"/>
                    <a:pt x="161" y="176499"/>
                  </a:cubicBezTo>
                  <a:cubicBezTo>
                    <a:pt x="-18" y="175616"/>
                    <a:pt x="-82" y="174822"/>
                    <a:pt x="149" y="174490"/>
                  </a:cubicBezTo>
                  <a:cubicBezTo>
                    <a:pt x="520" y="173952"/>
                    <a:pt x="1646" y="173709"/>
                    <a:pt x="2209" y="173414"/>
                  </a:cubicBezTo>
                  <a:lnTo>
                    <a:pt x="4474" y="172199"/>
                  </a:lnTo>
                  <a:cubicBezTo>
                    <a:pt x="7188" y="170740"/>
                    <a:pt x="9875" y="169229"/>
                    <a:pt x="12563" y="167693"/>
                  </a:cubicBezTo>
                  <a:cubicBezTo>
                    <a:pt x="23788" y="161320"/>
                    <a:pt x="35345" y="155829"/>
                    <a:pt x="46863" y="150147"/>
                  </a:cubicBezTo>
                  <a:cubicBezTo>
                    <a:pt x="58357" y="144426"/>
                    <a:pt x="69965" y="138948"/>
                    <a:pt x="81573" y="133496"/>
                  </a:cubicBezTo>
                  <a:cubicBezTo>
                    <a:pt x="93271" y="128082"/>
                    <a:pt x="104969" y="122642"/>
                    <a:pt x="116577" y="117037"/>
                  </a:cubicBezTo>
                  <a:cubicBezTo>
                    <a:pt x="127981" y="111380"/>
                    <a:pt x="139116" y="105147"/>
                    <a:pt x="150724" y="99963"/>
                  </a:cubicBezTo>
                  <a:cubicBezTo>
                    <a:pt x="156573" y="97416"/>
                    <a:pt x="162409" y="94857"/>
                    <a:pt x="168232" y="92310"/>
                  </a:cubicBezTo>
                  <a:cubicBezTo>
                    <a:pt x="174017" y="89660"/>
                    <a:pt x="179764" y="86909"/>
                    <a:pt x="185370" y="83875"/>
                  </a:cubicBezTo>
                  <a:cubicBezTo>
                    <a:pt x="196735" y="77809"/>
                    <a:pt x="207575" y="70782"/>
                    <a:pt x="218685" y="64281"/>
                  </a:cubicBezTo>
                  <a:cubicBezTo>
                    <a:pt x="224098" y="61056"/>
                    <a:pt x="229525" y="57843"/>
                    <a:pt x="234977" y="54695"/>
                  </a:cubicBezTo>
                  <a:cubicBezTo>
                    <a:pt x="240404" y="51495"/>
                    <a:pt x="245907" y="48436"/>
                    <a:pt x="251167" y="44981"/>
                  </a:cubicBezTo>
                  <a:cubicBezTo>
                    <a:pt x="255826" y="41986"/>
                    <a:pt x="260370" y="38837"/>
                    <a:pt x="265131" y="36047"/>
                  </a:cubicBezTo>
                  <a:lnTo>
                    <a:pt x="272144" y="31964"/>
                  </a:lnTo>
                  <a:lnTo>
                    <a:pt x="282498" y="25616"/>
                  </a:lnTo>
                  <a:lnTo>
                    <a:pt x="299482" y="15198"/>
                  </a:lnTo>
                  <a:cubicBezTo>
                    <a:pt x="305216" y="11679"/>
                    <a:pt x="310911" y="8249"/>
                    <a:pt x="317003" y="4307"/>
                  </a:cubicBezTo>
                  <a:cubicBezTo>
                    <a:pt x="317003" y="4307"/>
                    <a:pt x="326730" y="-2848"/>
                    <a:pt x="332938" y="1286"/>
                  </a:cubicBezTo>
                  <a:cubicBezTo>
                    <a:pt x="332938" y="1286"/>
                    <a:pt x="339375" y="5714"/>
                    <a:pt x="334486" y="14315"/>
                  </a:cubicBezTo>
                </a:path>
              </a:pathLst>
            </a:custGeom>
            <a:grpFill/>
            <a:ln w="1278" cap="flat">
              <a:noFill/>
              <a:prstDash val="solid"/>
              <a:miter/>
            </a:ln>
          </p:spPr>
          <p:txBody>
            <a:bodyPr rtlCol="0" anchor="ctr"/>
            <a:lstStyle/>
            <a:p>
              <a:endParaRPr lang="ja-JP" altLang="en-US"/>
            </a:p>
          </p:txBody>
        </p:sp>
      </p:grpSp>
      <p:pic>
        <p:nvPicPr>
          <p:cNvPr id="10" name="Picture 9">
            <a:extLst>
              <a:ext uri="{FF2B5EF4-FFF2-40B4-BE49-F238E27FC236}">
                <a16:creationId xmlns:a16="http://schemas.microsoft.com/office/drawing/2014/main" id="{FC92C906-058C-D5EE-3776-8673C4C8C483}"/>
              </a:ext>
            </a:extLst>
          </p:cNvPr>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534994" y="387924"/>
            <a:ext cx="1896690" cy="417144"/>
          </a:xfrm>
          <a:prstGeom prst="rect">
            <a:avLst/>
          </a:prstGeom>
          <a:noFill/>
          <a:ln>
            <a:noFill/>
          </a:ln>
        </p:spPr>
      </p:pic>
    </p:spTree>
    <p:extLst>
      <p:ext uri="{BB962C8B-B14F-4D97-AF65-F5344CB8AC3E}">
        <p14:creationId xmlns:p14="http://schemas.microsoft.com/office/powerpoint/2010/main" val="13845334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白紙">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A707A530-1649-2BA6-F873-910A48D6E2C6}"/>
              </a:ext>
            </a:extLst>
          </p:cNvPr>
          <p:cNvSpPr>
            <a:spLocks noGrp="1"/>
          </p:cNvSpPr>
          <p:nvPr>
            <p:ph type="sldNum" sz="quarter" idx="4"/>
          </p:nvPr>
        </p:nvSpPr>
        <p:spPr>
          <a:xfrm>
            <a:off x="8518848" y="6505327"/>
            <a:ext cx="499707" cy="374975"/>
          </a:xfrm>
          <a:prstGeom prst="rect">
            <a:avLst/>
          </a:prstGeom>
        </p:spPr>
        <p:txBody>
          <a:bodyPr vert="horz" lIns="0" tIns="0" rIns="0" bIns="0" rtlCol="0" anchor="t" anchorCtr="0"/>
          <a:lstStyle>
            <a:lvl1pPr algn="r">
              <a:defRPr sz="1800">
                <a:solidFill>
                  <a:schemeClr val="tx1"/>
                </a:solidFill>
              </a:defRPr>
            </a:lvl1pPr>
          </a:lstStyle>
          <a:p>
            <a:fld id="{A3381702-59A5-4643-AE93-D7BF7F78153B}" type="slidenum">
              <a:rPr lang="en-GB" smtClean="0"/>
              <a:pPr/>
              <a:t>‹#›</a:t>
            </a:fld>
            <a:endParaRPr lang="en-GB"/>
          </a:p>
        </p:txBody>
      </p:sp>
      <p:sp>
        <p:nvSpPr>
          <p:cNvPr id="3" name="Footer Placeholder 4">
            <a:extLst>
              <a:ext uri="{FF2B5EF4-FFF2-40B4-BE49-F238E27FC236}">
                <a16:creationId xmlns:a16="http://schemas.microsoft.com/office/drawing/2014/main" id="{94B2DAE9-6984-AC8F-3D5C-BE469A35289F}"/>
              </a:ext>
            </a:extLst>
          </p:cNvPr>
          <p:cNvSpPr>
            <a:spLocks noGrp="1"/>
          </p:cNvSpPr>
          <p:nvPr>
            <p:ph type="ftr" sz="quarter" idx="3"/>
          </p:nvPr>
        </p:nvSpPr>
        <p:spPr>
          <a:xfrm>
            <a:off x="5640725" y="6575094"/>
            <a:ext cx="2878123" cy="216000"/>
          </a:xfrm>
          <a:prstGeom prst="rect">
            <a:avLst/>
          </a:prstGeom>
        </p:spPr>
        <p:txBody>
          <a:bodyPr vert="horz" lIns="0" tIns="0" rIns="0" bIns="0" rtlCol="0" anchor="ctr" anchorCtr="0"/>
          <a:lstStyle>
            <a:lvl1pPr algn="r">
              <a:defRPr sz="700">
                <a:solidFill>
                  <a:schemeClr val="tx1"/>
                </a:solidFill>
                <a:latin typeface="+mn-lt"/>
              </a:defRPr>
            </a:lvl1pPr>
          </a:lstStyle>
          <a:p>
            <a:r>
              <a:rPr lang="fr-FR" altLang="ja-JP" dirty="0"/>
              <a:t>©20</a:t>
            </a:r>
            <a:r>
              <a:rPr lang="en-US" altLang="ja-JP" dirty="0"/>
              <a:t>24</a:t>
            </a:r>
            <a:r>
              <a:rPr lang="fr-FR" altLang="ja-JP" dirty="0"/>
              <a:t> KYOCERA Document Solutions Inc.</a:t>
            </a:r>
            <a:endParaRPr lang="en-GB" dirty="0"/>
          </a:p>
        </p:txBody>
      </p:sp>
    </p:spTree>
    <p:extLst>
      <p:ext uri="{BB962C8B-B14F-4D97-AF65-F5344CB8AC3E}">
        <p14:creationId xmlns:p14="http://schemas.microsoft.com/office/powerpoint/2010/main" val="28496865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5867400" y="6324600"/>
            <a:ext cx="2819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8BFB4B-70AE-4AFC-9806-78E9768488DC}" type="slidenum">
              <a:rPr lang="fr-FR" altLang="ja-JP" sz="1600" smtClean="0">
                <a:solidFill>
                  <a:schemeClr val="tx1"/>
                </a:solidFill>
              </a:rPr>
              <a:pPr/>
              <a:t>‹#›</a:t>
            </a:fld>
            <a:endParaRPr lang="fr-FR" altLang="ja-JP" sz="1600">
              <a:solidFill>
                <a:schemeClr val="tx1"/>
              </a:solidFill>
            </a:endParaRPr>
          </a:p>
          <a:p>
            <a:r>
              <a:rPr lang="fr-FR" altLang="ja-JP" sz="1000"/>
              <a:t>©20</a:t>
            </a:r>
            <a:r>
              <a:rPr lang="en-US" altLang="ja-JP" sz="1000"/>
              <a:t>19</a:t>
            </a:r>
            <a:r>
              <a:rPr lang="fr-FR" altLang="ja-JP" sz="1000"/>
              <a:t> KYOCERA Document Solutions Inc.</a:t>
            </a:r>
            <a:endParaRPr lang="en-US" sz="1000"/>
          </a:p>
        </p:txBody>
      </p:sp>
      <p:pic>
        <p:nvPicPr>
          <p:cNvPr id="8" name="Picture 1573"/>
          <p:cNvPicPr/>
          <p:nvPr/>
        </p:nvPicPr>
        <p:blipFill>
          <a:blip r:embed="rId19" cstate="screen">
            <a:extLst>
              <a:ext uri="{28A0092B-C50C-407E-A947-70E740481C1C}">
                <a14:useLocalDpi xmlns:a14="http://schemas.microsoft.com/office/drawing/2010/main"/>
              </a:ext>
            </a:extLst>
          </a:blip>
          <a:srcRect/>
          <a:stretch>
            <a:fillRect/>
          </a:stretch>
        </p:blipFill>
        <p:spPr bwMode="auto">
          <a:xfrm>
            <a:off x="457200" y="6369050"/>
            <a:ext cx="1447800" cy="304800"/>
          </a:xfrm>
          <a:prstGeom prst="rect">
            <a:avLst/>
          </a:prstGeom>
          <a:noFill/>
          <a:ln>
            <a:noFill/>
          </a:ln>
        </p:spPr>
      </p:pic>
      <p:pic>
        <p:nvPicPr>
          <p:cNvPr id="7" name="Picture 1573"/>
          <p:cNvPicPr/>
          <p:nvPr userDrawn="1"/>
        </p:nvPicPr>
        <p:blipFill>
          <a:blip r:embed="rId19" cstate="screen">
            <a:extLst>
              <a:ext uri="{28A0092B-C50C-407E-A947-70E740481C1C}">
                <a14:useLocalDpi xmlns:a14="http://schemas.microsoft.com/office/drawing/2010/main"/>
              </a:ext>
            </a:extLst>
          </a:blip>
          <a:srcRect/>
          <a:stretch>
            <a:fillRect/>
          </a:stretch>
        </p:blipFill>
        <p:spPr bwMode="auto">
          <a:xfrm>
            <a:off x="457200" y="6369050"/>
            <a:ext cx="1447800" cy="304800"/>
          </a:xfrm>
          <a:prstGeom prst="rect">
            <a:avLst/>
          </a:prstGeom>
          <a:noFill/>
          <a:ln>
            <a:noFill/>
          </a:ln>
        </p:spPr>
      </p:pic>
    </p:spTree>
    <p:extLst>
      <p:ext uri="{BB962C8B-B14F-4D97-AF65-F5344CB8AC3E}">
        <p14:creationId xmlns:p14="http://schemas.microsoft.com/office/powerpoint/2010/main" val="752686114"/>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54" r:id="rId12"/>
    <p:sldLayoutId id="2147483661" r:id="rId13"/>
    <p:sldLayoutId id="2147483662" r:id="rId14"/>
    <p:sldLayoutId id="2147483663" r:id="rId15"/>
    <p:sldLayoutId id="2147483664" r:id="rId16"/>
    <p:sldLayoutId id="2147483665" r:id="rId17"/>
  </p:sldLayoutIdLst>
  <p:hf hdr="0" ftr="0" dt="0"/>
  <p:txStyles>
    <p:titleStyle>
      <a:lvl1pPr algn="l" defTabSz="914400" rtl="0" eaLnBrk="1" latinLnBrk="0" hangingPunct="1">
        <a:spcBef>
          <a:spcPct val="0"/>
        </a:spcBef>
        <a:buNone/>
        <a:defRPr sz="3000" b="1" kern="1200">
          <a:solidFill>
            <a:schemeClr val="tx1"/>
          </a:solidFill>
          <a:latin typeface="Verdana" panose="020B0604030504040204" pitchFamily="34" charset="0"/>
          <a:ea typeface="Verdana" panose="020B0604030504040204" pitchFamily="34" charset="0"/>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1600" b="1" kern="1200">
          <a:solidFill>
            <a:schemeClr val="tx1"/>
          </a:solidFill>
          <a:latin typeface="Verdana" panose="020B0604030504040204" pitchFamily="34" charset="0"/>
          <a:ea typeface="Verdana" panose="020B0604030504040204" pitchFamily="34" charset="0"/>
          <a:cs typeface="+mn-cs"/>
        </a:defRPr>
      </a:lvl1pPr>
      <a:lvl2pPr marL="742950" indent="-285750" algn="l" defTabSz="914400" rtl="0" eaLnBrk="1" latinLnBrk="0" hangingPunct="1">
        <a:spcBef>
          <a:spcPct val="200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spcBef>
          <a:spcPct val="200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spcBef>
          <a:spcPct val="200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spcBef>
          <a:spcPct val="200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395999" y="11831"/>
            <a:ext cx="8370630" cy="423341"/>
          </a:xfrm>
          <a:prstGeom prst="rect">
            <a:avLst/>
          </a:prstGeom>
        </p:spPr>
        <p:txBody>
          <a:bodyPr vert="horz" lIns="0" tIns="0" rIns="0" bIns="0" rtlCol="0" anchor="t" anchorCtr="0">
            <a:noAutofit/>
          </a:bodyPr>
          <a:lstStyle/>
          <a:p>
            <a:r>
              <a:rPr lang="ja-JP" altLang="en-US" dirty="0"/>
              <a:t>マスター タイトルの書式設定</a:t>
            </a:r>
            <a:endParaRPr lang="en-GB" dirty="0"/>
          </a:p>
        </p:txBody>
      </p:sp>
      <p:sp>
        <p:nvSpPr>
          <p:cNvPr id="8" name="Text Placeholder 2"/>
          <p:cNvSpPr>
            <a:spLocks noGrp="1"/>
          </p:cNvSpPr>
          <p:nvPr>
            <p:ph type="body" idx="1"/>
          </p:nvPr>
        </p:nvSpPr>
        <p:spPr>
          <a:xfrm>
            <a:off x="396000" y="1588957"/>
            <a:ext cx="8370629" cy="4062543"/>
          </a:xfrm>
          <a:prstGeom prst="rect">
            <a:avLst/>
          </a:prstGeom>
        </p:spPr>
        <p:txBody>
          <a:bodyPr vert="horz" lIns="0" tIns="0" rIns="0" bIns="0" rtlCol="0">
            <a:no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GB" dirty="0"/>
          </a:p>
        </p:txBody>
      </p:sp>
      <p:pic>
        <p:nvPicPr>
          <p:cNvPr id="12" name="Picture 9"/>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80327" y="6523613"/>
            <a:ext cx="1032653" cy="227114"/>
          </a:xfrm>
          <a:prstGeom prst="rect">
            <a:avLst/>
          </a:prstGeom>
          <a:noFill/>
          <a:ln>
            <a:noFill/>
          </a:ln>
        </p:spPr>
      </p:pic>
      <p:sp>
        <p:nvSpPr>
          <p:cNvPr id="2" name="Slide Number Placeholder 5">
            <a:extLst>
              <a:ext uri="{FF2B5EF4-FFF2-40B4-BE49-F238E27FC236}">
                <a16:creationId xmlns:a16="http://schemas.microsoft.com/office/drawing/2014/main" id="{65EA3B89-9BBE-0E3B-1F5A-18E13E81D1BA}"/>
              </a:ext>
            </a:extLst>
          </p:cNvPr>
          <p:cNvSpPr>
            <a:spLocks noGrp="1"/>
          </p:cNvSpPr>
          <p:nvPr>
            <p:ph type="sldNum" sz="quarter" idx="4"/>
          </p:nvPr>
        </p:nvSpPr>
        <p:spPr>
          <a:xfrm>
            <a:off x="8518848" y="6505327"/>
            <a:ext cx="499707" cy="374975"/>
          </a:xfrm>
          <a:prstGeom prst="rect">
            <a:avLst/>
          </a:prstGeom>
        </p:spPr>
        <p:txBody>
          <a:bodyPr vert="horz" lIns="0" tIns="0" rIns="0" bIns="0" rtlCol="0" anchor="t" anchorCtr="0"/>
          <a:lstStyle>
            <a:lvl1pPr algn="r">
              <a:defRPr sz="1800">
                <a:solidFill>
                  <a:schemeClr val="tx1"/>
                </a:solidFill>
              </a:defRPr>
            </a:lvl1pPr>
          </a:lstStyle>
          <a:p>
            <a:fld id="{A3381702-59A5-4643-AE93-D7BF7F78153B}" type="slidenum">
              <a:rPr lang="en-GB" smtClean="0"/>
              <a:pPr/>
              <a:t>‹#›</a:t>
            </a:fld>
            <a:endParaRPr lang="en-GB"/>
          </a:p>
        </p:txBody>
      </p:sp>
      <p:sp>
        <p:nvSpPr>
          <p:cNvPr id="3" name="Footer Placeholder 4">
            <a:extLst>
              <a:ext uri="{FF2B5EF4-FFF2-40B4-BE49-F238E27FC236}">
                <a16:creationId xmlns:a16="http://schemas.microsoft.com/office/drawing/2014/main" id="{A7B0BC73-0D16-5608-B4A0-A263433526B6}"/>
              </a:ext>
            </a:extLst>
          </p:cNvPr>
          <p:cNvSpPr>
            <a:spLocks noGrp="1"/>
          </p:cNvSpPr>
          <p:nvPr>
            <p:ph type="ftr" sz="quarter" idx="3"/>
          </p:nvPr>
        </p:nvSpPr>
        <p:spPr>
          <a:xfrm>
            <a:off x="5640725" y="6575094"/>
            <a:ext cx="2878123" cy="216000"/>
          </a:xfrm>
          <a:prstGeom prst="rect">
            <a:avLst/>
          </a:prstGeom>
        </p:spPr>
        <p:txBody>
          <a:bodyPr vert="horz" lIns="0" tIns="0" rIns="0" bIns="0" rtlCol="0" anchor="ctr" anchorCtr="0"/>
          <a:lstStyle>
            <a:lvl1pPr algn="r">
              <a:defRPr sz="700">
                <a:solidFill>
                  <a:schemeClr val="tx1"/>
                </a:solidFill>
                <a:latin typeface="+mn-lt"/>
              </a:defRPr>
            </a:lvl1pPr>
          </a:lstStyle>
          <a:p>
            <a:r>
              <a:rPr lang="fr-FR" altLang="ja-JP"/>
              <a:t>©20</a:t>
            </a:r>
            <a:r>
              <a:rPr lang="en-US" altLang="ja-JP"/>
              <a:t>24</a:t>
            </a:r>
            <a:r>
              <a:rPr lang="fr-FR" altLang="ja-JP"/>
              <a:t> KYOCERA Document Solutions Inc.</a:t>
            </a:r>
            <a:endParaRPr lang="en-GB"/>
          </a:p>
        </p:txBody>
      </p:sp>
    </p:spTree>
    <p:extLst>
      <p:ext uri="{BB962C8B-B14F-4D97-AF65-F5344CB8AC3E}">
        <p14:creationId xmlns:p14="http://schemas.microsoft.com/office/powerpoint/2010/main" val="2395943461"/>
      </p:ext>
    </p:extLst>
  </p:cSld>
  <p:clrMap bg1="lt1" tx1="dk1" bg2="lt2" tx2="dk2" accent1="accent1" accent2="accent2" accent3="accent3" accent4="accent4" accent5="accent5" accent6="accent6" hlink="hlink" folHlink="folHlink"/>
  <p:sldLayoutIdLst>
    <p:sldLayoutId id="2147483686" r:id="rId1"/>
    <p:sldLayoutId id="2147483687" r:id="rId2"/>
  </p:sldLayoutIdLst>
  <p:hf hdr="0" dt="0"/>
  <p:txStyles>
    <p:title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25.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9"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hyperlink" Target="file:///\\fstvn01\Data\10_Production%20Engineering%20Department(&#35069;&#36896;&#25216;&#34899;&#37096;)\02.&#35069;&#36896;&#25216;&#34899;&#35506;\PE%20Dept\13.%20TRAINNING-&#25945;&#32946;\1.%20T&#224;i%20li&#7879;u%20h&#432;&#7899;ng%20d&#7851;n%20s&#7917;%20d&#7909;ng%20tool,%20ch&#432;&#417;ng%20tr&#236;nh,%20ph&#7847;n%20m&#7873;m\3.%20PLM%20&amp;%20R3\PLM\C&#225;ch%20t&#7843;i%20BOM%20trong%20PLM%20m&#7899;i.xlsx" TargetMode="External"/><Relationship Id="rId5" Type="http://schemas.openxmlformats.org/officeDocument/2006/relationships/image" Target="../media/image39.png"/><Relationship Id="rId4" Type="http://schemas.openxmlformats.org/officeDocument/2006/relationships/image" Target="../media/image38.png"/></Relationships>
</file>

<file path=ppt/slides/_rels/slide1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hyperlink" Target="file:///\\fstvn01\Data\10_Production%20Engineering%20Department(&#35069;&#36896;&#25216;&#34899;&#37096;)\02.&#35069;&#36896;&#25216;&#34899;&#35506;\PE%20Dept\13.%20TRAINNING-&#25945;&#32946;\1.%20T&#224;i%20li&#7879;u%20h&#432;&#7899;ng%20d&#7851;n%20s&#7917;%20d&#7909;ng%20tool,%20ch&#432;&#417;ng%20tr&#236;nh,%20ph&#7847;n%20m&#7873;m\3.%20PLM%20&amp;%20R3\PLM\C&#225;ch%20t&#7843;i%20BOM%20trong%20PLM%20m&#7899;i.xlsx"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19.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6.png"/><Relationship Id="rId7" Type="http://schemas.openxmlformats.org/officeDocument/2006/relationships/image" Target="../media/image53.png"/><Relationship Id="rId2"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 Id="rId9" Type="http://schemas.openxmlformats.org/officeDocument/2006/relationships/image" Target="../media/image55.png"/></Relationships>
</file>

<file path=ppt/slides/_rels/slide20.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7.png"/><Relationship Id="rId7" Type="http://schemas.openxmlformats.org/officeDocument/2006/relationships/image" Target="../media/image60.png"/><Relationship Id="rId2"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slide" Target="slide27.xml"/><Relationship Id="rId5" Type="http://schemas.openxmlformats.org/officeDocument/2006/relationships/image" Target="../media/image59.png"/><Relationship Id="rId4" Type="http://schemas.openxmlformats.org/officeDocument/2006/relationships/image" Target="../media/image58.png"/></Relationships>
</file>

<file path=ppt/slides/_rels/slide2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 Id="rId5" Type="http://schemas.openxmlformats.org/officeDocument/2006/relationships/image" Target="../media/image66.png"/><Relationship Id="rId4" Type="http://schemas.openxmlformats.org/officeDocument/2006/relationships/image" Target="../media/image44.png"/></Relationships>
</file>

<file path=ppt/slides/_rels/slide2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24.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image" Target="../media/image69.png"/><Relationship Id="rId7" Type="http://schemas.openxmlformats.org/officeDocument/2006/relationships/image" Target="../media/image73.png"/><Relationship Id="rId2" Type="http://schemas.openxmlformats.org/officeDocument/2006/relationships/image" Target="../media/image68.png"/><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25.xml.rels><?xml version="1.0" encoding="UTF-8" standalone="yes"?>
<Relationships xmlns="http://schemas.openxmlformats.org/package/2006/relationships"><Relationship Id="rId3" Type="http://schemas.openxmlformats.org/officeDocument/2006/relationships/image" Target="../media/image75.png"/><Relationship Id="rId7" Type="http://schemas.openxmlformats.org/officeDocument/2006/relationships/image" Target="../media/image74.png"/><Relationship Id="rId2" Type="http://schemas.openxmlformats.org/officeDocument/2006/relationships/hyperlink" Target="https://tunepit.net/tool/vi/text-to-html" TargetMode="External"/><Relationship Id="rId1" Type="http://schemas.openxmlformats.org/officeDocument/2006/relationships/slideLayout" Target="../slideLayouts/slideLayout2.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s>
</file>

<file path=ppt/slides/_rels/slide26.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image" Target="../media/image80.png"/><Relationship Id="rId7" Type="http://schemas.openxmlformats.org/officeDocument/2006/relationships/image" Target="../media/image84.png"/><Relationship Id="rId2" Type="http://schemas.openxmlformats.org/officeDocument/2006/relationships/image" Target="../media/image79.png"/><Relationship Id="rId1" Type="http://schemas.openxmlformats.org/officeDocument/2006/relationships/slideLayout" Target="../slideLayouts/slideLayout2.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 Id="rId9" Type="http://schemas.openxmlformats.org/officeDocument/2006/relationships/image" Target="../media/image86.png"/></Relationships>
</file>

<file path=ppt/slides/_rels/slide27.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2.xml"/><Relationship Id="rId4" Type="http://schemas.openxmlformats.org/officeDocument/2006/relationships/image" Target="../media/image89.png"/></Relationships>
</file>

<file path=ppt/slides/_rels/slide28.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image" Target="../media/image90.png"/><Relationship Id="rId7" Type="http://schemas.openxmlformats.org/officeDocument/2006/relationships/hyperlink" Target="file:///\\fstvn01\Data\10_Production%20Engineering%20Department(&#35069;&#36896;&#25216;&#34899;&#37096;)\02.&#35069;&#36896;&#25216;&#34899;&#35506;\PE%20Dept\4A.%20QUAN%20LY%20BOM-TDTK-BOM&#31649;&#29702;-&#35373;&#35336;&#22793;&#26356;\SO%20SANH%20PLM-CTTT-R3\List%20JIG%20thay%20doi,%20khi%20bo%20sung%20ma%20hang.xlsx"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 Id="rId9" Type="http://schemas.openxmlformats.org/officeDocument/2006/relationships/image" Target="../media/image95.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テキスト ボックス 2">
            <a:extLst>
              <a:ext uri="{FF2B5EF4-FFF2-40B4-BE49-F238E27FC236}">
                <a16:creationId xmlns:a16="http://schemas.microsoft.com/office/drawing/2014/main" id="{D14158C4-9374-9920-8D4C-0F416B16455C}"/>
              </a:ext>
            </a:extLst>
          </p:cNvPr>
          <p:cNvSpPr txBox="1"/>
          <p:nvPr/>
        </p:nvSpPr>
        <p:spPr>
          <a:xfrm>
            <a:off x="345602" y="1407454"/>
            <a:ext cx="8227549" cy="523220"/>
          </a:xfrm>
          <a:prstGeom prst="rect">
            <a:avLst/>
          </a:prstGeom>
          <a:noFill/>
        </p:spPr>
        <p:txBody>
          <a:bodyPr wrap="square" rtlCol="0">
            <a:spAutoFit/>
          </a:bodyPr>
          <a:lstStyle/>
          <a:p>
            <a:pPr algn="ctr"/>
            <a:r>
              <a:rPr kumimoji="1" lang="en-US" altLang="ja-JP" sz="2800" b="1" i="1">
                <a:latin typeface="Times" panose="02020603050405020304" pitchFamily="18" charset="0"/>
                <a:cs typeface="Times" panose="02020603050405020304" pitchFamily="18" charset="0"/>
              </a:rPr>
              <a:t>Áp </a:t>
            </a:r>
            <a:r>
              <a:rPr kumimoji="1" lang="en-US" altLang="ja-JP" sz="2800" b="1" i="1" err="1">
                <a:latin typeface="Times" panose="02020603050405020304" pitchFamily="18" charset="0"/>
                <a:cs typeface="Times" panose="02020603050405020304" pitchFamily="18" charset="0"/>
              </a:rPr>
              <a:t>dụng</a:t>
            </a:r>
            <a:r>
              <a:rPr kumimoji="1" lang="en-US" altLang="ja-JP" sz="2800" b="1" i="1">
                <a:latin typeface="Times" panose="02020603050405020304" pitchFamily="18" charset="0"/>
                <a:cs typeface="Times" panose="02020603050405020304" pitchFamily="18" charset="0"/>
              </a:rPr>
              <a:t> chương trình tự động so sánh BOM</a:t>
            </a:r>
            <a:endParaRPr kumimoji="1" lang="ja-JP" altLang="en-US" sz="2800" b="1" i="1" dirty="0">
              <a:latin typeface="Times" panose="02020603050405020304" pitchFamily="18" charset="0"/>
              <a:cs typeface="Times" panose="02020603050405020304" pitchFamily="18" charset="0"/>
            </a:endParaRPr>
          </a:p>
        </p:txBody>
      </p:sp>
      <p:sp>
        <p:nvSpPr>
          <p:cNvPr id="9" name="テキスト ボックス 2"/>
          <p:cNvSpPr txBox="1"/>
          <p:nvPr/>
        </p:nvSpPr>
        <p:spPr>
          <a:xfrm>
            <a:off x="32479" y="3962400"/>
            <a:ext cx="3276859" cy="4001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en-US" altLang="ja-JP" sz="2000" b="1" err="1">
                <a:solidFill>
                  <a:prstClr val="black"/>
                </a:solidFill>
                <a:latin typeface="Times" panose="02020603050405020304" pitchFamily="18" charset="0"/>
                <a:ea typeface="Meiryo UI"/>
                <a:cs typeface="Times" panose="02020603050405020304" pitchFamily="18" charset="0"/>
              </a:rPr>
              <a:t>Ngày</a:t>
            </a:r>
            <a:r>
              <a:rPr kumimoji="1" lang="en-US" altLang="ja-JP" sz="2000" b="1">
                <a:solidFill>
                  <a:prstClr val="black"/>
                </a:solidFill>
                <a:latin typeface="Times" panose="02020603050405020304" pitchFamily="18" charset="0"/>
                <a:ea typeface="Meiryo UI"/>
                <a:cs typeface="Times" panose="02020603050405020304" pitchFamily="18" charset="0"/>
              </a:rPr>
              <a:t> 23  </a:t>
            </a:r>
            <a:r>
              <a:rPr kumimoji="1" lang="en-US" altLang="ja-JP" sz="2000" b="1" err="1">
                <a:solidFill>
                  <a:prstClr val="black"/>
                </a:solidFill>
                <a:latin typeface="Times" panose="02020603050405020304" pitchFamily="18" charset="0"/>
                <a:ea typeface="Meiryo UI"/>
                <a:cs typeface="Times" panose="02020603050405020304" pitchFamily="18" charset="0"/>
              </a:rPr>
              <a:t>tháng</a:t>
            </a:r>
            <a:r>
              <a:rPr kumimoji="1" lang="en-US" altLang="ja-JP" sz="2000" b="1">
                <a:solidFill>
                  <a:prstClr val="black"/>
                </a:solidFill>
                <a:latin typeface="Times" panose="02020603050405020304" pitchFamily="18" charset="0"/>
                <a:ea typeface="Meiryo UI"/>
                <a:cs typeface="Times" panose="02020603050405020304" pitchFamily="18" charset="0"/>
              </a:rPr>
              <a:t> 08 </a:t>
            </a:r>
            <a:r>
              <a:rPr kumimoji="1" lang="en-US" altLang="ja-JP" sz="2000" b="1" dirty="0" err="1">
                <a:solidFill>
                  <a:prstClr val="black"/>
                </a:solidFill>
                <a:latin typeface="Times" panose="02020603050405020304" pitchFamily="18" charset="0"/>
                <a:ea typeface="Meiryo UI"/>
                <a:cs typeface="Times" panose="02020603050405020304" pitchFamily="18" charset="0"/>
              </a:rPr>
              <a:t>năm</a:t>
            </a:r>
            <a:r>
              <a:rPr kumimoji="1" lang="en-US" altLang="ja-JP" sz="2000" b="1" dirty="0">
                <a:solidFill>
                  <a:prstClr val="black"/>
                </a:solidFill>
                <a:latin typeface="Times" panose="02020603050405020304" pitchFamily="18" charset="0"/>
                <a:ea typeface="Meiryo UI"/>
                <a:cs typeface="Times" panose="02020603050405020304" pitchFamily="18" charset="0"/>
              </a:rPr>
              <a:t> 2024</a:t>
            </a:r>
            <a:endParaRPr kumimoji="1" lang="en-US" altLang="ja-JP" sz="2000" b="1" i="0" u="none" strike="noStrike" kern="1200" cap="none" spc="0" normalizeH="0" baseline="0" noProof="0" dirty="0">
              <a:ln>
                <a:noFill/>
              </a:ln>
              <a:solidFill>
                <a:prstClr val="black"/>
              </a:solidFill>
              <a:effectLst/>
              <a:uLnTx/>
              <a:uFillTx/>
              <a:latin typeface="Times" panose="02020603050405020304" pitchFamily="18" charset="0"/>
              <a:ea typeface="Meiryo UI"/>
              <a:cs typeface="Times" panose="02020603050405020304" pitchFamily="18" charset="0"/>
            </a:endParaRPr>
          </a:p>
        </p:txBody>
      </p:sp>
      <p:sp>
        <p:nvSpPr>
          <p:cNvPr id="15" name="テキスト ボックス 2">
            <a:extLst>
              <a:ext uri="{FF2B5EF4-FFF2-40B4-BE49-F238E27FC236}">
                <a16:creationId xmlns:a16="http://schemas.microsoft.com/office/drawing/2014/main" id="{96155024-C6F2-A9B3-1A08-0FCA36875AF2}"/>
              </a:ext>
            </a:extLst>
          </p:cNvPr>
          <p:cNvSpPr txBox="1"/>
          <p:nvPr/>
        </p:nvSpPr>
        <p:spPr>
          <a:xfrm>
            <a:off x="14990" y="3217595"/>
            <a:ext cx="4083362" cy="4001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en-US" altLang="ja-JP" sz="2000" b="1" i="0" u="none" strike="noStrike" kern="1200" cap="none" spc="0" normalizeH="0" baseline="0" noProof="0" dirty="0" err="1">
                <a:ln>
                  <a:noFill/>
                </a:ln>
                <a:solidFill>
                  <a:prstClr val="black"/>
                </a:solidFill>
                <a:effectLst/>
                <a:uLnTx/>
                <a:uFillTx/>
                <a:latin typeface="Times" panose="02020603050405020304" pitchFamily="18" charset="0"/>
                <a:ea typeface="Meiryo UI"/>
                <a:cs typeface="Times" panose="02020603050405020304" pitchFamily="18" charset="0"/>
              </a:rPr>
              <a:t>Phòng</a:t>
            </a:r>
            <a:r>
              <a:rPr kumimoji="1" lang="en-US" altLang="ja-JP" sz="2000" b="1" i="0" u="none" strike="noStrike" kern="1200" cap="none" spc="0" normalizeH="0" baseline="0" noProof="0" dirty="0">
                <a:ln>
                  <a:noFill/>
                </a:ln>
                <a:solidFill>
                  <a:prstClr val="black"/>
                </a:solidFill>
                <a:effectLst/>
                <a:uLnTx/>
                <a:uFillTx/>
                <a:latin typeface="Times" panose="02020603050405020304" pitchFamily="18" charset="0"/>
                <a:ea typeface="Meiryo UI"/>
                <a:cs typeface="Times" panose="02020603050405020304" pitchFamily="18" charset="0"/>
              </a:rPr>
              <a:t> : </a:t>
            </a:r>
            <a:r>
              <a:rPr kumimoji="1" lang="en-US" altLang="ja-JP" sz="2000" b="1" i="0" u="none" strike="noStrike" kern="1200" cap="none" spc="0" normalizeH="0" baseline="0" noProof="0" dirty="0" err="1">
                <a:ln>
                  <a:noFill/>
                </a:ln>
                <a:solidFill>
                  <a:prstClr val="black"/>
                </a:solidFill>
                <a:effectLst/>
                <a:uLnTx/>
                <a:uFillTx/>
                <a:latin typeface="Times" panose="02020603050405020304" pitchFamily="18" charset="0"/>
                <a:ea typeface="Meiryo UI"/>
                <a:cs typeface="Times" panose="02020603050405020304" pitchFamily="18" charset="0"/>
              </a:rPr>
              <a:t>Kỹ</a:t>
            </a:r>
            <a:r>
              <a:rPr kumimoji="1" lang="en-US" altLang="ja-JP" sz="2000" b="1" i="0" u="none" strike="noStrike" kern="1200" cap="none" spc="0" normalizeH="0" baseline="0" noProof="0" dirty="0">
                <a:ln>
                  <a:noFill/>
                </a:ln>
                <a:solidFill>
                  <a:prstClr val="black"/>
                </a:solidFill>
                <a:effectLst/>
                <a:uLnTx/>
                <a:uFillTx/>
                <a:latin typeface="Times" panose="02020603050405020304" pitchFamily="18" charset="0"/>
                <a:ea typeface="Meiryo UI"/>
                <a:cs typeface="Times" panose="02020603050405020304" pitchFamily="18" charset="0"/>
              </a:rPr>
              <a:t> </a:t>
            </a:r>
            <a:r>
              <a:rPr kumimoji="1" lang="en-US" altLang="ja-JP" sz="2000" b="1" i="0" u="none" strike="noStrike" kern="1200" cap="none" spc="0" normalizeH="0" baseline="0" noProof="0" err="1">
                <a:ln>
                  <a:noFill/>
                </a:ln>
                <a:solidFill>
                  <a:prstClr val="black"/>
                </a:solidFill>
                <a:effectLst/>
                <a:uLnTx/>
                <a:uFillTx/>
                <a:latin typeface="Times" panose="02020603050405020304" pitchFamily="18" charset="0"/>
                <a:ea typeface="Meiryo UI"/>
                <a:cs typeface="Times" panose="02020603050405020304" pitchFamily="18" charset="0"/>
              </a:rPr>
              <a:t>Thuật</a:t>
            </a:r>
            <a:r>
              <a:rPr kumimoji="1" lang="en-US" altLang="ja-JP" sz="2000" b="1" i="0" u="none" strike="noStrike" kern="1200" cap="none" spc="0" normalizeH="0" baseline="0" noProof="0">
                <a:ln>
                  <a:noFill/>
                </a:ln>
                <a:solidFill>
                  <a:prstClr val="black"/>
                </a:solidFill>
                <a:effectLst/>
                <a:uLnTx/>
                <a:uFillTx/>
                <a:latin typeface="Times" panose="02020603050405020304" pitchFamily="18" charset="0"/>
                <a:ea typeface="Meiryo UI"/>
                <a:cs typeface="Times" panose="02020603050405020304" pitchFamily="18" charset="0"/>
              </a:rPr>
              <a:t> chế tạo- Cơ khí 3</a:t>
            </a:r>
            <a:endParaRPr kumimoji="1" lang="en-US" altLang="ja-JP" sz="2000" b="1" i="0" u="none" strike="noStrike" kern="1200" cap="none" spc="0" normalizeH="0" baseline="0" noProof="0" dirty="0">
              <a:ln>
                <a:noFill/>
              </a:ln>
              <a:solidFill>
                <a:prstClr val="black"/>
              </a:solidFill>
              <a:effectLst/>
              <a:uLnTx/>
              <a:uFillTx/>
              <a:latin typeface="Times" panose="02020603050405020304" pitchFamily="18" charset="0"/>
              <a:ea typeface="Meiryo UI"/>
              <a:cs typeface="Times" panose="02020603050405020304" pitchFamily="18" charset="0"/>
            </a:endParaRPr>
          </a:p>
        </p:txBody>
      </p:sp>
      <p:sp>
        <p:nvSpPr>
          <p:cNvPr id="2" name="テキスト ボックス 2">
            <a:extLst>
              <a:ext uri="{FF2B5EF4-FFF2-40B4-BE49-F238E27FC236}">
                <a16:creationId xmlns:a16="http://schemas.microsoft.com/office/drawing/2014/main" id="{ABBCEB2A-DCD1-79BA-C384-2E7D4B9F27C2}"/>
              </a:ext>
            </a:extLst>
          </p:cNvPr>
          <p:cNvSpPr txBox="1"/>
          <p:nvPr/>
        </p:nvSpPr>
        <p:spPr>
          <a:xfrm>
            <a:off x="28731" y="3617705"/>
            <a:ext cx="3243708" cy="4001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en-US" altLang="ja-JP" sz="2000" b="1" i="0" u="none" strike="noStrike" kern="1200" cap="none" spc="0" normalizeH="0" baseline="0" noProof="0">
                <a:ln>
                  <a:noFill/>
                </a:ln>
                <a:solidFill>
                  <a:prstClr val="black"/>
                </a:solidFill>
                <a:effectLst/>
                <a:uLnTx/>
                <a:uFillTx/>
                <a:latin typeface="Times" panose="02020603050405020304" pitchFamily="18" charset="0"/>
                <a:ea typeface="Meiryo UI"/>
                <a:cs typeface="Times" panose="02020603050405020304" pitchFamily="18" charset="0"/>
              </a:rPr>
              <a:t>Bùi Đức Vinh – TVN183660</a:t>
            </a:r>
            <a:endParaRPr kumimoji="1" lang="en-US" altLang="ja-JP" sz="2000" b="1" i="0" u="none" strike="noStrike" kern="1200" cap="none" spc="0" normalizeH="0" baseline="0" noProof="0" dirty="0">
              <a:ln>
                <a:noFill/>
              </a:ln>
              <a:solidFill>
                <a:prstClr val="black"/>
              </a:solidFill>
              <a:effectLst/>
              <a:uLnTx/>
              <a:uFillTx/>
              <a:latin typeface="Times" panose="02020603050405020304" pitchFamily="18" charset="0"/>
              <a:ea typeface="Meiryo UI"/>
              <a:cs typeface="Times" panose="02020603050405020304" pitchFamily="18" charset="0"/>
            </a:endParaRPr>
          </a:p>
        </p:txBody>
      </p:sp>
    </p:spTree>
    <p:extLst>
      <p:ext uri="{BB962C8B-B14F-4D97-AF65-F5344CB8AC3E}">
        <p14:creationId xmlns:p14="http://schemas.microsoft.com/office/powerpoint/2010/main" val="22267210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B0ED8-7CFF-F550-86AF-1A44165F7314}"/>
              </a:ext>
            </a:extLst>
          </p:cNvPr>
          <p:cNvSpPr>
            <a:spLocks noGrp="1"/>
          </p:cNvSpPr>
          <p:nvPr>
            <p:ph type="title"/>
          </p:nvPr>
        </p:nvSpPr>
        <p:spPr>
          <a:xfrm>
            <a:off x="3748" y="0"/>
            <a:ext cx="9136504" cy="1143000"/>
          </a:xfrm>
        </p:spPr>
        <p:txBody>
          <a:bodyPr/>
          <a:lstStyle/>
          <a:p>
            <a:r>
              <a:rPr kumimoji="1" lang="en-US" altLang="ja-JP">
                <a:latin typeface="Times New Roman" panose="02020603050405020304" pitchFamily="18" charset="0"/>
                <a:cs typeface="Times New Roman" panose="02020603050405020304" pitchFamily="18" charset="0"/>
              </a:rPr>
              <a:t>Mục lục</a:t>
            </a:r>
            <a:endParaRPr kumimoji="1" lang="ja-JP" alt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17E7A56-42FF-8923-3562-3F0DDABFFAE5}"/>
              </a:ext>
            </a:extLst>
          </p:cNvPr>
          <p:cNvSpPr>
            <a:spLocks noGrp="1"/>
          </p:cNvSpPr>
          <p:nvPr>
            <p:ph idx="1"/>
          </p:nvPr>
        </p:nvSpPr>
        <p:spPr>
          <a:xfrm>
            <a:off x="-3748" y="1143001"/>
            <a:ext cx="9136504" cy="4983162"/>
          </a:xfrm>
        </p:spPr>
        <p:txBody>
          <a:bodyPr/>
          <a:lstStyle/>
          <a:p>
            <a:pPr>
              <a:buFont typeface="+mj-lt"/>
              <a:buAutoNum type="arabicPeriod"/>
            </a:pPr>
            <a:r>
              <a:rPr lang="en-US" altLang="ja-JP" sz="1600">
                <a:latin typeface="Times New Roman" panose="02020603050405020304" pitchFamily="18" charset="0"/>
                <a:cs typeface="Times New Roman" panose="02020603050405020304" pitchFamily="18" charset="0"/>
              </a:rPr>
              <a:t>Nắm bắt hiện trạng so sánh BOM hiện tại/ sau khi áp dụng phần mềm(Trang 3</a:t>
            </a:r>
            <a:r>
              <a:rPr lang="ja-JP" altLang="en-US" sz="1600">
                <a:latin typeface="Times New Roman" panose="02020603050405020304" pitchFamily="18" charset="0"/>
                <a:cs typeface="Times New Roman" panose="02020603050405020304" pitchFamily="18" charset="0"/>
              </a:rPr>
              <a:t>➞</a:t>
            </a:r>
            <a:r>
              <a:rPr lang="en-US" altLang="ja-JP" sz="1600">
                <a:latin typeface="Times New Roman" panose="02020603050405020304" pitchFamily="18" charset="0"/>
                <a:cs typeface="Times New Roman" panose="02020603050405020304" pitchFamily="18" charset="0"/>
              </a:rPr>
              <a:t>4)</a:t>
            </a:r>
            <a:endParaRPr lang="ja-JP" altLang="en-US" sz="1800" kern="0">
              <a:latin typeface="Times New Roman" panose="02020603050405020304" pitchFamily="18" charset="0"/>
              <a:cs typeface="Times New Roman" panose="02020603050405020304" pitchFamily="18" charset="0"/>
            </a:endParaRPr>
          </a:p>
          <a:p>
            <a:pPr>
              <a:buFont typeface="+mj-lt"/>
              <a:buAutoNum type="arabicPeriod"/>
            </a:pPr>
            <a:r>
              <a:rPr kumimoji="1" lang="en-US" altLang="ja-JP" sz="1600">
                <a:latin typeface="Times New Roman" panose="02020603050405020304" pitchFamily="18" charset="0"/>
                <a:cs typeface="Times New Roman" panose="02020603050405020304" pitchFamily="18" charset="0"/>
              </a:rPr>
              <a:t>Giao diện chương trình trong file tonghop_new.xlsm (Trang 5</a:t>
            </a:r>
            <a:r>
              <a:rPr kumimoji="1" lang="ja-JP" altLang="en-US" sz="1600">
                <a:latin typeface="Times New Roman" panose="02020603050405020304" pitchFamily="18" charset="0"/>
                <a:cs typeface="Times New Roman" panose="02020603050405020304" pitchFamily="18" charset="0"/>
              </a:rPr>
              <a:t>➞</a:t>
            </a:r>
            <a:r>
              <a:rPr kumimoji="1" lang="en-US" altLang="ja-JP" sz="1600">
                <a:latin typeface="Times New Roman" panose="02020603050405020304" pitchFamily="18" charset="0"/>
                <a:cs typeface="Times New Roman" panose="02020603050405020304" pitchFamily="18" charset="0"/>
              </a:rPr>
              <a:t>8)</a:t>
            </a:r>
          </a:p>
          <a:p>
            <a:pPr>
              <a:buFont typeface="+mj-lt"/>
              <a:buAutoNum type="arabicPeriod"/>
            </a:pPr>
            <a:r>
              <a:rPr kumimoji="1" lang="en-US" altLang="ja-JP" sz="1600">
                <a:latin typeface="Times New Roman" panose="02020603050405020304" pitchFamily="18" charset="0"/>
                <a:cs typeface="Times New Roman" panose="02020603050405020304" pitchFamily="18" charset="0"/>
              </a:rPr>
              <a:t>Giao diện chương trình trong file form_ssbom.xlsm (Trang 9)</a:t>
            </a:r>
          </a:p>
          <a:p>
            <a:pPr>
              <a:buFont typeface="+mj-lt"/>
              <a:buAutoNum type="arabicPeriod"/>
            </a:pPr>
            <a:r>
              <a:rPr kumimoji="1" lang="en-US" altLang="ja-JP" sz="1600">
                <a:latin typeface="Times New Roman" panose="02020603050405020304" pitchFamily="18" charset="0"/>
                <a:cs typeface="Times New Roman" panose="02020603050405020304" pitchFamily="18" charset="0"/>
              </a:rPr>
              <a:t>Giao diện chương trình trong file form_nguoidung.xlsm (Trang 10)</a:t>
            </a:r>
          </a:p>
          <a:p>
            <a:pPr>
              <a:buFont typeface="+mj-lt"/>
              <a:buAutoNum type="arabicPeriod"/>
            </a:pPr>
            <a:r>
              <a:rPr kumimoji="1" lang="en-US" altLang="ja-JP">
                <a:latin typeface="Times New Roman" panose="02020603050405020304" pitchFamily="18" charset="0"/>
                <a:cs typeface="Times New Roman" panose="02020603050405020304" pitchFamily="18" charset="0"/>
              </a:rPr>
              <a:t>Hướng dẫn sử dụng(phía Leader)</a:t>
            </a:r>
          </a:p>
          <a:p>
            <a:pPr marL="0" indent="0">
              <a:buNone/>
            </a:pPr>
            <a:r>
              <a:rPr kumimoji="1" lang="en-US" altLang="ja-JP" sz="1600">
                <a:latin typeface="Times New Roman" panose="02020603050405020304" pitchFamily="18" charset="0"/>
                <a:cs typeface="Times New Roman" panose="02020603050405020304" pitchFamily="18" charset="0"/>
              </a:rPr>
              <a:t>5.1. Hướng dẫn sử dụng (phía Leader)_hướng dẫn đổi mật khẩu file tổng hợp (Trang 11)</a:t>
            </a:r>
          </a:p>
          <a:p>
            <a:pPr marL="0" indent="0">
              <a:buNone/>
            </a:pPr>
            <a:r>
              <a:rPr kumimoji="1" lang="en-US" altLang="ja-JP" sz="1600">
                <a:latin typeface="Times New Roman" panose="02020603050405020304" pitchFamily="18" charset="0"/>
                <a:cs typeface="Times New Roman" panose="02020603050405020304" pitchFamily="18" charset="0"/>
              </a:rPr>
              <a:t>5.2. Hướng dẫn sử dụng (phía Leader) _hướng dẫn cài đặt ban đầu  (Trang 12)</a:t>
            </a:r>
          </a:p>
          <a:p>
            <a:pPr marL="0" indent="0">
              <a:buNone/>
            </a:pPr>
            <a:r>
              <a:rPr kumimoji="1" lang="en-US" altLang="ja-JP" sz="1600">
                <a:latin typeface="Times New Roman" panose="02020603050405020304" pitchFamily="18" charset="0"/>
                <a:cs typeface="Times New Roman" panose="02020603050405020304" pitchFamily="18" charset="0"/>
              </a:rPr>
              <a:t>5.3. Hướng dẫn sử dụng (phía Leader) _hướng dẫn chức năng trong Tính năng so sánh BOM tự động.(Trang 13</a:t>
            </a:r>
            <a:r>
              <a:rPr kumimoji="1" lang="ja-JP" altLang="en-US" sz="1600">
                <a:latin typeface="Times New Roman" panose="02020603050405020304" pitchFamily="18" charset="0"/>
                <a:cs typeface="Times New Roman" panose="02020603050405020304" pitchFamily="18" charset="0"/>
              </a:rPr>
              <a:t>➞</a:t>
            </a:r>
            <a:r>
              <a:rPr kumimoji="1" lang="en-US" altLang="ja-JP" sz="1600">
                <a:latin typeface="Times New Roman" panose="02020603050405020304" pitchFamily="18" charset="0"/>
                <a:cs typeface="Times New Roman" panose="02020603050405020304" pitchFamily="18" charset="0"/>
              </a:rPr>
              <a:t>17)</a:t>
            </a:r>
          </a:p>
          <a:p>
            <a:pPr marL="0" indent="0">
              <a:buNone/>
            </a:pPr>
            <a:r>
              <a:rPr kumimoji="1" lang="en-US" altLang="ja-JP" sz="1600">
                <a:latin typeface="Times New Roman" panose="02020603050405020304" pitchFamily="18" charset="0"/>
                <a:cs typeface="Times New Roman" panose="02020603050405020304" pitchFamily="18" charset="0"/>
              </a:rPr>
              <a:t>5.4. Hướng dẫn sử dụng (phía Leader)_sử dụng chức năng BOM FULL TC14</a:t>
            </a:r>
            <a:r>
              <a:rPr kumimoji="1" lang="en-US" altLang="ja-JP">
                <a:latin typeface="Times New Roman" panose="02020603050405020304" pitchFamily="18" charset="0"/>
                <a:cs typeface="Times New Roman" panose="02020603050405020304" pitchFamily="18" charset="0"/>
              </a:rPr>
              <a:t>(Trang 18</a:t>
            </a:r>
            <a:r>
              <a:rPr kumimoji="1" lang="ja-JP" altLang="en-US">
                <a:latin typeface="Times New Roman" panose="02020603050405020304" pitchFamily="18" charset="0"/>
                <a:cs typeface="Times New Roman" panose="02020603050405020304" pitchFamily="18" charset="0"/>
              </a:rPr>
              <a:t>➞</a:t>
            </a:r>
            <a:r>
              <a:rPr kumimoji="1" lang="en-US" altLang="ja-JP">
                <a:latin typeface="Times New Roman" panose="02020603050405020304" pitchFamily="18" charset="0"/>
                <a:cs typeface="Times New Roman" panose="02020603050405020304" pitchFamily="18" charset="0"/>
              </a:rPr>
              <a:t>20)</a:t>
            </a:r>
          </a:p>
          <a:p>
            <a:pPr marL="0" indent="0">
              <a:buNone/>
            </a:pPr>
            <a:r>
              <a:rPr kumimoji="1" lang="en-US" altLang="ja-JP" sz="1600">
                <a:latin typeface="Times New Roman" panose="02020603050405020304" pitchFamily="18" charset="0"/>
                <a:cs typeface="Times New Roman" panose="02020603050405020304" pitchFamily="18" charset="0"/>
              </a:rPr>
              <a:t>5.5. Hướng dẫn sử dụng (phía Leader)_Tắt thông báo trong R3(Trang 21)</a:t>
            </a:r>
          </a:p>
          <a:p>
            <a:pPr marL="0" indent="0">
              <a:buNone/>
            </a:pPr>
            <a:r>
              <a:rPr kumimoji="1" lang="en-US" altLang="ja-JP" sz="1600">
                <a:latin typeface="Times New Roman" panose="02020603050405020304" pitchFamily="18" charset="0"/>
                <a:cs typeface="Times New Roman" panose="02020603050405020304" pitchFamily="18" charset="0"/>
              </a:rPr>
              <a:t>5.6. Hướng dẫn sử dụng (phía Leader )_sử dụng chức năng Tự động download R3(Trang 22</a:t>
            </a:r>
            <a:r>
              <a:rPr kumimoji="1" lang="ja-JP" altLang="en-US">
                <a:latin typeface="Times New Roman" panose="02020603050405020304" pitchFamily="18" charset="0"/>
                <a:cs typeface="Times New Roman" panose="02020603050405020304" pitchFamily="18" charset="0"/>
              </a:rPr>
              <a:t> ➞</a:t>
            </a:r>
            <a:r>
              <a:rPr kumimoji="1" lang="en-US" altLang="ja-JP">
                <a:latin typeface="Times New Roman" panose="02020603050405020304" pitchFamily="18" charset="0"/>
                <a:cs typeface="Times New Roman" panose="02020603050405020304" pitchFamily="18" charset="0"/>
              </a:rPr>
              <a:t>23</a:t>
            </a:r>
            <a:r>
              <a:rPr kumimoji="1" lang="en-US" altLang="ja-JP" sz="1600">
                <a:latin typeface="Times New Roman" panose="02020603050405020304" pitchFamily="18" charset="0"/>
                <a:cs typeface="Times New Roman" panose="02020603050405020304" pitchFamily="18" charset="0"/>
              </a:rPr>
              <a:t>)</a:t>
            </a:r>
          </a:p>
          <a:p>
            <a:pPr marL="0" indent="0">
              <a:buNone/>
            </a:pPr>
            <a:r>
              <a:rPr kumimoji="1" lang="en-US" altLang="ja-JP" sz="1600">
                <a:latin typeface="Times New Roman" panose="02020603050405020304" pitchFamily="18" charset="0"/>
                <a:cs typeface="Times New Roman" panose="02020603050405020304" pitchFamily="18" charset="0"/>
              </a:rPr>
              <a:t>5.7. Hướng dẫn sử dụng (phía Leader )_sử dụng chức năng Tự động gửi mail(Trang 24, 25)</a:t>
            </a:r>
            <a:endParaRPr kumimoji="1" lang="en-US" altLang="ja-JP">
              <a:latin typeface="Times New Roman" panose="02020603050405020304" pitchFamily="18" charset="0"/>
              <a:cs typeface="Times New Roman" panose="02020603050405020304" pitchFamily="18" charset="0"/>
            </a:endParaRPr>
          </a:p>
          <a:p>
            <a:pPr marL="0" indent="0">
              <a:buNone/>
            </a:pPr>
            <a:r>
              <a:rPr kumimoji="1" lang="en-US" altLang="ja-JP" sz="1600">
                <a:latin typeface="Times New Roman" panose="02020603050405020304" pitchFamily="18" charset="0"/>
                <a:cs typeface="Times New Roman" panose="02020603050405020304" pitchFamily="18" charset="0"/>
              </a:rPr>
              <a:t>6. Hướng dẫn sử dụng (phía thành viên_tính năng so sánh BOM phụ trách)</a:t>
            </a:r>
            <a:r>
              <a:rPr kumimoji="1" lang="en-US" altLang="ja-JP">
                <a:latin typeface="Times New Roman" panose="02020603050405020304" pitchFamily="18" charset="0"/>
                <a:cs typeface="Times New Roman" panose="02020603050405020304" pitchFamily="18" charset="0"/>
              </a:rPr>
              <a:t> (Trang 26)</a:t>
            </a:r>
            <a:endParaRPr kumimoji="1" lang="en-US" altLang="ja-JP" sz="1600">
              <a:latin typeface="Times New Roman" panose="02020603050405020304" pitchFamily="18" charset="0"/>
              <a:cs typeface="Times New Roman" panose="02020603050405020304" pitchFamily="18" charset="0"/>
            </a:endParaRPr>
          </a:p>
          <a:p>
            <a:pPr marL="0" indent="0">
              <a:buNone/>
            </a:pPr>
            <a:r>
              <a:rPr kumimoji="1" lang="en-US" altLang="ja-JP">
                <a:latin typeface="Times New Roman" panose="02020603050405020304" pitchFamily="18" charset="0"/>
                <a:cs typeface="Times New Roman" panose="02020603050405020304" pitchFamily="18" charset="0"/>
              </a:rPr>
              <a:t>7. Bổ sung về cách làm bộ lọc PLM cho Leader (Trang 27)</a:t>
            </a:r>
          </a:p>
          <a:p>
            <a:pPr marL="0" indent="0">
              <a:buNone/>
            </a:pPr>
            <a:r>
              <a:rPr kumimoji="1" lang="en-US" altLang="ja-JP">
                <a:solidFill>
                  <a:srgbClr val="FF0000"/>
                </a:solidFill>
                <a:latin typeface="Times New Roman" panose="02020603050405020304" pitchFamily="18" charset="0"/>
                <a:cs typeface="Times New Roman" panose="02020603050405020304" pitchFamily="18" charset="0"/>
              </a:rPr>
              <a:t>8. Bổ sung chức năng Gọi List Jig cần thông tin 3 ký tự cố định trong file so sánh BOM(Trang 28)</a:t>
            </a:r>
            <a:endParaRPr kumimoji="1" lang="ja-JP" altLang="en-US">
              <a:solidFill>
                <a:srgbClr val="FF0000"/>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B2F17844-FA35-91BD-CBDF-7695E227812E}"/>
              </a:ext>
            </a:extLst>
          </p:cNvPr>
          <p:cNvSpPr>
            <a:spLocks noGrp="1"/>
          </p:cNvSpPr>
          <p:nvPr>
            <p:ph type="sldNum" sz="quarter" idx="4"/>
          </p:nvPr>
        </p:nvSpPr>
        <p:spPr/>
        <p:txBody>
          <a:bodyPr/>
          <a:lstStyle/>
          <a:p>
            <a:fld id="{E38BFB4B-70AE-4AFC-9806-78E9768488DC}" type="slidenum">
              <a:rPr lang="fr-FR" altLang="ja-JP" sz="1600" smtClean="0">
                <a:solidFill>
                  <a:schemeClr val="tx1"/>
                </a:solidFill>
              </a:rPr>
              <a:pPr/>
              <a:t>2</a:t>
            </a:fld>
            <a:endParaRPr lang="fr-FR" altLang="ja-JP" sz="1600">
              <a:solidFill>
                <a:schemeClr val="tx1"/>
              </a:solidFill>
            </a:endParaRPr>
          </a:p>
          <a:p>
            <a:r>
              <a:rPr lang="fr-FR" altLang="ja-JP" sz="1000"/>
              <a:t>©20</a:t>
            </a:r>
            <a:r>
              <a:rPr lang="en-US" altLang="ja-JP" sz="1000"/>
              <a:t>19</a:t>
            </a:r>
            <a:r>
              <a:rPr lang="fr-FR" altLang="ja-JP" sz="1000"/>
              <a:t> KYOCERA Document Solutions Inc.</a:t>
            </a:r>
            <a:endParaRPr lang="en-US" sz="1000"/>
          </a:p>
        </p:txBody>
      </p:sp>
      <p:cxnSp>
        <p:nvCxnSpPr>
          <p:cNvPr id="5" name="Straight Connector 4">
            <a:extLst>
              <a:ext uri="{FF2B5EF4-FFF2-40B4-BE49-F238E27FC236}">
                <a16:creationId xmlns:a16="http://schemas.microsoft.com/office/drawing/2014/main" id="{E18B736C-0E84-49A3-3504-069510E0564F}"/>
              </a:ext>
            </a:extLst>
          </p:cNvPr>
          <p:cNvCxnSpPr/>
          <p:nvPr/>
        </p:nvCxnSpPr>
        <p:spPr>
          <a:xfrm>
            <a:off x="-3748" y="1143000"/>
            <a:ext cx="914400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04755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23A45495-BB1A-C987-6377-DA8F0CA0C4E4}"/>
              </a:ext>
            </a:extLst>
          </p:cNvPr>
          <p:cNvCxnSpPr/>
          <p:nvPr/>
        </p:nvCxnSpPr>
        <p:spPr>
          <a:xfrm>
            <a:off x="0" y="472118"/>
            <a:ext cx="914400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タイトル 1">
            <a:extLst>
              <a:ext uri="{FF2B5EF4-FFF2-40B4-BE49-F238E27FC236}">
                <a16:creationId xmlns:a16="http://schemas.microsoft.com/office/drawing/2014/main" id="{D6919E21-2459-31B6-CD04-B7C11D0F82CB}"/>
              </a:ext>
            </a:extLst>
          </p:cNvPr>
          <p:cNvSpPr txBox="1">
            <a:spLocks/>
          </p:cNvSpPr>
          <p:nvPr/>
        </p:nvSpPr>
        <p:spPr>
          <a:xfrm>
            <a:off x="423667" y="24001"/>
            <a:ext cx="8070978" cy="503938"/>
          </a:xfrm>
          <a:prstGeom prst="rect">
            <a:avLst/>
          </a:prstGeom>
        </p:spPr>
        <p:txBody>
          <a:bodyPr vert="horz" wrap="none" lIns="0" tIns="0" rIns="0" bIns="0" rtlCol="0" anchor="ctr" anchorCtr="0">
            <a:noAutofit/>
          </a:bodyPr>
          <a:lstStyle>
            <a:lvl1pPr algn="l" defTabSz="914400" rtl="0" eaLnBrk="1" latinLnBrk="0" hangingPunct="1">
              <a:lnSpc>
                <a:spcPct val="90000"/>
              </a:lnSpc>
              <a:spcBef>
                <a:spcPct val="0"/>
              </a:spcBef>
              <a:buNone/>
              <a:defRPr kumimoji="1" sz="1600" b="1" kern="1200">
                <a:solidFill>
                  <a:schemeClr val="tx1"/>
                </a:solidFill>
                <a:latin typeface="+mj-lt"/>
                <a:ea typeface="+mj-ea"/>
                <a:cs typeface="+mj-cs"/>
              </a:defRPr>
            </a:lvl1pPr>
          </a:lstStyle>
          <a:p>
            <a:pPr algn="ctr"/>
            <a:r>
              <a:rPr lang="en-US" sz="2400" dirty="0">
                <a:latin typeface="Times" panose="02020603050405020304" pitchFamily="18" charset="0"/>
                <a:cs typeface="Times" panose="02020603050405020304" pitchFamily="18" charset="0"/>
              </a:rPr>
              <a:t>1</a:t>
            </a:r>
            <a:r>
              <a:rPr lang="en-US" sz="2400">
                <a:latin typeface="Times" panose="02020603050405020304" pitchFamily="18" charset="0"/>
                <a:cs typeface="Times" panose="02020603050405020304" pitchFamily="18" charset="0"/>
              </a:rPr>
              <a:t>. NẮM BẮT HIỆN TRẠNG </a:t>
            </a:r>
            <a:endParaRPr lang="ja-JP" altLang="en-US" sz="2800" kern="0" dirty="0">
              <a:latin typeface="Times" panose="02020603050405020304" pitchFamily="18" charset="0"/>
              <a:cs typeface="Times" panose="02020603050405020304" pitchFamily="18" charset="0"/>
            </a:endParaRPr>
          </a:p>
        </p:txBody>
      </p:sp>
      <p:sp>
        <p:nvSpPr>
          <p:cNvPr id="161" name="Rectangle: Rounded Corners 160">
            <a:extLst>
              <a:ext uri="{FF2B5EF4-FFF2-40B4-BE49-F238E27FC236}">
                <a16:creationId xmlns:a16="http://schemas.microsoft.com/office/drawing/2014/main" id="{42A75317-3E8A-8FC4-9377-455F9621C473}"/>
              </a:ext>
            </a:extLst>
          </p:cNvPr>
          <p:cNvSpPr/>
          <p:nvPr/>
        </p:nvSpPr>
        <p:spPr>
          <a:xfrm>
            <a:off x="-358110" y="532974"/>
            <a:ext cx="5539710" cy="387237"/>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ysClr val="windowText" lastClr="000000"/>
                </a:solidFill>
                <a:latin typeface="Times" panose="02020603050405020304" pitchFamily="18" charset="0"/>
                <a:cs typeface="Times" panose="02020603050405020304" pitchFamily="18" charset="0"/>
              </a:rPr>
              <a:t>1.1 Hiện trạng so sánh BOM hiện tại</a:t>
            </a:r>
            <a:endParaRPr lang="vi-VN" b="1" dirty="0">
              <a:solidFill>
                <a:sysClr val="windowText" lastClr="000000"/>
              </a:solidFill>
              <a:latin typeface="Times" panose="02020603050405020304" pitchFamily="18" charset="0"/>
              <a:cs typeface="Times" panose="02020603050405020304" pitchFamily="18" charset="0"/>
            </a:endParaRPr>
          </a:p>
        </p:txBody>
      </p:sp>
      <p:sp>
        <p:nvSpPr>
          <p:cNvPr id="2" name="TextBox 1">
            <a:extLst>
              <a:ext uri="{FF2B5EF4-FFF2-40B4-BE49-F238E27FC236}">
                <a16:creationId xmlns:a16="http://schemas.microsoft.com/office/drawing/2014/main" id="{646FE7A1-18A5-73EA-CC8C-8EFD8DEBB22F}"/>
              </a:ext>
            </a:extLst>
          </p:cNvPr>
          <p:cNvSpPr txBox="1"/>
          <p:nvPr/>
        </p:nvSpPr>
        <p:spPr>
          <a:xfrm>
            <a:off x="742122" y="920396"/>
            <a:ext cx="7924800" cy="3754874"/>
          </a:xfrm>
          <a:prstGeom prst="rect">
            <a:avLst/>
          </a:prstGeom>
          <a:noFill/>
        </p:spPr>
        <p:txBody>
          <a:bodyPr wrap="square" rtlCol="0">
            <a:spAutoFit/>
          </a:bodyPr>
          <a:lstStyle/>
          <a:p>
            <a:pPr marL="342900" indent="-342900">
              <a:buAutoNum type="arabicPeriod"/>
            </a:pPr>
            <a:r>
              <a:rPr kumimoji="1" lang="en-US" altLang="ja-JP" sz="1700">
                <a:latin typeface="Times New Roman" panose="02020603050405020304" pitchFamily="18" charset="0"/>
                <a:cs typeface="Times New Roman" panose="02020603050405020304" pitchFamily="18" charset="0"/>
              </a:rPr>
              <a:t>Download PLM trên TC14(phải bung thủ công từng unit cần sử dụng).</a:t>
            </a:r>
          </a:p>
          <a:p>
            <a:pPr marL="342900" indent="-342900">
              <a:buAutoNum type="arabicPeriod"/>
            </a:pPr>
            <a:r>
              <a:rPr kumimoji="1" lang="en-US" altLang="ja-JP" sz="1700">
                <a:latin typeface="Times New Roman" panose="02020603050405020304" pitchFamily="18" charset="0"/>
                <a:cs typeface="Times New Roman" panose="02020603050405020304" pitchFamily="18" charset="0"/>
              </a:rPr>
              <a:t>Download thủ công từng mã hàng R3 trên SAP.</a:t>
            </a:r>
          </a:p>
          <a:p>
            <a:pPr marL="342900" indent="-342900">
              <a:buAutoNum type="arabicPeriod"/>
            </a:pPr>
            <a:r>
              <a:rPr kumimoji="1" lang="en-US" altLang="ja-JP" sz="1700">
                <a:latin typeface="Times New Roman" panose="02020603050405020304" pitchFamily="18" charset="0"/>
                <a:cs typeface="Times New Roman" panose="02020603050405020304" pitchFamily="18" charset="0"/>
              </a:rPr>
              <a:t>Copy file Bom cũ vào thư mục so sánh BOM. Xóa dữ liệu CTTT, PLM, R3, Total CTTT, MSI, List JIG, Tổng kết cũ.</a:t>
            </a:r>
          </a:p>
          <a:p>
            <a:pPr marL="342900" indent="-342900">
              <a:buAutoNum type="arabicPeriod"/>
            </a:pPr>
            <a:r>
              <a:rPr kumimoji="1" lang="en-US" altLang="ja-JP" sz="1700">
                <a:latin typeface="Times New Roman" panose="02020603050405020304" pitchFamily="18" charset="0"/>
                <a:cs typeface="Times New Roman" panose="02020603050405020304" pitchFamily="18" charset="0"/>
              </a:rPr>
              <a:t>Copy bước 1 và bước 2 vào Sheet PLM, Sheet R3 của form so sánh BOM, refresh Pivot Table của PLM và R3, Total CTTT.</a:t>
            </a:r>
          </a:p>
          <a:p>
            <a:pPr marL="342900" indent="-342900">
              <a:buAutoNum type="arabicPeriod"/>
            </a:pPr>
            <a:r>
              <a:rPr kumimoji="1" lang="en-US" altLang="ja-JP" sz="1700">
                <a:latin typeface="Times New Roman" panose="02020603050405020304" pitchFamily="18" charset="0"/>
                <a:cs typeface="Times New Roman" panose="02020603050405020304" pitchFamily="18" charset="0"/>
              </a:rPr>
              <a:t>Gửi thư yêu cầu người phụ trách copy danh sách linh kiện vào file so sánh BOM.</a:t>
            </a:r>
          </a:p>
          <a:p>
            <a:pPr marL="342900" indent="-342900">
              <a:buAutoNum type="arabicPeriod"/>
            </a:pPr>
            <a:r>
              <a:rPr kumimoji="1" lang="en-US" altLang="ja-JP" sz="1700">
                <a:latin typeface="Times New Roman" panose="02020603050405020304" pitchFamily="18" charset="0"/>
                <a:cs typeface="Times New Roman" panose="02020603050405020304" pitchFamily="18" charset="0"/>
              </a:rPr>
              <a:t>Người phụ trách vào BOM để copy danh sách linh kiện, lọc và giải thích dữ liệu cần giải thích của Sheet CTTT, PLM, Total CTTT. Leader và quản lý double check lại. Ngoài ra leader còn phải cập nhật mới dữ liệu PLM và R3 và phải backup thủ công dữ liệu sheet PLM cũ có thông tin giải thích của người phụ trách.</a:t>
            </a:r>
          </a:p>
          <a:p>
            <a:pPr marL="342900" indent="-342900">
              <a:buAutoNum type="arabicPeriod"/>
            </a:pPr>
            <a:r>
              <a:rPr kumimoji="1" lang="en-US" altLang="ja-JP" sz="1700">
                <a:latin typeface="Times New Roman" panose="02020603050405020304" pitchFamily="18" charset="0"/>
                <a:cs typeface="Times New Roman" panose="02020603050405020304" pitchFamily="18" charset="0"/>
              </a:rPr>
              <a:t>Người phụ trách liên quan đến MSI phải copy dữ liệu MSI cần quản lý vào sheet MSI, người phụ trách công đoạn hoàn thiện đóng gói dựa vào thông tin được cung cấp để double check lại thông tin ( bằng FIX_SERIAL_DLTOOL_VER010, BOM)</a:t>
            </a:r>
          </a:p>
        </p:txBody>
      </p:sp>
      <p:sp>
        <p:nvSpPr>
          <p:cNvPr id="3" name="Rectangle 2">
            <a:extLst>
              <a:ext uri="{FF2B5EF4-FFF2-40B4-BE49-F238E27FC236}">
                <a16:creationId xmlns:a16="http://schemas.microsoft.com/office/drawing/2014/main" id="{9220B4E0-90B4-5D77-479F-795CE5FEE621}"/>
              </a:ext>
            </a:extLst>
          </p:cNvPr>
          <p:cNvSpPr/>
          <p:nvPr/>
        </p:nvSpPr>
        <p:spPr>
          <a:xfrm>
            <a:off x="742122" y="4855397"/>
            <a:ext cx="7580245" cy="1419196"/>
          </a:xfrm>
          <a:prstGeom prst="rect">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kumimoji="1" lang="ja-JP" altLang="en-US"/>
              <a:t>➞</a:t>
            </a:r>
            <a:r>
              <a:rPr kumimoji="1" lang="en-US" altLang="ja-JP"/>
              <a:t>Nhược điểm: Từ Bước 1</a:t>
            </a:r>
            <a:r>
              <a:rPr kumimoji="1" lang="ja-JP" altLang="en-US"/>
              <a:t>➞</a:t>
            </a:r>
            <a:r>
              <a:rPr kumimoji="1" lang="en-US" altLang="ja-JP"/>
              <a:t>4 Leader tốn nhiều thời gian chuẩn bị BOM.</a:t>
            </a:r>
          </a:p>
          <a:p>
            <a:pPr algn="ctr"/>
            <a:r>
              <a:rPr kumimoji="1" lang="en-US" altLang="ja-JP"/>
              <a:t>Bước 6: Người phụ trách tốn nhiều thời gian copy danh sách vào BOM(do phải chờ đợi nhau). Khi so sánh phải thực hiện nhiều thao tác lọc dữ liệu. </a:t>
            </a:r>
          </a:p>
          <a:p>
            <a:pPr algn="ctr"/>
            <a:r>
              <a:rPr kumimoji="1" lang="en-US" altLang="ja-JP"/>
              <a:t>Bước 7: Người phụ trách công đoạn hoàn thiện đóng gói tốn thời gian double check dữ liệu MSI.</a:t>
            </a:r>
            <a:endParaRPr kumimoji="1" lang="ja-JP" altLang="en-US"/>
          </a:p>
        </p:txBody>
      </p:sp>
      <p:sp>
        <p:nvSpPr>
          <p:cNvPr id="4" name="Slide Number Placeholder 3">
            <a:extLst>
              <a:ext uri="{FF2B5EF4-FFF2-40B4-BE49-F238E27FC236}">
                <a16:creationId xmlns:a16="http://schemas.microsoft.com/office/drawing/2014/main" id="{B835566A-FA5F-6B7F-537D-6C1A8145F829}"/>
              </a:ext>
            </a:extLst>
          </p:cNvPr>
          <p:cNvSpPr>
            <a:spLocks noGrp="1"/>
          </p:cNvSpPr>
          <p:nvPr>
            <p:ph type="sldNum" sz="quarter" idx="4"/>
          </p:nvPr>
        </p:nvSpPr>
        <p:spPr>
          <a:xfrm>
            <a:off x="5867400" y="6324600"/>
            <a:ext cx="2819400" cy="365125"/>
          </a:xfrm>
        </p:spPr>
        <p:txBody>
          <a:bodyPr/>
          <a:lstStyle/>
          <a:p>
            <a:fld id="{E38BFB4B-70AE-4AFC-9806-78E9768488DC}" type="slidenum">
              <a:rPr lang="fr-FR" altLang="ja-JP" sz="1600" smtClean="0">
                <a:solidFill>
                  <a:schemeClr val="tx1"/>
                </a:solidFill>
              </a:rPr>
              <a:pPr/>
              <a:t>3</a:t>
            </a:fld>
            <a:endParaRPr lang="fr-FR" altLang="ja-JP" sz="1600">
              <a:solidFill>
                <a:schemeClr val="tx1"/>
              </a:solidFill>
            </a:endParaRPr>
          </a:p>
          <a:p>
            <a:r>
              <a:rPr lang="fr-FR" altLang="ja-JP" sz="1000"/>
              <a:t>©20</a:t>
            </a:r>
            <a:r>
              <a:rPr lang="en-US" altLang="ja-JP" sz="1000"/>
              <a:t>19</a:t>
            </a:r>
            <a:r>
              <a:rPr lang="fr-FR" altLang="ja-JP" sz="1000"/>
              <a:t> KYOCERA Document Solutions Inc.</a:t>
            </a:r>
            <a:endParaRPr lang="en-US" sz="1000"/>
          </a:p>
        </p:txBody>
      </p:sp>
    </p:spTree>
    <p:extLst>
      <p:ext uri="{BB962C8B-B14F-4D97-AF65-F5344CB8AC3E}">
        <p14:creationId xmlns:p14="http://schemas.microsoft.com/office/powerpoint/2010/main" val="77440652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23A45495-BB1A-C987-6377-DA8F0CA0C4E4}"/>
              </a:ext>
            </a:extLst>
          </p:cNvPr>
          <p:cNvCxnSpPr/>
          <p:nvPr/>
        </p:nvCxnSpPr>
        <p:spPr>
          <a:xfrm>
            <a:off x="0" y="472118"/>
            <a:ext cx="914400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タイトル 1">
            <a:extLst>
              <a:ext uri="{FF2B5EF4-FFF2-40B4-BE49-F238E27FC236}">
                <a16:creationId xmlns:a16="http://schemas.microsoft.com/office/drawing/2014/main" id="{D6919E21-2459-31B6-CD04-B7C11D0F82CB}"/>
              </a:ext>
            </a:extLst>
          </p:cNvPr>
          <p:cNvSpPr txBox="1">
            <a:spLocks/>
          </p:cNvSpPr>
          <p:nvPr/>
        </p:nvSpPr>
        <p:spPr>
          <a:xfrm>
            <a:off x="423667" y="24001"/>
            <a:ext cx="8070978" cy="503938"/>
          </a:xfrm>
          <a:prstGeom prst="rect">
            <a:avLst/>
          </a:prstGeom>
        </p:spPr>
        <p:txBody>
          <a:bodyPr vert="horz" wrap="none" lIns="0" tIns="0" rIns="0" bIns="0" rtlCol="0" anchor="ctr" anchorCtr="0">
            <a:noAutofit/>
          </a:bodyPr>
          <a:lstStyle>
            <a:lvl1pPr algn="l" defTabSz="914400" rtl="0" eaLnBrk="1" latinLnBrk="0" hangingPunct="1">
              <a:lnSpc>
                <a:spcPct val="90000"/>
              </a:lnSpc>
              <a:spcBef>
                <a:spcPct val="0"/>
              </a:spcBef>
              <a:buNone/>
              <a:defRPr kumimoji="1" sz="1600" b="1" kern="1200">
                <a:solidFill>
                  <a:schemeClr val="tx1"/>
                </a:solidFill>
                <a:latin typeface="+mj-lt"/>
                <a:ea typeface="+mj-ea"/>
                <a:cs typeface="+mj-cs"/>
              </a:defRPr>
            </a:lvl1pPr>
          </a:lstStyle>
          <a:p>
            <a:pPr algn="ctr"/>
            <a:r>
              <a:rPr lang="en-US" sz="2400" dirty="0">
                <a:latin typeface="Times" panose="02020603050405020304" pitchFamily="18" charset="0"/>
                <a:cs typeface="Times" panose="02020603050405020304" pitchFamily="18" charset="0"/>
              </a:rPr>
              <a:t>1</a:t>
            </a:r>
            <a:r>
              <a:rPr lang="en-US" sz="2400">
                <a:latin typeface="Times" panose="02020603050405020304" pitchFamily="18" charset="0"/>
                <a:cs typeface="Times" panose="02020603050405020304" pitchFamily="18" charset="0"/>
              </a:rPr>
              <a:t>. </a:t>
            </a:r>
            <a:r>
              <a:rPr lang="en-US" altLang="ja-JP" sz="2400">
                <a:latin typeface="Times" panose="02020603050405020304" pitchFamily="18" charset="0"/>
                <a:cs typeface="Times" panose="02020603050405020304" pitchFamily="18" charset="0"/>
              </a:rPr>
              <a:t>NẮM BẮT HIỆN TRẠNG </a:t>
            </a:r>
            <a:endParaRPr lang="ja-JP" altLang="en-US" sz="2800" kern="0" dirty="0">
              <a:latin typeface="Times" panose="02020603050405020304" pitchFamily="18" charset="0"/>
              <a:cs typeface="Times" panose="02020603050405020304" pitchFamily="18" charset="0"/>
            </a:endParaRPr>
          </a:p>
        </p:txBody>
      </p:sp>
      <p:sp>
        <p:nvSpPr>
          <p:cNvPr id="161" name="Rectangle: Rounded Corners 160">
            <a:extLst>
              <a:ext uri="{FF2B5EF4-FFF2-40B4-BE49-F238E27FC236}">
                <a16:creationId xmlns:a16="http://schemas.microsoft.com/office/drawing/2014/main" id="{42A75317-3E8A-8FC4-9377-455F9621C473}"/>
              </a:ext>
            </a:extLst>
          </p:cNvPr>
          <p:cNvSpPr/>
          <p:nvPr/>
        </p:nvSpPr>
        <p:spPr>
          <a:xfrm>
            <a:off x="-223190" y="388926"/>
            <a:ext cx="6835110" cy="387237"/>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ysClr val="windowText" lastClr="000000"/>
                </a:solidFill>
                <a:latin typeface="Times" panose="02020603050405020304" pitchFamily="18" charset="0"/>
                <a:cs typeface="Times" panose="02020603050405020304" pitchFamily="18" charset="0"/>
              </a:rPr>
              <a:t>1.2 Lưu trình sau khi sử dụng phần mềm so sánh BOM tự động</a:t>
            </a:r>
            <a:endParaRPr lang="vi-VN" b="1" dirty="0">
              <a:solidFill>
                <a:sysClr val="windowText" lastClr="000000"/>
              </a:solidFill>
              <a:latin typeface="Times" panose="02020603050405020304" pitchFamily="18" charset="0"/>
              <a:cs typeface="Times" panose="02020603050405020304" pitchFamily="18" charset="0"/>
            </a:endParaRPr>
          </a:p>
        </p:txBody>
      </p:sp>
      <p:sp>
        <p:nvSpPr>
          <p:cNvPr id="4" name="TextBox 3">
            <a:extLst>
              <a:ext uri="{FF2B5EF4-FFF2-40B4-BE49-F238E27FC236}">
                <a16:creationId xmlns:a16="http://schemas.microsoft.com/office/drawing/2014/main" id="{8B748BE2-8C32-73EF-E136-6F253F06455B}"/>
              </a:ext>
            </a:extLst>
          </p:cNvPr>
          <p:cNvSpPr txBox="1"/>
          <p:nvPr/>
        </p:nvSpPr>
        <p:spPr>
          <a:xfrm>
            <a:off x="609600" y="776163"/>
            <a:ext cx="7924800" cy="5401479"/>
          </a:xfrm>
          <a:prstGeom prst="rect">
            <a:avLst/>
          </a:prstGeom>
          <a:noFill/>
        </p:spPr>
        <p:txBody>
          <a:bodyPr wrap="square" rtlCol="0">
            <a:spAutoFit/>
          </a:bodyPr>
          <a:lstStyle/>
          <a:p>
            <a:pPr marL="342900" indent="-342900">
              <a:buAutoNum type="arabicPeriod"/>
            </a:pPr>
            <a:r>
              <a:rPr kumimoji="1" lang="en-US" altLang="ja-JP" sz="1500">
                <a:latin typeface="Times New Roman" panose="02020603050405020304" pitchFamily="18" charset="0"/>
                <a:cs typeface="Times New Roman" panose="02020603050405020304" pitchFamily="18" charset="0"/>
              </a:rPr>
              <a:t>Download PLM trên TC14(phải bung từng unit cần sử dụng</a:t>
            </a:r>
            <a:r>
              <a:rPr kumimoji="1" lang="ja-JP" altLang="en-US" sz="1500">
                <a:latin typeface="Times New Roman" panose="02020603050405020304" pitchFamily="18" charset="0"/>
                <a:cs typeface="Times New Roman" panose="02020603050405020304" pitchFamily="18" charset="0"/>
              </a:rPr>
              <a:t>➞</a:t>
            </a:r>
            <a:r>
              <a:rPr kumimoji="1" lang="en-US" altLang="ja-JP" sz="1500">
                <a:latin typeface="Times New Roman" panose="02020603050405020304" pitchFamily="18" charset="0"/>
                <a:cs typeface="Times New Roman" panose="02020603050405020304" pitchFamily="18" charset="0"/>
              </a:rPr>
              <a:t>Tìm hiểu quy luật BOM để tạo bộ lọc</a:t>
            </a:r>
            <a:r>
              <a:rPr kumimoji="1" lang="ja-JP" altLang="en-US" sz="1500">
                <a:latin typeface="Times New Roman" panose="02020603050405020304" pitchFamily="18" charset="0"/>
                <a:cs typeface="Times New Roman" panose="02020603050405020304" pitchFamily="18" charset="0"/>
              </a:rPr>
              <a:t>➞</a:t>
            </a:r>
            <a:r>
              <a:rPr kumimoji="1" lang="en-US" altLang="ja-JP" sz="1500">
                <a:latin typeface="Times New Roman" panose="02020603050405020304" pitchFamily="18" charset="0"/>
                <a:cs typeface="Times New Roman" panose="02020603050405020304" pitchFamily="18" charset="0"/>
              </a:rPr>
              <a:t>xử lý dữ liệu excel sau khi bung full BOM tự động</a:t>
            </a:r>
            <a:r>
              <a:rPr kumimoji="1" lang="ja-JP" altLang="en-US" sz="1500">
                <a:latin typeface="Times New Roman" panose="02020603050405020304" pitchFamily="18" charset="0"/>
                <a:cs typeface="Times New Roman" panose="02020603050405020304" pitchFamily="18" charset="0"/>
              </a:rPr>
              <a:t>➞</a:t>
            </a:r>
            <a:r>
              <a:rPr kumimoji="1" lang="en-US" altLang="ja-JP" sz="1500">
                <a:latin typeface="Times New Roman" panose="02020603050405020304" pitchFamily="18" charset="0"/>
                <a:cs typeface="Times New Roman" panose="02020603050405020304" pitchFamily="18" charset="0"/>
              </a:rPr>
              <a:t>mỗi loại máy có 1 bộ lọc riêng(</a:t>
            </a:r>
            <a:r>
              <a:rPr kumimoji="1" lang="en-US" altLang="ja-JP" sz="1500">
                <a:solidFill>
                  <a:srgbClr val="FF0000"/>
                </a:solidFill>
                <a:latin typeface="Times New Roman" panose="02020603050405020304" pitchFamily="18" charset="0"/>
                <a:cs typeface="Times New Roman" panose="02020603050405020304" pitchFamily="18" charset="0"/>
              </a:rPr>
              <a:t>đã hoàn thành và đang thử nghiệm lần đầu cho Iris2024, Libra2</a:t>
            </a:r>
            <a:r>
              <a:rPr kumimoji="1" lang="en-US" altLang="ja-JP" sz="1500">
                <a:latin typeface="Times New Roman" panose="02020603050405020304" pitchFamily="18" charset="0"/>
                <a:cs typeface="Times New Roman" panose="02020603050405020304" pitchFamily="18" charset="0"/>
              </a:rPr>
              <a:t>). </a:t>
            </a:r>
            <a:r>
              <a:rPr kumimoji="1" lang="en-US" altLang="ja-JP" sz="1500">
                <a:solidFill>
                  <a:srgbClr val="FF0000"/>
                </a:solidFill>
                <a:latin typeface="Times New Roman" panose="02020603050405020304" pitchFamily="18" charset="0"/>
                <a:cs typeface="Times New Roman" panose="02020603050405020304" pitchFamily="18" charset="0"/>
              </a:rPr>
              <a:t>Có thể lọc BOM và phân chia file sau xử lý lọc BOM về từng thư mục BOM chỉ định.</a:t>
            </a:r>
          </a:p>
          <a:p>
            <a:pPr marL="342900" indent="-342900">
              <a:buFontTx/>
              <a:buAutoNum type="arabicPeriod"/>
            </a:pPr>
            <a:r>
              <a:rPr kumimoji="1" lang="en-US" altLang="ja-JP" sz="1500">
                <a:solidFill>
                  <a:srgbClr val="FF0000"/>
                </a:solidFill>
                <a:latin typeface="Times New Roman" panose="02020603050405020304" pitchFamily="18" charset="0"/>
                <a:cs typeface="Times New Roman" panose="02020603050405020304" pitchFamily="18" charset="0"/>
              </a:rPr>
              <a:t>Dùng VBA để download all mã hàng R3 trên SAP theo list cung cấp và tự động phân chia file download được về từng thư mục BOM chỉ định. </a:t>
            </a:r>
          </a:p>
          <a:p>
            <a:pPr marL="342900" indent="-342900">
              <a:buFontTx/>
              <a:buAutoNum type="arabicPeriod"/>
            </a:pPr>
            <a:r>
              <a:rPr kumimoji="1" lang="en-US" altLang="ja-JP" sz="1500">
                <a:latin typeface="Times New Roman" panose="02020603050405020304" pitchFamily="18" charset="0"/>
                <a:cs typeface="Times New Roman" panose="02020603050405020304" pitchFamily="18" charset="0"/>
              </a:rPr>
              <a:t>Tạo file nhập danh sách linh kiện cho từng thành viên trong team. Hoặc linh hoạt bổ sung thêm thành viên khi có sự thay đổi nhân sự trong Project.</a:t>
            </a:r>
          </a:p>
          <a:p>
            <a:pPr marL="342900" indent="-342900">
              <a:buFontTx/>
              <a:buAutoNum type="arabicPeriod"/>
            </a:pPr>
            <a:r>
              <a:rPr kumimoji="1" lang="en-US" altLang="ja-JP" sz="1500">
                <a:latin typeface="Times New Roman" panose="02020603050405020304" pitchFamily="18" charset="0"/>
                <a:cs typeface="Times New Roman" panose="02020603050405020304" pitchFamily="18" charset="0"/>
              </a:rPr>
              <a:t>Khi thành viên trong team nhập danh sách linh kiện, Leader có thể kiểm tra được trạng thái đã nhập/ chưa nhập danh sách linh kiện của từng thành viên.</a:t>
            </a:r>
          </a:p>
          <a:p>
            <a:pPr marL="342900" indent="-342900">
              <a:buAutoNum type="arabicPeriod"/>
            </a:pPr>
            <a:r>
              <a:rPr kumimoji="1" lang="en-US" altLang="ja-JP" sz="1500">
                <a:latin typeface="Times New Roman" panose="02020603050405020304" pitchFamily="18" charset="0"/>
                <a:cs typeface="Times New Roman" panose="02020603050405020304" pitchFamily="18" charset="0"/>
              </a:rPr>
              <a:t>Người phụ trách lưu ý nhập danh sách linh kiện, </a:t>
            </a:r>
            <a:r>
              <a:rPr kumimoji="1" lang="en-US" altLang="ja-JP" sz="1500">
                <a:solidFill>
                  <a:srgbClr val="FF0000"/>
                </a:solidFill>
                <a:latin typeface="Times New Roman" panose="02020603050405020304" pitchFamily="18" charset="0"/>
                <a:cs typeface="Times New Roman" panose="02020603050405020304" pitchFamily="18" charset="0"/>
              </a:rPr>
              <a:t>MSI, label quản lý 7980/7990</a:t>
            </a:r>
            <a:r>
              <a:rPr kumimoji="1" lang="en-US" altLang="ja-JP" sz="1500">
                <a:latin typeface="Times New Roman" panose="02020603050405020304" pitchFamily="18" charset="0"/>
                <a:cs typeface="Times New Roman" panose="02020603050405020304" pitchFamily="18" charset="0"/>
              </a:rPr>
              <a:t> vào file excel có tên mình, sau khi toàn bộ thành viên hoàn thành bước copy danh sách linh kiện, MSI, leader bấm nút, chương trình tự động copy file mẫu so sánh BOM trong folder gốc(file mẫu này đã được xóa hết dữ liệu cũ của các sheet Tongket/List JIG/MSI/CTTT/PLM/R3/CTTT_Total) về thư mục so sánh BOM chỉ định, copy danh sách linh kiện, </a:t>
            </a:r>
            <a:r>
              <a:rPr kumimoji="1" lang="en-US" altLang="ja-JP" sz="1500">
                <a:solidFill>
                  <a:srgbClr val="FF0000"/>
                </a:solidFill>
                <a:latin typeface="Times New Roman" panose="02020603050405020304" pitchFamily="18" charset="0"/>
                <a:cs typeface="Times New Roman" panose="02020603050405020304" pitchFamily="18" charset="0"/>
              </a:rPr>
              <a:t>MSI, label quản lý 7980/7990</a:t>
            </a:r>
            <a:r>
              <a:rPr kumimoji="1" lang="en-US" altLang="ja-JP" sz="1500">
                <a:latin typeface="Times New Roman" panose="02020603050405020304" pitchFamily="18" charset="0"/>
                <a:cs typeface="Times New Roman" panose="02020603050405020304" pitchFamily="18" charset="0"/>
              </a:rPr>
              <a:t> , PLM, R3, tạo pivot table, tự động lọc dữ liệu cần so sánh. Ngoài ra còn có chức năng tự động cập nhật PLM(backup tự động dữ liệu sheet PLM cũ), tự động cập nhật R3.</a:t>
            </a:r>
          </a:p>
          <a:p>
            <a:pPr marL="342900" indent="-342900">
              <a:buAutoNum type="arabicPeriod"/>
            </a:pPr>
            <a:r>
              <a:rPr kumimoji="1" lang="en-US" altLang="ja-JP" sz="1500">
                <a:solidFill>
                  <a:srgbClr val="FF0000"/>
                </a:solidFill>
                <a:latin typeface="Times New Roman" panose="02020603050405020304" pitchFamily="18" charset="0"/>
                <a:cs typeface="Times New Roman" panose="02020603050405020304" pitchFamily="18" charset="0"/>
              </a:rPr>
              <a:t>Phát triển chức năng thành viên tự động so sánh BOM PLM, R3 trong file nhập danh sách linh kiện, có thể Giải thích sai khác của chỉ thị thao tác với PLM và R3. Sau khi người phụ trách tự so sánh OK sẽ bấm xác nhận trạng thái của file đã sẵn sàng để cập nhật vào file BOM tổng.</a:t>
            </a:r>
          </a:p>
          <a:p>
            <a:pPr marL="342900" indent="-342900">
              <a:buAutoNum type="arabicPeriod"/>
            </a:pPr>
            <a:r>
              <a:rPr kumimoji="1" lang="en-US" altLang="ja-JP" sz="1500">
                <a:latin typeface="Times New Roman" panose="02020603050405020304" pitchFamily="18" charset="0"/>
                <a:cs typeface="Times New Roman" panose="02020603050405020304" pitchFamily="18" charset="0"/>
              </a:rPr>
              <a:t>Người phụ trách liên quan đến MSI phải copy dữ liệu MSI cần quản lý vào sheet MSI, người phụ trách công đoạn hoàn thiện đóng gói bấm nút chương trình tự động double check thông tin MSI được nhập và phán định OK/NG.</a:t>
            </a:r>
          </a:p>
        </p:txBody>
      </p:sp>
      <p:sp>
        <p:nvSpPr>
          <p:cNvPr id="2" name="Slide Number Placeholder 3">
            <a:extLst>
              <a:ext uri="{FF2B5EF4-FFF2-40B4-BE49-F238E27FC236}">
                <a16:creationId xmlns:a16="http://schemas.microsoft.com/office/drawing/2014/main" id="{BD890C3F-5B2E-1CF8-1177-C96F9DC56D26}"/>
              </a:ext>
            </a:extLst>
          </p:cNvPr>
          <p:cNvSpPr>
            <a:spLocks noGrp="1"/>
          </p:cNvSpPr>
          <p:nvPr>
            <p:ph type="sldNum" sz="quarter" idx="4"/>
          </p:nvPr>
        </p:nvSpPr>
        <p:spPr>
          <a:xfrm>
            <a:off x="5867400" y="6324600"/>
            <a:ext cx="2819400" cy="365125"/>
          </a:xfrm>
        </p:spPr>
        <p:txBody>
          <a:bodyPr/>
          <a:lstStyle/>
          <a:p>
            <a:fld id="{E38BFB4B-70AE-4AFC-9806-78E9768488DC}" type="slidenum">
              <a:rPr lang="fr-FR" altLang="ja-JP" sz="1600" smtClean="0">
                <a:solidFill>
                  <a:schemeClr val="tx1"/>
                </a:solidFill>
              </a:rPr>
              <a:pPr/>
              <a:t>4</a:t>
            </a:fld>
            <a:endParaRPr lang="fr-FR" altLang="ja-JP" sz="1600">
              <a:solidFill>
                <a:schemeClr val="tx1"/>
              </a:solidFill>
            </a:endParaRPr>
          </a:p>
          <a:p>
            <a:r>
              <a:rPr lang="fr-FR" altLang="ja-JP" sz="1000"/>
              <a:t>©20</a:t>
            </a:r>
            <a:r>
              <a:rPr lang="en-US" altLang="ja-JP" sz="1000"/>
              <a:t>19</a:t>
            </a:r>
            <a:r>
              <a:rPr lang="fr-FR" altLang="ja-JP" sz="1000"/>
              <a:t> KYOCERA Document Solutions Inc.</a:t>
            </a:r>
            <a:endParaRPr lang="en-US" sz="1000"/>
          </a:p>
        </p:txBody>
      </p:sp>
    </p:spTree>
    <p:extLst>
      <p:ext uri="{BB962C8B-B14F-4D97-AF65-F5344CB8AC3E}">
        <p14:creationId xmlns:p14="http://schemas.microsoft.com/office/powerpoint/2010/main" val="312039609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2716E1FC-CD85-CD4A-6551-F5480B3E7874}"/>
              </a:ext>
            </a:extLst>
          </p:cNvPr>
          <p:cNvPicPr>
            <a:picLocks noChangeAspect="1"/>
          </p:cNvPicPr>
          <p:nvPr/>
        </p:nvPicPr>
        <p:blipFill>
          <a:blip r:embed="rId2"/>
          <a:stretch>
            <a:fillRect/>
          </a:stretch>
        </p:blipFill>
        <p:spPr>
          <a:xfrm>
            <a:off x="0" y="3914467"/>
            <a:ext cx="8939134" cy="1222744"/>
          </a:xfrm>
          <a:prstGeom prst="rect">
            <a:avLst/>
          </a:prstGeom>
        </p:spPr>
      </p:pic>
      <p:pic>
        <p:nvPicPr>
          <p:cNvPr id="11" name="Picture 10">
            <a:extLst>
              <a:ext uri="{FF2B5EF4-FFF2-40B4-BE49-F238E27FC236}">
                <a16:creationId xmlns:a16="http://schemas.microsoft.com/office/drawing/2014/main" id="{61884430-DE2F-6B79-205D-3EB91934AA8C}"/>
              </a:ext>
            </a:extLst>
          </p:cNvPr>
          <p:cNvPicPr>
            <a:picLocks noChangeAspect="1"/>
          </p:cNvPicPr>
          <p:nvPr/>
        </p:nvPicPr>
        <p:blipFill>
          <a:blip r:embed="rId3"/>
          <a:stretch>
            <a:fillRect/>
          </a:stretch>
        </p:blipFill>
        <p:spPr>
          <a:xfrm>
            <a:off x="676265" y="2231642"/>
            <a:ext cx="2220943" cy="1358689"/>
          </a:xfrm>
          <a:prstGeom prst="rect">
            <a:avLst/>
          </a:prstGeom>
        </p:spPr>
      </p:pic>
      <p:sp>
        <p:nvSpPr>
          <p:cNvPr id="2" name="Title 1">
            <a:extLst>
              <a:ext uri="{FF2B5EF4-FFF2-40B4-BE49-F238E27FC236}">
                <a16:creationId xmlns:a16="http://schemas.microsoft.com/office/drawing/2014/main" id="{E24D8E16-0736-6025-B5E6-D9712A2FBEBB}"/>
              </a:ext>
            </a:extLst>
          </p:cNvPr>
          <p:cNvSpPr>
            <a:spLocks noGrp="1"/>
          </p:cNvSpPr>
          <p:nvPr>
            <p:ph type="title"/>
          </p:nvPr>
        </p:nvSpPr>
        <p:spPr>
          <a:xfrm>
            <a:off x="0" y="29029"/>
            <a:ext cx="8229600" cy="443089"/>
          </a:xfrm>
        </p:spPr>
        <p:txBody>
          <a:bodyPr>
            <a:normAutofit fontScale="90000"/>
          </a:bodyPr>
          <a:lstStyle/>
          <a:p>
            <a:r>
              <a:rPr kumimoji="1" lang="en-US" altLang="ja-JP" sz="2400">
                <a:latin typeface="Times New Roman" panose="02020603050405020304" pitchFamily="18" charset="0"/>
                <a:cs typeface="Times New Roman" panose="02020603050405020304" pitchFamily="18" charset="0"/>
              </a:rPr>
              <a:t>2. Giao diện chương trình trong file tonghop_new.xlsm</a:t>
            </a:r>
            <a:endParaRPr kumimoji="1" lang="ja-JP" altLang="en-US" sz="240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3855693-7E44-4859-E3C7-4B95CB87B6ED}"/>
              </a:ext>
            </a:extLst>
          </p:cNvPr>
          <p:cNvSpPr>
            <a:spLocks noGrp="1"/>
          </p:cNvSpPr>
          <p:nvPr>
            <p:ph idx="1"/>
          </p:nvPr>
        </p:nvSpPr>
        <p:spPr>
          <a:xfrm>
            <a:off x="457200" y="853118"/>
            <a:ext cx="8229600" cy="2956883"/>
          </a:xfrm>
        </p:spPr>
        <p:txBody>
          <a:bodyPr/>
          <a:lstStyle/>
          <a:p>
            <a:r>
              <a:rPr kumimoji="1" lang="en-US" altLang="ja-JP">
                <a:latin typeface="Times New Roman" panose="02020603050405020304" pitchFamily="18" charset="0"/>
                <a:cs typeface="Times New Roman" panose="02020603050405020304" pitchFamily="18" charset="0"/>
              </a:rPr>
              <a:t>Links gốc chương trình:</a:t>
            </a:r>
            <a:br>
              <a:rPr kumimoji="1" lang="en-US" altLang="ja-JP"/>
            </a:br>
            <a:r>
              <a:rPr kumimoji="1" lang="en-US" altLang="ja-JP"/>
              <a:t>\\fstvn01\Data\10_Production Engineering Department(</a:t>
            </a:r>
            <a:r>
              <a:rPr kumimoji="1" lang="ja-JP" altLang="en-US"/>
              <a:t>製造技術部</a:t>
            </a:r>
            <a:r>
              <a:rPr kumimoji="1" lang="en-US" altLang="ja-JP"/>
              <a:t>)\02.</a:t>
            </a:r>
            <a:r>
              <a:rPr kumimoji="1" lang="ja-JP" altLang="en-US"/>
              <a:t>製造技術課</a:t>
            </a:r>
            <a:r>
              <a:rPr kumimoji="1" lang="en-US" altLang="ja-JP"/>
              <a:t>\PE Dept\15. FORM</a:t>
            </a:r>
            <a:r>
              <a:rPr kumimoji="1" lang="ja-JP" altLang="en-US"/>
              <a:t>（</a:t>
            </a:r>
            <a:r>
              <a:rPr kumimoji="1" lang="en-US" altLang="ja-JP"/>
              <a:t>BIEU MAU</a:t>
            </a:r>
            <a:r>
              <a:rPr kumimoji="1" lang="ja-JP" altLang="en-US"/>
              <a:t>）</a:t>
            </a:r>
            <a:r>
              <a:rPr kumimoji="1" lang="en-US" altLang="ja-JP"/>
              <a:t>-</a:t>
            </a:r>
            <a:r>
              <a:rPr kumimoji="1" lang="ja-JP" altLang="en-US"/>
              <a:t>形式</a:t>
            </a:r>
            <a:r>
              <a:rPr kumimoji="1" lang="en-US" altLang="ja-JP"/>
              <a:t>\Form_VBA\Form_VBA_SS_BOM</a:t>
            </a:r>
            <a:endParaRPr kumimoji="1" lang="ja-JP" altLang="en-US"/>
          </a:p>
        </p:txBody>
      </p:sp>
      <p:sp>
        <p:nvSpPr>
          <p:cNvPr id="4" name="Slide Number Placeholder 3">
            <a:extLst>
              <a:ext uri="{FF2B5EF4-FFF2-40B4-BE49-F238E27FC236}">
                <a16:creationId xmlns:a16="http://schemas.microsoft.com/office/drawing/2014/main" id="{61E202AF-CD2A-ACE7-3A1C-C928AFFE7347}"/>
              </a:ext>
            </a:extLst>
          </p:cNvPr>
          <p:cNvSpPr>
            <a:spLocks noGrp="1"/>
          </p:cNvSpPr>
          <p:nvPr>
            <p:ph type="sldNum" sz="quarter" idx="4"/>
          </p:nvPr>
        </p:nvSpPr>
        <p:spPr/>
        <p:txBody>
          <a:bodyPr/>
          <a:lstStyle/>
          <a:p>
            <a:fld id="{E38BFB4B-70AE-4AFC-9806-78E9768488DC}" type="slidenum">
              <a:rPr lang="fr-FR" altLang="ja-JP" sz="1600" smtClean="0">
                <a:solidFill>
                  <a:schemeClr val="tx1"/>
                </a:solidFill>
              </a:rPr>
              <a:pPr/>
              <a:t>5</a:t>
            </a:fld>
            <a:endParaRPr lang="fr-FR" altLang="ja-JP" sz="1600">
              <a:solidFill>
                <a:schemeClr val="tx1"/>
              </a:solidFill>
            </a:endParaRPr>
          </a:p>
          <a:p>
            <a:r>
              <a:rPr lang="fr-FR" altLang="ja-JP" sz="1000"/>
              <a:t>©20</a:t>
            </a:r>
            <a:r>
              <a:rPr lang="en-US" altLang="ja-JP" sz="1000"/>
              <a:t>19</a:t>
            </a:r>
            <a:r>
              <a:rPr lang="fr-FR" altLang="ja-JP" sz="1000"/>
              <a:t> KYOCERA Document Solutions Inc.</a:t>
            </a:r>
            <a:endParaRPr lang="en-US" sz="1000"/>
          </a:p>
        </p:txBody>
      </p:sp>
      <p:sp>
        <p:nvSpPr>
          <p:cNvPr id="7" name="TextBox 6">
            <a:extLst>
              <a:ext uri="{FF2B5EF4-FFF2-40B4-BE49-F238E27FC236}">
                <a16:creationId xmlns:a16="http://schemas.microsoft.com/office/drawing/2014/main" id="{3A436EBB-4780-C08E-A4D3-9B808FC6F0D4}"/>
              </a:ext>
            </a:extLst>
          </p:cNvPr>
          <p:cNvSpPr txBox="1"/>
          <p:nvPr/>
        </p:nvSpPr>
        <p:spPr>
          <a:xfrm>
            <a:off x="3705235" y="2260675"/>
            <a:ext cx="5029200" cy="1569660"/>
          </a:xfrm>
          <a:prstGeom prst="rect">
            <a:avLst/>
          </a:prstGeom>
          <a:noFill/>
        </p:spPr>
        <p:txBody>
          <a:bodyPr wrap="square" rtlCol="0">
            <a:spAutoFit/>
          </a:bodyPr>
          <a:lstStyle/>
          <a:p>
            <a:pPr marL="342900" indent="-342900">
              <a:buAutoNum type="arabicPeriod"/>
            </a:pPr>
            <a:r>
              <a:rPr kumimoji="1" lang="en-US" altLang="ja-JP" sz="1600">
                <a:latin typeface="Times New Roman" panose="02020603050405020304" pitchFamily="18" charset="0"/>
                <a:cs typeface="Times New Roman" panose="02020603050405020304" pitchFamily="18" charset="0"/>
              </a:rPr>
              <a:t>Form so sánh BOM gốc(chương trình tự động copy)</a:t>
            </a:r>
          </a:p>
          <a:p>
            <a:pPr marL="342900" indent="-342900">
              <a:buAutoNum type="arabicPeriod"/>
            </a:pPr>
            <a:r>
              <a:rPr kumimoji="1" lang="en-US" altLang="ja-JP" sz="1600">
                <a:latin typeface="Times New Roman" panose="02020603050405020304" pitchFamily="18" charset="0"/>
                <a:cs typeface="Times New Roman" panose="02020603050405020304" pitchFamily="18" charset="0"/>
              </a:rPr>
              <a:t>Form cho phụ trách điền danh sách linh kiện(như trên)</a:t>
            </a:r>
          </a:p>
          <a:p>
            <a:pPr marL="342900" indent="-342900">
              <a:buAutoNum type="arabicPeriod"/>
            </a:pPr>
            <a:r>
              <a:rPr kumimoji="1" lang="en-US" altLang="ja-JP" sz="1600">
                <a:latin typeface="Times New Roman" panose="02020603050405020304" pitchFamily="18" charset="0"/>
                <a:cs typeface="Times New Roman" panose="02020603050405020304" pitchFamily="18" charset="0"/>
              </a:rPr>
              <a:t>File chương trình(chỉ leader sử dụng) chú ý khi so sánh BOM từ DMT, PMT thì sử dụng file tonghop****maT, từ PP trở đi thì dùng file tonghop****ma1</a:t>
            </a:r>
            <a:endParaRPr kumimoji="1" lang="ja-JP" altLang="en-US" sz="160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1791DC7B-87DE-1D4C-19A3-AE30112E08AA}"/>
              </a:ext>
            </a:extLst>
          </p:cNvPr>
          <p:cNvSpPr/>
          <p:nvPr/>
        </p:nvSpPr>
        <p:spPr>
          <a:xfrm>
            <a:off x="762000" y="2920434"/>
            <a:ext cx="1905000" cy="581774"/>
          </a:xfrm>
          <a:prstGeom prst="rect">
            <a:avLst/>
          </a:prstGeom>
          <a:noFill/>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2" name="Straight Connector 11">
            <a:extLst>
              <a:ext uri="{FF2B5EF4-FFF2-40B4-BE49-F238E27FC236}">
                <a16:creationId xmlns:a16="http://schemas.microsoft.com/office/drawing/2014/main" id="{D2BF388A-4F82-9A9A-2A4E-0B5EE5866144}"/>
              </a:ext>
            </a:extLst>
          </p:cNvPr>
          <p:cNvCxnSpPr>
            <a:cxnSpLocks/>
            <a:stCxn id="8" idx="2"/>
            <a:endCxn id="13" idx="0"/>
          </p:cNvCxnSpPr>
          <p:nvPr/>
        </p:nvCxnSpPr>
        <p:spPr>
          <a:xfrm>
            <a:off x="1714500" y="3502208"/>
            <a:ext cx="2755067" cy="412259"/>
          </a:xfrm>
          <a:prstGeom prst="line">
            <a:avLst/>
          </a:prstGeom>
          <a:noFill/>
          <a:ln>
            <a:solidFill>
              <a:srgbClr val="66CCFF"/>
            </a:solidFill>
          </a:ln>
        </p:spPr>
        <p:style>
          <a:lnRef idx="2">
            <a:schemeClr val="accent1">
              <a:shade val="15000"/>
            </a:schemeClr>
          </a:lnRef>
          <a:fillRef idx="1">
            <a:schemeClr val="accent1"/>
          </a:fillRef>
          <a:effectRef idx="0">
            <a:schemeClr val="accent1"/>
          </a:effectRef>
          <a:fontRef idx="minor">
            <a:schemeClr val="lt1"/>
          </a:fontRef>
        </p:style>
      </p:cxnSp>
      <p:grpSp>
        <p:nvGrpSpPr>
          <p:cNvPr id="14" name="Group 13">
            <a:extLst>
              <a:ext uri="{FF2B5EF4-FFF2-40B4-BE49-F238E27FC236}">
                <a16:creationId xmlns:a16="http://schemas.microsoft.com/office/drawing/2014/main" id="{6DD3598B-69FE-BEEF-2084-D2AAE97A02A4}"/>
              </a:ext>
            </a:extLst>
          </p:cNvPr>
          <p:cNvGrpSpPr>
            <a:grpSpLocks noChangeAspect="1"/>
          </p:cNvGrpSpPr>
          <p:nvPr/>
        </p:nvGrpSpPr>
        <p:grpSpPr bwMode="auto">
          <a:xfrm rot="2162947">
            <a:off x="6414071" y="4197784"/>
            <a:ext cx="525659" cy="556684"/>
            <a:chOff x="258535" y="462642"/>
            <a:chExt cx="1538" cy="1581"/>
          </a:xfrm>
          <a:solidFill>
            <a:srgbClr val="FF0000"/>
          </a:solidFill>
        </p:grpSpPr>
        <p:sp>
          <p:nvSpPr>
            <p:cNvPr id="15" name="Freeform 82">
              <a:extLst>
                <a:ext uri="{FF2B5EF4-FFF2-40B4-BE49-F238E27FC236}">
                  <a16:creationId xmlns:a16="http://schemas.microsoft.com/office/drawing/2014/main" id="{2087E390-4DAC-3D63-21DC-629BD929B9FE}"/>
                </a:ext>
              </a:extLst>
            </p:cNvPr>
            <p:cNvSpPr>
              <a:spLocks/>
            </p:cNvSpPr>
            <p:nvPr/>
          </p:nvSpPr>
          <p:spPr bwMode="auto">
            <a:xfrm>
              <a:off x="258535" y="462642"/>
              <a:ext cx="1046" cy="1479"/>
            </a:xfrm>
            <a:custGeom>
              <a:avLst/>
              <a:gdLst>
                <a:gd name="T0" fmla="*/ 648 w 858"/>
                <a:gd name="T1" fmla="*/ 980 h 1212"/>
                <a:gd name="T2" fmla="*/ 482 w 858"/>
                <a:gd name="T3" fmla="*/ 934 h 1212"/>
                <a:gd name="T4" fmla="*/ 276 w 858"/>
                <a:gd name="T5" fmla="*/ 861 h 1212"/>
                <a:gd name="T6" fmla="*/ 67 w 858"/>
                <a:gd name="T7" fmla="*/ 806 h 1212"/>
                <a:gd name="T8" fmla="*/ 36 w 858"/>
                <a:gd name="T9" fmla="*/ 761 h 1212"/>
                <a:gd name="T10" fmla="*/ 40 w 858"/>
                <a:gd name="T11" fmla="*/ 752 h 1212"/>
                <a:gd name="T12" fmla="*/ 51 w 858"/>
                <a:gd name="T13" fmla="*/ 735 h 1212"/>
                <a:gd name="T14" fmla="*/ 182 w 858"/>
                <a:gd name="T15" fmla="*/ 698 h 1212"/>
                <a:gd name="T16" fmla="*/ 312 w 858"/>
                <a:gd name="T17" fmla="*/ 720 h 1212"/>
                <a:gd name="T18" fmla="*/ 372 w 858"/>
                <a:gd name="T19" fmla="*/ 730 h 1212"/>
                <a:gd name="T20" fmla="*/ 390 w 858"/>
                <a:gd name="T21" fmla="*/ 723 h 1212"/>
                <a:gd name="T22" fmla="*/ 404 w 858"/>
                <a:gd name="T23" fmla="*/ 710 h 1212"/>
                <a:gd name="T24" fmla="*/ 419 w 858"/>
                <a:gd name="T25" fmla="*/ 659 h 1212"/>
                <a:gd name="T26" fmla="*/ 406 w 858"/>
                <a:gd name="T27" fmla="*/ 614 h 1212"/>
                <a:gd name="T28" fmla="*/ 400 w 858"/>
                <a:gd name="T29" fmla="*/ 604 h 1212"/>
                <a:gd name="T30" fmla="*/ 364 w 858"/>
                <a:gd name="T31" fmla="*/ 541 h 1212"/>
                <a:gd name="T32" fmla="*/ 136 w 858"/>
                <a:gd name="T33" fmla="*/ 173 h 1212"/>
                <a:gd name="T34" fmla="*/ 110 w 858"/>
                <a:gd name="T35" fmla="*/ 83 h 1212"/>
                <a:gd name="T36" fmla="*/ 141 w 858"/>
                <a:gd name="T37" fmla="*/ 54 h 1212"/>
                <a:gd name="T38" fmla="*/ 169 w 858"/>
                <a:gd name="T39" fmla="*/ 58 h 1212"/>
                <a:gd name="T40" fmla="*/ 237 w 858"/>
                <a:gd name="T41" fmla="*/ 138 h 1212"/>
                <a:gd name="T42" fmla="*/ 440 w 858"/>
                <a:gd name="T43" fmla="*/ 456 h 1212"/>
                <a:gd name="T44" fmla="*/ 498 w 858"/>
                <a:gd name="T45" fmla="*/ 490 h 1212"/>
                <a:gd name="T46" fmla="*/ 392 w 858"/>
                <a:gd name="T47" fmla="*/ 281 h 1212"/>
                <a:gd name="T48" fmla="*/ 255 w 858"/>
                <a:gd name="T49" fmla="*/ 67 h 1212"/>
                <a:gd name="T50" fmla="*/ 207 w 858"/>
                <a:gd name="T51" fmla="*/ 17 h 1212"/>
                <a:gd name="T52" fmla="*/ 143 w 858"/>
                <a:gd name="T53" fmla="*/ 0 h 1212"/>
                <a:gd name="T54" fmla="*/ 69 w 858"/>
                <a:gd name="T55" fmla="*/ 43 h 1212"/>
                <a:gd name="T56" fmla="*/ 57 w 858"/>
                <a:gd name="T57" fmla="*/ 126 h 1212"/>
                <a:gd name="T58" fmla="*/ 121 w 858"/>
                <a:gd name="T59" fmla="*/ 252 h 1212"/>
                <a:gd name="T60" fmla="*/ 349 w 858"/>
                <a:gd name="T61" fmla="*/ 620 h 1212"/>
                <a:gd name="T62" fmla="*/ 366 w 858"/>
                <a:gd name="T63" fmla="*/ 659 h 1212"/>
                <a:gd name="T64" fmla="*/ 365 w 858"/>
                <a:gd name="T65" fmla="*/ 675 h 1212"/>
                <a:gd name="T66" fmla="*/ 345 w 858"/>
                <a:gd name="T67" fmla="*/ 680 h 1212"/>
                <a:gd name="T68" fmla="*/ 239 w 858"/>
                <a:gd name="T69" fmla="*/ 657 h 1212"/>
                <a:gd name="T70" fmla="*/ 52 w 858"/>
                <a:gd name="T71" fmla="*/ 684 h 1212"/>
                <a:gd name="T72" fmla="*/ 2 w 858"/>
                <a:gd name="T73" fmla="*/ 753 h 1212"/>
                <a:gd name="T74" fmla="*/ 58 w 858"/>
                <a:gd name="T75" fmla="*/ 838 h 1212"/>
                <a:gd name="T76" fmla="*/ 327 w 858"/>
                <a:gd name="T77" fmla="*/ 906 h 1212"/>
                <a:gd name="T78" fmla="*/ 459 w 858"/>
                <a:gd name="T79" fmla="*/ 954 h 1212"/>
                <a:gd name="T80" fmla="*/ 596 w 858"/>
                <a:gd name="T81" fmla="*/ 985 h 1212"/>
                <a:gd name="T82" fmla="*/ 810 w 858"/>
                <a:gd name="T83" fmla="*/ 1153 h 1212"/>
                <a:gd name="T84" fmla="*/ 847 w 858"/>
                <a:gd name="T85" fmla="*/ 1210 h 1212"/>
                <a:gd name="T86" fmla="*/ 756 w 858"/>
                <a:gd name="T87" fmla="*/ 1057 h 1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8" h="1212">
                  <a:moveTo>
                    <a:pt x="756" y="1057"/>
                  </a:moveTo>
                  <a:cubicBezTo>
                    <a:pt x="736" y="1036"/>
                    <a:pt x="713" y="1017"/>
                    <a:pt x="687" y="1001"/>
                  </a:cubicBezTo>
                  <a:cubicBezTo>
                    <a:pt x="675" y="993"/>
                    <a:pt x="661" y="986"/>
                    <a:pt x="648" y="980"/>
                  </a:cubicBezTo>
                  <a:cubicBezTo>
                    <a:pt x="634" y="973"/>
                    <a:pt x="619" y="968"/>
                    <a:pt x="605" y="964"/>
                  </a:cubicBezTo>
                  <a:cubicBezTo>
                    <a:pt x="576" y="956"/>
                    <a:pt x="548" y="951"/>
                    <a:pt x="521" y="945"/>
                  </a:cubicBezTo>
                  <a:cubicBezTo>
                    <a:pt x="507" y="942"/>
                    <a:pt x="494" y="938"/>
                    <a:pt x="482" y="934"/>
                  </a:cubicBezTo>
                  <a:cubicBezTo>
                    <a:pt x="469" y="929"/>
                    <a:pt x="456" y="924"/>
                    <a:pt x="442" y="918"/>
                  </a:cubicBezTo>
                  <a:cubicBezTo>
                    <a:pt x="416" y="908"/>
                    <a:pt x="389" y="896"/>
                    <a:pt x="360" y="887"/>
                  </a:cubicBezTo>
                  <a:cubicBezTo>
                    <a:pt x="332" y="878"/>
                    <a:pt x="304" y="869"/>
                    <a:pt x="276" y="861"/>
                  </a:cubicBezTo>
                  <a:cubicBezTo>
                    <a:pt x="220" y="845"/>
                    <a:pt x="163" y="831"/>
                    <a:pt x="107" y="817"/>
                  </a:cubicBezTo>
                  <a:cubicBezTo>
                    <a:pt x="86" y="812"/>
                    <a:pt x="86" y="812"/>
                    <a:pt x="86" y="812"/>
                  </a:cubicBezTo>
                  <a:cubicBezTo>
                    <a:pt x="79" y="810"/>
                    <a:pt x="73" y="808"/>
                    <a:pt x="67" y="806"/>
                  </a:cubicBezTo>
                  <a:cubicBezTo>
                    <a:pt x="55" y="802"/>
                    <a:pt x="46" y="796"/>
                    <a:pt x="42" y="791"/>
                  </a:cubicBezTo>
                  <a:cubicBezTo>
                    <a:pt x="37" y="785"/>
                    <a:pt x="34" y="775"/>
                    <a:pt x="36" y="765"/>
                  </a:cubicBezTo>
                  <a:cubicBezTo>
                    <a:pt x="36" y="764"/>
                    <a:pt x="36" y="762"/>
                    <a:pt x="36" y="761"/>
                  </a:cubicBezTo>
                  <a:cubicBezTo>
                    <a:pt x="37" y="759"/>
                    <a:pt x="37" y="759"/>
                    <a:pt x="37" y="759"/>
                  </a:cubicBezTo>
                  <a:cubicBezTo>
                    <a:pt x="38" y="757"/>
                    <a:pt x="38" y="757"/>
                    <a:pt x="38" y="757"/>
                  </a:cubicBezTo>
                  <a:cubicBezTo>
                    <a:pt x="40" y="752"/>
                    <a:pt x="40" y="752"/>
                    <a:pt x="40" y="752"/>
                  </a:cubicBezTo>
                  <a:cubicBezTo>
                    <a:pt x="40" y="750"/>
                    <a:pt x="41" y="749"/>
                    <a:pt x="42" y="747"/>
                  </a:cubicBezTo>
                  <a:cubicBezTo>
                    <a:pt x="43" y="744"/>
                    <a:pt x="46" y="742"/>
                    <a:pt x="47" y="739"/>
                  </a:cubicBezTo>
                  <a:cubicBezTo>
                    <a:pt x="48" y="738"/>
                    <a:pt x="50" y="736"/>
                    <a:pt x="51" y="735"/>
                  </a:cubicBezTo>
                  <a:cubicBezTo>
                    <a:pt x="52" y="734"/>
                    <a:pt x="53" y="733"/>
                    <a:pt x="54" y="731"/>
                  </a:cubicBezTo>
                  <a:cubicBezTo>
                    <a:pt x="68" y="717"/>
                    <a:pt x="89" y="709"/>
                    <a:pt x="112" y="704"/>
                  </a:cubicBezTo>
                  <a:cubicBezTo>
                    <a:pt x="134" y="699"/>
                    <a:pt x="158" y="698"/>
                    <a:pt x="182" y="698"/>
                  </a:cubicBezTo>
                  <a:cubicBezTo>
                    <a:pt x="207" y="699"/>
                    <a:pt x="231" y="702"/>
                    <a:pt x="256" y="706"/>
                  </a:cubicBezTo>
                  <a:cubicBezTo>
                    <a:pt x="268" y="709"/>
                    <a:pt x="281" y="711"/>
                    <a:pt x="293" y="715"/>
                  </a:cubicBezTo>
                  <a:cubicBezTo>
                    <a:pt x="300" y="716"/>
                    <a:pt x="306" y="718"/>
                    <a:pt x="312" y="720"/>
                  </a:cubicBezTo>
                  <a:cubicBezTo>
                    <a:pt x="315" y="721"/>
                    <a:pt x="318" y="722"/>
                    <a:pt x="321" y="723"/>
                  </a:cubicBezTo>
                  <a:cubicBezTo>
                    <a:pt x="325" y="724"/>
                    <a:pt x="325" y="725"/>
                    <a:pt x="334" y="728"/>
                  </a:cubicBezTo>
                  <a:cubicBezTo>
                    <a:pt x="346" y="732"/>
                    <a:pt x="359" y="733"/>
                    <a:pt x="372" y="730"/>
                  </a:cubicBezTo>
                  <a:cubicBezTo>
                    <a:pt x="375" y="729"/>
                    <a:pt x="378" y="728"/>
                    <a:pt x="381" y="727"/>
                  </a:cubicBezTo>
                  <a:cubicBezTo>
                    <a:pt x="382" y="726"/>
                    <a:pt x="384" y="726"/>
                    <a:pt x="385" y="725"/>
                  </a:cubicBezTo>
                  <a:cubicBezTo>
                    <a:pt x="390" y="723"/>
                    <a:pt x="390" y="723"/>
                    <a:pt x="390" y="723"/>
                  </a:cubicBezTo>
                  <a:cubicBezTo>
                    <a:pt x="391" y="722"/>
                    <a:pt x="392" y="721"/>
                    <a:pt x="394" y="720"/>
                  </a:cubicBezTo>
                  <a:cubicBezTo>
                    <a:pt x="397" y="717"/>
                    <a:pt x="397" y="717"/>
                    <a:pt x="397" y="717"/>
                  </a:cubicBezTo>
                  <a:cubicBezTo>
                    <a:pt x="400" y="715"/>
                    <a:pt x="402" y="713"/>
                    <a:pt x="404" y="710"/>
                  </a:cubicBezTo>
                  <a:cubicBezTo>
                    <a:pt x="412" y="700"/>
                    <a:pt x="417" y="688"/>
                    <a:pt x="418" y="674"/>
                  </a:cubicBezTo>
                  <a:cubicBezTo>
                    <a:pt x="419" y="671"/>
                    <a:pt x="419" y="668"/>
                    <a:pt x="419" y="664"/>
                  </a:cubicBezTo>
                  <a:cubicBezTo>
                    <a:pt x="419" y="663"/>
                    <a:pt x="419" y="661"/>
                    <a:pt x="419" y="659"/>
                  </a:cubicBezTo>
                  <a:cubicBezTo>
                    <a:pt x="418" y="654"/>
                    <a:pt x="418" y="654"/>
                    <a:pt x="418" y="654"/>
                  </a:cubicBezTo>
                  <a:cubicBezTo>
                    <a:pt x="417" y="649"/>
                    <a:pt x="417" y="645"/>
                    <a:pt x="415" y="640"/>
                  </a:cubicBezTo>
                  <a:cubicBezTo>
                    <a:pt x="413" y="631"/>
                    <a:pt x="410" y="622"/>
                    <a:pt x="406" y="614"/>
                  </a:cubicBezTo>
                  <a:cubicBezTo>
                    <a:pt x="404" y="611"/>
                    <a:pt x="404" y="611"/>
                    <a:pt x="404" y="611"/>
                  </a:cubicBezTo>
                  <a:cubicBezTo>
                    <a:pt x="403" y="608"/>
                    <a:pt x="403" y="608"/>
                    <a:pt x="403" y="608"/>
                  </a:cubicBezTo>
                  <a:cubicBezTo>
                    <a:pt x="400" y="604"/>
                    <a:pt x="400" y="604"/>
                    <a:pt x="400" y="604"/>
                  </a:cubicBezTo>
                  <a:cubicBezTo>
                    <a:pt x="395" y="595"/>
                    <a:pt x="395" y="595"/>
                    <a:pt x="395" y="595"/>
                  </a:cubicBezTo>
                  <a:cubicBezTo>
                    <a:pt x="385" y="577"/>
                    <a:pt x="385" y="577"/>
                    <a:pt x="385" y="577"/>
                  </a:cubicBezTo>
                  <a:cubicBezTo>
                    <a:pt x="364" y="541"/>
                    <a:pt x="364" y="541"/>
                    <a:pt x="364" y="541"/>
                  </a:cubicBezTo>
                  <a:cubicBezTo>
                    <a:pt x="337" y="494"/>
                    <a:pt x="308" y="447"/>
                    <a:pt x="279" y="401"/>
                  </a:cubicBezTo>
                  <a:cubicBezTo>
                    <a:pt x="255" y="362"/>
                    <a:pt x="231" y="324"/>
                    <a:pt x="207" y="287"/>
                  </a:cubicBezTo>
                  <a:cubicBezTo>
                    <a:pt x="183" y="249"/>
                    <a:pt x="160" y="211"/>
                    <a:pt x="136" y="173"/>
                  </a:cubicBezTo>
                  <a:cubicBezTo>
                    <a:pt x="126" y="156"/>
                    <a:pt x="117" y="140"/>
                    <a:pt x="112" y="125"/>
                  </a:cubicBezTo>
                  <a:cubicBezTo>
                    <a:pt x="110" y="118"/>
                    <a:pt x="108" y="110"/>
                    <a:pt x="108" y="103"/>
                  </a:cubicBezTo>
                  <a:cubicBezTo>
                    <a:pt x="108" y="96"/>
                    <a:pt x="108" y="89"/>
                    <a:pt x="110" y="83"/>
                  </a:cubicBezTo>
                  <a:cubicBezTo>
                    <a:pt x="114" y="71"/>
                    <a:pt x="121" y="62"/>
                    <a:pt x="132" y="57"/>
                  </a:cubicBezTo>
                  <a:cubicBezTo>
                    <a:pt x="136" y="56"/>
                    <a:pt x="136" y="56"/>
                    <a:pt x="136" y="56"/>
                  </a:cubicBezTo>
                  <a:cubicBezTo>
                    <a:pt x="141" y="54"/>
                    <a:pt x="141" y="54"/>
                    <a:pt x="141" y="54"/>
                  </a:cubicBezTo>
                  <a:cubicBezTo>
                    <a:pt x="142" y="54"/>
                    <a:pt x="144" y="54"/>
                    <a:pt x="146" y="54"/>
                  </a:cubicBezTo>
                  <a:cubicBezTo>
                    <a:pt x="147" y="54"/>
                    <a:pt x="149" y="53"/>
                    <a:pt x="150" y="53"/>
                  </a:cubicBezTo>
                  <a:cubicBezTo>
                    <a:pt x="156" y="53"/>
                    <a:pt x="163" y="55"/>
                    <a:pt x="169" y="58"/>
                  </a:cubicBezTo>
                  <a:cubicBezTo>
                    <a:pt x="175" y="60"/>
                    <a:pt x="181" y="64"/>
                    <a:pt x="187" y="70"/>
                  </a:cubicBezTo>
                  <a:cubicBezTo>
                    <a:pt x="193" y="75"/>
                    <a:pt x="199" y="82"/>
                    <a:pt x="204" y="89"/>
                  </a:cubicBezTo>
                  <a:cubicBezTo>
                    <a:pt x="215" y="103"/>
                    <a:pt x="225" y="120"/>
                    <a:pt x="237" y="138"/>
                  </a:cubicBezTo>
                  <a:cubicBezTo>
                    <a:pt x="303" y="240"/>
                    <a:pt x="303" y="240"/>
                    <a:pt x="303" y="240"/>
                  </a:cubicBezTo>
                  <a:cubicBezTo>
                    <a:pt x="367" y="343"/>
                    <a:pt x="367" y="343"/>
                    <a:pt x="367" y="343"/>
                  </a:cubicBezTo>
                  <a:cubicBezTo>
                    <a:pt x="390" y="381"/>
                    <a:pt x="414" y="420"/>
                    <a:pt x="440" y="456"/>
                  </a:cubicBezTo>
                  <a:cubicBezTo>
                    <a:pt x="447" y="466"/>
                    <a:pt x="456" y="479"/>
                    <a:pt x="466" y="484"/>
                  </a:cubicBezTo>
                  <a:cubicBezTo>
                    <a:pt x="472" y="487"/>
                    <a:pt x="478" y="490"/>
                    <a:pt x="485" y="492"/>
                  </a:cubicBezTo>
                  <a:cubicBezTo>
                    <a:pt x="490" y="493"/>
                    <a:pt x="495" y="494"/>
                    <a:pt x="498" y="490"/>
                  </a:cubicBezTo>
                  <a:cubicBezTo>
                    <a:pt x="502" y="485"/>
                    <a:pt x="499" y="475"/>
                    <a:pt x="496" y="468"/>
                  </a:cubicBezTo>
                  <a:cubicBezTo>
                    <a:pt x="490" y="450"/>
                    <a:pt x="480" y="433"/>
                    <a:pt x="471" y="416"/>
                  </a:cubicBezTo>
                  <a:cubicBezTo>
                    <a:pt x="445" y="371"/>
                    <a:pt x="419" y="326"/>
                    <a:pt x="392" y="281"/>
                  </a:cubicBezTo>
                  <a:cubicBezTo>
                    <a:pt x="379" y="259"/>
                    <a:pt x="365" y="237"/>
                    <a:pt x="351" y="215"/>
                  </a:cubicBezTo>
                  <a:cubicBezTo>
                    <a:pt x="288" y="117"/>
                    <a:pt x="288" y="117"/>
                    <a:pt x="288" y="117"/>
                  </a:cubicBezTo>
                  <a:cubicBezTo>
                    <a:pt x="277" y="101"/>
                    <a:pt x="267" y="84"/>
                    <a:pt x="255" y="67"/>
                  </a:cubicBezTo>
                  <a:cubicBezTo>
                    <a:pt x="249" y="58"/>
                    <a:pt x="242" y="49"/>
                    <a:pt x="235" y="41"/>
                  </a:cubicBezTo>
                  <a:cubicBezTo>
                    <a:pt x="231" y="37"/>
                    <a:pt x="227" y="33"/>
                    <a:pt x="222" y="29"/>
                  </a:cubicBezTo>
                  <a:cubicBezTo>
                    <a:pt x="218" y="25"/>
                    <a:pt x="213" y="21"/>
                    <a:pt x="207" y="17"/>
                  </a:cubicBezTo>
                  <a:cubicBezTo>
                    <a:pt x="197" y="11"/>
                    <a:pt x="185" y="5"/>
                    <a:pt x="173" y="2"/>
                  </a:cubicBezTo>
                  <a:cubicBezTo>
                    <a:pt x="166" y="1"/>
                    <a:pt x="160" y="0"/>
                    <a:pt x="153" y="0"/>
                  </a:cubicBezTo>
                  <a:cubicBezTo>
                    <a:pt x="150" y="0"/>
                    <a:pt x="146" y="0"/>
                    <a:pt x="143" y="0"/>
                  </a:cubicBezTo>
                  <a:cubicBezTo>
                    <a:pt x="140" y="0"/>
                    <a:pt x="137" y="1"/>
                    <a:pt x="133" y="1"/>
                  </a:cubicBezTo>
                  <a:cubicBezTo>
                    <a:pt x="121" y="3"/>
                    <a:pt x="108" y="8"/>
                    <a:pt x="97" y="15"/>
                  </a:cubicBezTo>
                  <a:cubicBezTo>
                    <a:pt x="86" y="22"/>
                    <a:pt x="76" y="32"/>
                    <a:pt x="69" y="43"/>
                  </a:cubicBezTo>
                  <a:cubicBezTo>
                    <a:pt x="61" y="56"/>
                    <a:pt x="57" y="71"/>
                    <a:pt x="55" y="85"/>
                  </a:cubicBezTo>
                  <a:cubicBezTo>
                    <a:pt x="54" y="92"/>
                    <a:pt x="54" y="99"/>
                    <a:pt x="54" y="106"/>
                  </a:cubicBezTo>
                  <a:cubicBezTo>
                    <a:pt x="55" y="113"/>
                    <a:pt x="56" y="119"/>
                    <a:pt x="57" y="126"/>
                  </a:cubicBezTo>
                  <a:cubicBezTo>
                    <a:pt x="60" y="139"/>
                    <a:pt x="64" y="151"/>
                    <a:pt x="69" y="163"/>
                  </a:cubicBezTo>
                  <a:cubicBezTo>
                    <a:pt x="74" y="174"/>
                    <a:pt x="80" y="185"/>
                    <a:pt x="86" y="194"/>
                  </a:cubicBezTo>
                  <a:cubicBezTo>
                    <a:pt x="121" y="252"/>
                    <a:pt x="121" y="252"/>
                    <a:pt x="121" y="252"/>
                  </a:cubicBezTo>
                  <a:cubicBezTo>
                    <a:pt x="133" y="271"/>
                    <a:pt x="145" y="290"/>
                    <a:pt x="157" y="309"/>
                  </a:cubicBezTo>
                  <a:cubicBezTo>
                    <a:pt x="218" y="407"/>
                    <a:pt x="281" y="504"/>
                    <a:pt x="339" y="603"/>
                  </a:cubicBezTo>
                  <a:cubicBezTo>
                    <a:pt x="349" y="620"/>
                    <a:pt x="349" y="620"/>
                    <a:pt x="349" y="620"/>
                  </a:cubicBezTo>
                  <a:cubicBezTo>
                    <a:pt x="359" y="637"/>
                    <a:pt x="359" y="637"/>
                    <a:pt x="359" y="637"/>
                  </a:cubicBezTo>
                  <a:cubicBezTo>
                    <a:pt x="361" y="641"/>
                    <a:pt x="363" y="646"/>
                    <a:pt x="365" y="652"/>
                  </a:cubicBezTo>
                  <a:cubicBezTo>
                    <a:pt x="365" y="654"/>
                    <a:pt x="366" y="657"/>
                    <a:pt x="366" y="659"/>
                  </a:cubicBezTo>
                  <a:cubicBezTo>
                    <a:pt x="367" y="660"/>
                    <a:pt x="367" y="662"/>
                    <a:pt x="367" y="662"/>
                  </a:cubicBezTo>
                  <a:cubicBezTo>
                    <a:pt x="367" y="663"/>
                    <a:pt x="367" y="664"/>
                    <a:pt x="367" y="664"/>
                  </a:cubicBezTo>
                  <a:cubicBezTo>
                    <a:pt x="367" y="668"/>
                    <a:pt x="367" y="671"/>
                    <a:pt x="365" y="675"/>
                  </a:cubicBezTo>
                  <a:cubicBezTo>
                    <a:pt x="363" y="678"/>
                    <a:pt x="360" y="680"/>
                    <a:pt x="356" y="681"/>
                  </a:cubicBezTo>
                  <a:cubicBezTo>
                    <a:pt x="353" y="682"/>
                    <a:pt x="350" y="681"/>
                    <a:pt x="347" y="681"/>
                  </a:cubicBezTo>
                  <a:cubicBezTo>
                    <a:pt x="345" y="680"/>
                    <a:pt x="345" y="680"/>
                    <a:pt x="345" y="680"/>
                  </a:cubicBezTo>
                  <a:cubicBezTo>
                    <a:pt x="340" y="678"/>
                    <a:pt x="340" y="678"/>
                    <a:pt x="340" y="678"/>
                  </a:cubicBezTo>
                  <a:cubicBezTo>
                    <a:pt x="331" y="676"/>
                    <a:pt x="331" y="676"/>
                    <a:pt x="331" y="676"/>
                  </a:cubicBezTo>
                  <a:cubicBezTo>
                    <a:pt x="300" y="667"/>
                    <a:pt x="270" y="661"/>
                    <a:pt x="239" y="657"/>
                  </a:cubicBezTo>
                  <a:cubicBezTo>
                    <a:pt x="207" y="654"/>
                    <a:pt x="176" y="653"/>
                    <a:pt x="144" y="656"/>
                  </a:cubicBezTo>
                  <a:cubicBezTo>
                    <a:pt x="128" y="657"/>
                    <a:pt x="112" y="660"/>
                    <a:pt x="97" y="665"/>
                  </a:cubicBezTo>
                  <a:cubicBezTo>
                    <a:pt x="81" y="669"/>
                    <a:pt x="66" y="675"/>
                    <a:pt x="52" y="684"/>
                  </a:cubicBezTo>
                  <a:cubicBezTo>
                    <a:pt x="38" y="693"/>
                    <a:pt x="25" y="705"/>
                    <a:pt x="16" y="719"/>
                  </a:cubicBezTo>
                  <a:cubicBezTo>
                    <a:pt x="11" y="726"/>
                    <a:pt x="8" y="733"/>
                    <a:pt x="5" y="741"/>
                  </a:cubicBezTo>
                  <a:cubicBezTo>
                    <a:pt x="4" y="745"/>
                    <a:pt x="2" y="749"/>
                    <a:pt x="2" y="753"/>
                  </a:cubicBezTo>
                  <a:cubicBezTo>
                    <a:pt x="1" y="757"/>
                    <a:pt x="0" y="762"/>
                    <a:pt x="0" y="766"/>
                  </a:cubicBezTo>
                  <a:cubicBezTo>
                    <a:pt x="0" y="783"/>
                    <a:pt x="5" y="800"/>
                    <a:pt x="17" y="812"/>
                  </a:cubicBezTo>
                  <a:cubicBezTo>
                    <a:pt x="28" y="825"/>
                    <a:pt x="43" y="833"/>
                    <a:pt x="58" y="838"/>
                  </a:cubicBezTo>
                  <a:cubicBezTo>
                    <a:pt x="73" y="843"/>
                    <a:pt x="88" y="846"/>
                    <a:pt x="103" y="850"/>
                  </a:cubicBezTo>
                  <a:cubicBezTo>
                    <a:pt x="118" y="854"/>
                    <a:pt x="133" y="858"/>
                    <a:pt x="148" y="861"/>
                  </a:cubicBezTo>
                  <a:cubicBezTo>
                    <a:pt x="208" y="877"/>
                    <a:pt x="268" y="889"/>
                    <a:pt x="327" y="906"/>
                  </a:cubicBezTo>
                  <a:cubicBezTo>
                    <a:pt x="342" y="911"/>
                    <a:pt x="357" y="915"/>
                    <a:pt x="371" y="920"/>
                  </a:cubicBezTo>
                  <a:cubicBezTo>
                    <a:pt x="386" y="926"/>
                    <a:pt x="401" y="931"/>
                    <a:pt x="415" y="937"/>
                  </a:cubicBezTo>
                  <a:cubicBezTo>
                    <a:pt x="430" y="942"/>
                    <a:pt x="444" y="948"/>
                    <a:pt x="459" y="954"/>
                  </a:cubicBezTo>
                  <a:cubicBezTo>
                    <a:pt x="466" y="956"/>
                    <a:pt x="474" y="959"/>
                    <a:pt x="481" y="961"/>
                  </a:cubicBezTo>
                  <a:cubicBezTo>
                    <a:pt x="489" y="964"/>
                    <a:pt x="496" y="966"/>
                    <a:pt x="504" y="967"/>
                  </a:cubicBezTo>
                  <a:cubicBezTo>
                    <a:pt x="535" y="975"/>
                    <a:pt x="565" y="978"/>
                    <a:pt x="596" y="985"/>
                  </a:cubicBezTo>
                  <a:cubicBezTo>
                    <a:pt x="626" y="992"/>
                    <a:pt x="655" y="1004"/>
                    <a:pt x="681" y="1020"/>
                  </a:cubicBezTo>
                  <a:cubicBezTo>
                    <a:pt x="707" y="1036"/>
                    <a:pt x="731" y="1057"/>
                    <a:pt x="752" y="1079"/>
                  </a:cubicBezTo>
                  <a:cubicBezTo>
                    <a:pt x="774" y="1102"/>
                    <a:pt x="792" y="1127"/>
                    <a:pt x="810" y="1153"/>
                  </a:cubicBezTo>
                  <a:cubicBezTo>
                    <a:pt x="819" y="1165"/>
                    <a:pt x="827" y="1177"/>
                    <a:pt x="835" y="1190"/>
                  </a:cubicBezTo>
                  <a:cubicBezTo>
                    <a:pt x="842" y="1201"/>
                    <a:pt x="842" y="1201"/>
                    <a:pt x="842" y="1201"/>
                  </a:cubicBezTo>
                  <a:cubicBezTo>
                    <a:pt x="843" y="1203"/>
                    <a:pt x="845" y="1208"/>
                    <a:pt x="847" y="1210"/>
                  </a:cubicBezTo>
                  <a:cubicBezTo>
                    <a:pt x="849" y="1211"/>
                    <a:pt x="851" y="1212"/>
                    <a:pt x="853" y="1211"/>
                  </a:cubicBezTo>
                  <a:cubicBezTo>
                    <a:pt x="857" y="1211"/>
                    <a:pt x="858" y="1205"/>
                    <a:pt x="855" y="1199"/>
                  </a:cubicBezTo>
                  <a:cubicBezTo>
                    <a:pt x="827" y="1150"/>
                    <a:pt x="797" y="1100"/>
                    <a:pt x="756" y="10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ja-JP" altLang="en-US"/>
            </a:p>
          </p:txBody>
        </p:sp>
        <p:sp>
          <p:nvSpPr>
            <p:cNvPr id="16" name="Freeform 83">
              <a:extLst>
                <a:ext uri="{FF2B5EF4-FFF2-40B4-BE49-F238E27FC236}">
                  <a16:creationId xmlns:a16="http://schemas.microsoft.com/office/drawing/2014/main" id="{B3DB35BE-AF50-F563-B1CF-7866B7742D0A}"/>
                </a:ext>
              </a:extLst>
            </p:cNvPr>
            <p:cNvSpPr>
              <a:spLocks/>
            </p:cNvSpPr>
            <p:nvPr/>
          </p:nvSpPr>
          <p:spPr bwMode="auto">
            <a:xfrm>
              <a:off x="258996" y="462807"/>
              <a:ext cx="1077" cy="1416"/>
            </a:xfrm>
            <a:custGeom>
              <a:avLst/>
              <a:gdLst>
                <a:gd name="T0" fmla="*/ 878 w 884"/>
                <a:gd name="T1" fmla="*/ 892 h 1161"/>
                <a:gd name="T2" fmla="*/ 864 w 884"/>
                <a:gd name="T3" fmla="*/ 871 h 1161"/>
                <a:gd name="T4" fmla="*/ 822 w 884"/>
                <a:gd name="T5" fmla="*/ 784 h 1161"/>
                <a:gd name="T6" fmla="*/ 820 w 884"/>
                <a:gd name="T7" fmla="*/ 765 h 1161"/>
                <a:gd name="T8" fmla="*/ 823 w 884"/>
                <a:gd name="T9" fmla="*/ 748 h 1161"/>
                <a:gd name="T10" fmla="*/ 849 w 884"/>
                <a:gd name="T11" fmla="*/ 604 h 1161"/>
                <a:gd name="T12" fmla="*/ 800 w 884"/>
                <a:gd name="T13" fmla="*/ 461 h 1161"/>
                <a:gd name="T14" fmla="*/ 691 w 884"/>
                <a:gd name="T15" fmla="*/ 286 h 1161"/>
                <a:gd name="T16" fmla="*/ 552 w 884"/>
                <a:gd name="T17" fmla="*/ 70 h 1161"/>
                <a:gd name="T18" fmla="*/ 458 w 884"/>
                <a:gd name="T19" fmla="*/ 56 h 1161"/>
                <a:gd name="T20" fmla="*/ 409 w 884"/>
                <a:gd name="T21" fmla="*/ 113 h 1161"/>
                <a:gd name="T22" fmla="*/ 367 w 884"/>
                <a:gd name="T23" fmla="*/ 53 h 1161"/>
                <a:gd name="T24" fmla="*/ 321 w 884"/>
                <a:gd name="T25" fmla="*/ 12 h 1161"/>
                <a:gd name="T26" fmla="*/ 270 w 884"/>
                <a:gd name="T27" fmla="*/ 0 h 1161"/>
                <a:gd name="T28" fmla="*/ 226 w 884"/>
                <a:gd name="T29" fmla="*/ 15 h 1161"/>
                <a:gd name="T30" fmla="*/ 190 w 884"/>
                <a:gd name="T31" fmla="*/ 66 h 1161"/>
                <a:gd name="T32" fmla="*/ 138 w 884"/>
                <a:gd name="T33" fmla="*/ 41 h 1161"/>
                <a:gd name="T34" fmla="*/ 69 w 884"/>
                <a:gd name="T35" fmla="*/ 30 h 1161"/>
                <a:gd name="T36" fmla="*/ 2 w 884"/>
                <a:gd name="T37" fmla="*/ 101 h 1161"/>
                <a:gd name="T38" fmla="*/ 0 w 884"/>
                <a:gd name="T39" fmla="*/ 114 h 1161"/>
                <a:gd name="T40" fmla="*/ 23 w 884"/>
                <a:gd name="T41" fmla="*/ 92 h 1161"/>
                <a:gd name="T42" fmla="*/ 61 w 884"/>
                <a:gd name="T43" fmla="*/ 62 h 1161"/>
                <a:gd name="T44" fmla="*/ 114 w 884"/>
                <a:gd name="T45" fmla="*/ 67 h 1161"/>
                <a:gd name="T46" fmla="*/ 149 w 884"/>
                <a:gd name="T47" fmla="*/ 118 h 1161"/>
                <a:gd name="T48" fmla="*/ 236 w 884"/>
                <a:gd name="T49" fmla="*/ 247 h 1161"/>
                <a:gd name="T50" fmla="*/ 294 w 884"/>
                <a:gd name="T51" fmla="*/ 317 h 1161"/>
                <a:gd name="T52" fmla="*/ 327 w 884"/>
                <a:gd name="T53" fmla="*/ 309 h 1161"/>
                <a:gd name="T54" fmla="*/ 319 w 884"/>
                <a:gd name="T55" fmla="*/ 265 h 1161"/>
                <a:gd name="T56" fmla="*/ 283 w 884"/>
                <a:gd name="T57" fmla="*/ 221 h 1161"/>
                <a:gd name="T58" fmla="*/ 207 w 884"/>
                <a:gd name="T59" fmla="*/ 113 h 1161"/>
                <a:gd name="T60" fmla="*/ 206 w 884"/>
                <a:gd name="T61" fmla="*/ 84 h 1161"/>
                <a:gd name="T62" fmla="*/ 222 w 884"/>
                <a:gd name="T63" fmla="*/ 52 h 1161"/>
                <a:gd name="T64" fmla="*/ 240 w 884"/>
                <a:gd name="T65" fmla="*/ 40 h 1161"/>
                <a:gd name="T66" fmla="*/ 268 w 884"/>
                <a:gd name="T67" fmla="*/ 32 h 1161"/>
                <a:gd name="T68" fmla="*/ 272 w 884"/>
                <a:gd name="T69" fmla="*/ 33 h 1161"/>
                <a:gd name="T70" fmla="*/ 298 w 884"/>
                <a:gd name="T71" fmla="*/ 43 h 1161"/>
                <a:gd name="T72" fmla="*/ 305 w 884"/>
                <a:gd name="T73" fmla="*/ 50 h 1161"/>
                <a:gd name="T74" fmla="*/ 335 w 884"/>
                <a:gd name="T75" fmla="*/ 96 h 1161"/>
                <a:gd name="T76" fmla="*/ 388 w 884"/>
                <a:gd name="T77" fmla="*/ 181 h 1161"/>
                <a:gd name="T78" fmla="*/ 458 w 884"/>
                <a:gd name="T79" fmla="*/ 274 h 1161"/>
                <a:gd name="T80" fmla="*/ 498 w 884"/>
                <a:gd name="T81" fmla="*/ 292 h 1161"/>
                <a:gd name="T82" fmla="*/ 514 w 884"/>
                <a:gd name="T83" fmla="*/ 266 h 1161"/>
                <a:gd name="T84" fmla="*/ 477 w 884"/>
                <a:gd name="T85" fmla="*/ 211 h 1161"/>
                <a:gd name="T86" fmla="*/ 422 w 884"/>
                <a:gd name="T87" fmla="*/ 133 h 1161"/>
                <a:gd name="T88" fmla="*/ 455 w 884"/>
                <a:gd name="T89" fmla="*/ 78 h 1161"/>
                <a:gd name="T90" fmla="*/ 505 w 884"/>
                <a:gd name="T91" fmla="*/ 65 h 1161"/>
                <a:gd name="T92" fmla="*/ 581 w 884"/>
                <a:gd name="T93" fmla="*/ 161 h 1161"/>
                <a:gd name="T94" fmla="*/ 700 w 884"/>
                <a:gd name="T95" fmla="*/ 370 h 1161"/>
                <a:gd name="T96" fmla="*/ 796 w 884"/>
                <a:gd name="T97" fmla="*/ 573 h 1161"/>
                <a:gd name="T98" fmla="*/ 773 w 884"/>
                <a:gd name="T99" fmla="*/ 723 h 1161"/>
                <a:gd name="T100" fmla="*/ 767 w 884"/>
                <a:gd name="T101" fmla="*/ 752 h 1161"/>
                <a:gd name="T102" fmla="*/ 803 w 884"/>
                <a:gd name="T103" fmla="*/ 878 h 1161"/>
                <a:gd name="T104" fmla="*/ 821 w 884"/>
                <a:gd name="T105" fmla="*/ 904 h 1161"/>
                <a:gd name="T106" fmla="*/ 822 w 884"/>
                <a:gd name="T107" fmla="*/ 905 h 1161"/>
                <a:gd name="T108" fmla="*/ 802 w 884"/>
                <a:gd name="T109" fmla="*/ 925 h 1161"/>
                <a:gd name="T110" fmla="*/ 592 w 884"/>
                <a:gd name="T111" fmla="*/ 1070 h 1161"/>
                <a:gd name="T112" fmla="*/ 516 w 884"/>
                <a:gd name="T113" fmla="*/ 1145 h 1161"/>
                <a:gd name="T114" fmla="*/ 564 w 884"/>
                <a:gd name="T115" fmla="*/ 1148 h 1161"/>
                <a:gd name="T116" fmla="*/ 728 w 884"/>
                <a:gd name="T117" fmla="*/ 1044 h 1161"/>
                <a:gd name="T118" fmla="*/ 844 w 884"/>
                <a:gd name="T119" fmla="*/ 960 h 1161"/>
                <a:gd name="T120" fmla="*/ 883 w 884"/>
                <a:gd name="T121" fmla="*/ 918 h 1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884" h="1161">
                  <a:moveTo>
                    <a:pt x="882" y="901"/>
                  </a:moveTo>
                  <a:cubicBezTo>
                    <a:pt x="881" y="899"/>
                    <a:pt x="881" y="898"/>
                    <a:pt x="880" y="896"/>
                  </a:cubicBezTo>
                  <a:cubicBezTo>
                    <a:pt x="878" y="892"/>
                    <a:pt x="878" y="892"/>
                    <a:pt x="878" y="892"/>
                  </a:cubicBezTo>
                  <a:cubicBezTo>
                    <a:pt x="873" y="884"/>
                    <a:pt x="873" y="884"/>
                    <a:pt x="873" y="884"/>
                  </a:cubicBezTo>
                  <a:cubicBezTo>
                    <a:pt x="871" y="881"/>
                    <a:pt x="869" y="879"/>
                    <a:pt x="867" y="876"/>
                  </a:cubicBezTo>
                  <a:cubicBezTo>
                    <a:pt x="864" y="871"/>
                    <a:pt x="864" y="871"/>
                    <a:pt x="864" y="871"/>
                  </a:cubicBezTo>
                  <a:cubicBezTo>
                    <a:pt x="857" y="861"/>
                    <a:pt x="857" y="861"/>
                    <a:pt x="857" y="861"/>
                  </a:cubicBezTo>
                  <a:cubicBezTo>
                    <a:pt x="849" y="848"/>
                    <a:pt x="841" y="836"/>
                    <a:pt x="835" y="823"/>
                  </a:cubicBezTo>
                  <a:cubicBezTo>
                    <a:pt x="829" y="810"/>
                    <a:pt x="824" y="797"/>
                    <a:pt x="822" y="784"/>
                  </a:cubicBezTo>
                  <a:cubicBezTo>
                    <a:pt x="821" y="782"/>
                    <a:pt x="821" y="781"/>
                    <a:pt x="821" y="779"/>
                  </a:cubicBezTo>
                  <a:cubicBezTo>
                    <a:pt x="821" y="774"/>
                    <a:pt x="821" y="774"/>
                    <a:pt x="821" y="774"/>
                  </a:cubicBezTo>
                  <a:cubicBezTo>
                    <a:pt x="820" y="771"/>
                    <a:pt x="821" y="768"/>
                    <a:pt x="820" y="765"/>
                  </a:cubicBezTo>
                  <a:cubicBezTo>
                    <a:pt x="821" y="761"/>
                    <a:pt x="821" y="758"/>
                    <a:pt x="821" y="755"/>
                  </a:cubicBezTo>
                  <a:cubicBezTo>
                    <a:pt x="823" y="751"/>
                    <a:pt x="823" y="751"/>
                    <a:pt x="823" y="751"/>
                  </a:cubicBezTo>
                  <a:cubicBezTo>
                    <a:pt x="823" y="748"/>
                    <a:pt x="823" y="748"/>
                    <a:pt x="823" y="748"/>
                  </a:cubicBezTo>
                  <a:cubicBezTo>
                    <a:pt x="823" y="747"/>
                    <a:pt x="823" y="747"/>
                    <a:pt x="824" y="746"/>
                  </a:cubicBezTo>
                  <a:cubicBezTo>
                    <a:pt x="833" y="715"/>
                    <a:pt x="841" y="683"/>
                    <a:pt x="845" y="650"/>
                  </a:cubicBezTo>
                  <a:cubicBezTo>
                    <a:pt x="847" y="635"/>
                    <a:pt x="849" y="619"/>
                    <a:pt x="849" y="604"/>
                  </a:cubicBezTo>
                  <a:cubicBezTo>
                    <a:pt x="849" y="588"/>
                    <a:pt x="846" y="572"/>
                    <a:pt x="842" y="557"/>
                  </a:cubicBezTo>
                  <a:cubicBezTo>
                    <a:pt x="838" y="539"/>
                    <a:pt x="832" y="522"/>
                    <a:pt x="824" y="506"/>
                  </a:cubicBezTo>
                  <a:cubicBezTo>
                    <a:pt x="817" y="490"/>
                    <a:pt x="809" y="475"/>
                    <a:pt x="800" y="461"/>
                  </a:cubicBezTo>
                  <a:cubicBezTo>
                    <a:pt x="790" y="446"/>
                    <a:pt x="781" y="432"/>
                    <a:pt x="771" y="417"/>
                  </a:cubicBezTo>
                  <a:cubicBezTo>
                    <a:pt x="761" y="403"/>
                    <a:pt x="752" y="389"/>
                    <a:pt x="742" y="374"/>
                  </a:cubicBezTo>
                  <a:cubicBezTo>
                    <a:pt x="724" y="346"/>
                    <a:pt x="708" y="316"/>
                    <a:pt x="691" y="286"/>
                  </a:cubicBezTo>
                  <a:cubicBezTo>
                    <a:pt x="674" y="257"/>
                    <a:pt x="655" y="229"/>
                    <a:pt x="637" y="200"/>
                  </a:cubicBezTo>
                  <a:cubicBezTo>
                    <a:pt x="619" y="171"/>
                    <a:pt x="601" y="141"/>
                    <a:pt x="583" y="112"/>
                  </a:cubicBezTo>
                  <a:cubicBezTo>
                    <a:pt x="574" y="97"/>
                    <a:pt x="564" y="83"/>
                    <a:pt x="552" y="70"/>
                  </a:cubicBezTo>
                  <a:cubicBezTo>
                    <a:pt x="546" y="64"/>
                    <a:pt x="539" y="59"/>
                    <a:pt x="531" y="54"/>
                  </a:cubicBezTo>
                  <a:cubicBezTo>
                    <a:pt x="524" y="50"/>
                    <a:pt x="516" y="47"/>
                    <a:pt x="507" y="45"/>
                  </a:cubicBezTo>
                  <a:cubicBezTo>
                    <a:pt x="490" y="43"/>
                    <a:pt x="472" y="47"/>
                    <a:pt x="458" y="56"/>
                  </a:cubicBezTo>
                  <a:cubicBezTo>
                    <a:pt x="443" y="64"/>
                    <a:pt x="432" y="77"/>
                    <a:pt x="423" y="91"/>
                  </a:cubicBezTo>
                  <a:cubicBezTo>
                    <a:pt x="418" y="97"/>
                    <a:pt x="414" y="104"/>
                    <a:pt x="410" y="111"/>
                  </a:cubicBezTo>
                  <a:cubicBezTo>
                    <a:pt x="409" y="113"/>
                    <a:pt x="409" y="113"/>
                    <a:pt x="409" y="113"/>
                  </a:cubicBezTo>
                  <a:cubicBezTo>
                    <a:pt x="385" y="78"/>
                    <a:pt x="385" y="78"/>
                    <a:pt x="385" y="78"/>
                  </a:cubicBezTo>
                  <a:cubicBezTo>
                    <a:pt x="377" y="65"/>
                    <a:pt x="377" y="65"/>
                    <a:pt x="377" y="65"/>
                  </a:cubicBezTo>
                  <a:cubicBezTo>
                    <a:pt x="374" y="61"/>
                    <a:pt x="370" y="57"/>
                    <a:pt x="367" y="53"/>
                  </a:cubicBezTo>
                  <a:cubicBezTo>
                    <a:pt x="359" y="44"/>
                    <a:pt x="351" y="34"/>
                    <a:pt x="342" y="26"/>
                  </a:cubicBezTo>
                  <a:cubicBezTo>
                    <a:pt x="337" y="21"/>
                    <a:pt x="331" y="18"/>
                    <a:pt x="326" y="14"/>
                  </a:cubicBezTo>
                  <a:cubicBezTo>
                    <a:pt x="321" y="12"/>
                    <a:pt x="321" y="12"/>
                    <a:pt x="321" y="12"/>
                  </a:cubicBezTo>
                  <a:cubicBezTo>
                    <a:pt x="320" y="11"/>
                    <a:pt x="318" y="10"/>
                    <a:pt x="317" y="10"/>
                  </a:cubicBezTo>
                  <a:cubicBezTo>
                    <a:pt x="313" y="9"/>
                    <a:pt x="310" y="7"/>
                    <a:pt x="307" y="7"/>
                  </a:cubicBezTo>
                  <a:cubicBezTo>
                    <a:pt x="295" y="3"/>
                    <a:pt x="283" y="0"/>
                    <a:pt x="270" y="0"/>
                  </a:cubicBezTo>
                  <a:cubicBezTo>
                    <a:pt x="263" y="0"/>
                    <a:pt x="257" y="2"/>
                    <a:pt x="252" y="4"/>
                  </a:cubicBezTo>
                  <a:cubicBezTo>
                    <a:pt x="246" y="6"/>
                    <a:pt x="240" y="8"/>
                    <a:pt x="235" y="11"/>
                  </a:cubicBezTo>
                  <a:cubicBezTo>
                    <a:pt x="232" y="12"/>
                    <a:pt x="229" y="14"/>
                    <a:pt x="226" y="15"/>
                  </a:cubicBezTo>
                  <a:cubicBezTo>
                    <a:pt x="224" y="17"/>
                    <a:pt x="221" y="19"/>
                    <a:pt x="219" y="20"/>
                  </a:cubicBezTo>
                  <a:cubicBezTo>
                    <a:pt x="214" y="24"/>
                    <a:pt x="209" y="28"/>
                    <a:pt x="205" y="33"/>
                  </a:cubicBezTo>
                  <a:cubicBezTo>
                    <a:pt x="196" y="42"/>
                    <a:pt x="191" y="54"/>
                    <a:pt x="190" y="66"/>
                  </a:cubicBezTo>
                  <a:cubicBezTo>
                    <a:pt x="189" y="74"/>
                    <a:pt x="188" y="82"/>
                    <a:pt x="189" y="90"/>
                  </a:cubicBezTo>
                  <a:cubicBezTo>
                    <a:pt x="181" y="81"/>
                    <a:pt x="175" y="72"/>
                    <a:pt x="167" y="64"/>
                  </a:cubicBezTo>
                  <a:cubicBezTo>
                    <a:pt x="159" y="55"/>
                    <a:pt x="149" y="47"/>
                    <a:pt x="138" y="41"/>
                  </a:cubicBezTo>
                  <a:cubicBezTo>
                    <a:pt x="127" y="36"/>
                    <a:pt x="117" y="30"/>
                    <a:pt x="105" y="27"/>
                  </a:cubicBezTo>
                  <a:cubicBezTo>
                    <a:pt x="99" y="26"/>
                    <a:pt x="93" y="26"/>
                    <a:pt x="87" y="26"/>
                  </a:cubicBezTo>
                  <a:cubicBezTo>
                    <a:pt x="81" y="27"/>
                    <a:pt x="75" y="28"/>
                    <a:pt x="69" y="30"/>
                  </a:cubicBezTo>
                  <a:cubicBezTo>
                    <a:pt x="58" y="32"/>
                    <a:pt x="47" y="38"/>
                    <a:pt x="37" y="45"/>
                  </a:cubicBezTo>
                  <a:cubicBezTo>
                    <a:pt x="28" y="52"/>
                    <a:pt x="20" y="60"/>
                    <a:pt x="14" y="70"/>
                  </a:cubicBezTo>
                  <a:cubicBezTo>
                    <a:pt x="8" y="80"/>
                    <a:pt x="4" y="90"/>
                    <a:pt x="2" y="101"/>
                  </a:cubicBezTo>
                  <a:cubicBezTo>
                    <a:pt x="2" y="104"/>
                    <a:pt x="1" y="107"/>
                    <a:pt x="1" y="109"/>
                  </a:cubicBezTo>
                  <a:cubicBezTo>
                    <a:pt x="1" y="112"/>
                    <a:pt x="1" y="112"/>
                    <a:pt x="1" y="112"/>
                  </a:cubicBezTo>
                  <a:cubicBezTo>
                    <a:pt x="1" y="112"/>
                    <a:pt x="0" y="113"/>
                    <a:pt x="0" y="114"/>
                  </a:cubicBezTo>
                  <a:cubicBezTo>
                    <a:pt x="1" y="114"/>
                    <a:pt x="2" y="115"/>
                    <a:pt x="4" y="116"/>
                  </a:cubicBezTo>
                  <a:cubicBezTo>
                    <a:pt x="8" y="117"/>
                    <a:pt x="11" y="118"/>
                    <a:pt x="12" y="117"/>
                  </a:cubicBezTo>
                  <a:cubicBezTo>
                    <a:pt x="15" y="108"/>
                    <a:pt x="18" y="100"/>
                    <a:pt x="23" y="92"/>
                  </a:cubicBezTo>
                  <a:cubicBezTo>
                    <a:pt x="27" y="85"/>
                    <a:pt x="33" y="78"/>
                    <a:pt x="40" y="73"/>
                  </a:cubicBezTo>
                  <a:cubicBezTo>
                    <a:pt x="43" y="71"/>
                    <a:pt x="47" y="69"/>
                    <a:pt x="51" y="67"/>
                  </a:cubicBezTo>
                  <a:cubicBezTo>
                    <a:pt x="54" y="65"/>
                    <a:pt x="58" y="63"/>
                    <a:pt x="61" y="62"/>
                  </a:cubicBezTo>
                  <a:cubicBezTo>
                    <a:pt x="68" y="59"/>
                    <a:pt x="75" y="57"/>
                    <a:pt x="83" y="57"/>
                  </a:cubicBezTo>
                  <a:cubicBezTo>
                    <a:pt x="91" y="57"/>
                    <a:pt x="98" y="59"/>
                    <a:pt x="105" y="62"/>
                  </a:cubicBezTo>
                  <a:cubicBezTo>
                    <a:pt x="109" y="63"/>
                    <a:pt x="112" y="65"/>
                    <a:pt x="114" y="67"/>
                  </a:cubicBezTo>
                  <a:cubicBezTo>
                    <a:pt x="117" y="69"/>
                    <a:pt x="120" y="73"/>
                    <a:pt x="123" y="76"/>
                  </a:cubicBezTo>
                  <a:cubicBezTo>
                    <a:pt x="126" y="81"/>
                    <a:pt x="131" y="87"/>
                    <a:pt x="135" y="93"/>
                  </a:cubicBezTo>
                  <a:cubicBezTo>
                    <a:pt x="139" y="100"/>
                    <a:pt x="144" y="109"/>
                    <a:pt x="149" y="118"/>
                  </a:cubicBezTo>
                  <a:cubicBezTo>
                    <a:pt x="159" y="137"/>
                    <a:pt x="170" y="154"/>
                    <a:pt x="181" y="172"/>
                  </a:cubicBezTo>
                  <a:cubicBezTo>
                    <a:pt x="190" y="186"/>
                    <a:pt x="199" y="199"/>
                    <a:pt x="209" y="212"/>
                  </a:cubicBezTo>
                  <a:cubicBezTo>
                    <a:pt x="218" y="224"/>
                    <a:pt x="227" y="236"/>
                    <a:pt x="236" y="247"/>
                  </a:cubicBezTo>
                  <a:cubicBezTo>
                    <a:pt x="245" y="259"/>
                    <a:pt x="254" y="271"/>
                    <a:pt x="263" y="282"/>
                  </a:cubicBezTo>
                  <a:cubicBezTo>
                    <a:pt x="277" y="299"/>
                    <a:pt x="277" y="299"/>
                    <a:pt x="277" y="299"/>
                  </a:cubicBezTo>
                  <a:cubicBezTo>
                    <a:pt x="282" y="306"/>
                    <a:pt x="286" y="313"/>
                    <a:pt x="294" y="317"/>
                  </a:cubicBezTo>
                  <a:cubicBezTo>
                    <a:pt x="296" y="319"/>
                    <a:pt x="298" y="321"/>
                    <a:pt x="304" y="319"/>
                  </a:cubicBezTo>
                  <a:cubicBezTo>
                    <a:pt x="308" y="318"/>
                    <a:pt x="312" y="317"/>
                    <a:pt x="316" y="315"/>
                  </a:cubicBezTo>
                  <a:cubicBezTo>
                    <a:pt x="320" y="314"/>
                    <a:pt x="324" y="312"/>
                    <a:pt x="327" y="309"/>
                  </a:cubicBezTo>
                  <a:cubicBezTo>
                    <a:pt x="332" y="306"/>
                    <a:pt x="333" y="303"/>
                    <a:pt x="334" y="301"/>
                  </a:cubicBezTo>
                  <a:cubicBezTo>
                    <a:pt x="335" y="296"/>
                    <a:pt x="334" y="293"/>
                    <a:pt x="332" y="290"/>
                  </a:cubicBezTo>
                  <a:cubicBezTo>
                    <a:pt x="328" y="282"/>
                    <a:pt x="324" y="273"/>
                    <a:pt x="319" y="265"/>
                  </a:cubicBezTo>
                  <a:cubicBezTo>
                    <a:pt x="316" y="261"/>
                    <a:pt x="313" y="258"/>
                    <a:pt x="310" y="254"/>
                  </a:cubicBezTo>
                  <a:cubicBezTo>
                    <a:pt x="296" y="238"/>
                    <a:pt x="296" y="238"/>
                    <a:pt x="296" y="238"/>
                  </a:cubicBezTo>
                  <a:cubicBezTo>
                    <a:pt x="283" y="221"/>
                    <a:pt x="283" y="221"/>
                    <a:pt x="283" y="221"/>
                  </a:cubicBezTo>
                  <a:cubicBezTo>
                    <a:pt x="270" y="204"/>
                    <a:pt x="270" y="204"/>
                    <a:pt x="270" y="204"/>
                  </a:cubicBezTo>
                  <a:cubicBezTo>
                    <a:pt x="260" y="192"/>
                    <a:pt x="251" y="178"/>
                    <a:pt x="242" y="165"/>
                  </a:cubicBezTo>
                  <a:cubicBezTo>
                    <a:pt x="207" y="113"/>
                    <a:pt x="207" y="113"/>
                    <a:pt x="207" y="113"/>
                  </a:cubicBezTo>
                  <a:cubicBezTo>
                    <a:pt x="205" y="111"/>
                    <a:pt x="205" y="111"/>
                    <a:pt x="205" y="111"/>
                  </a:cubicBezTo>
                  <a:cubicBezTo>
                    <a:pt x="206" y="111"/>
                    <a:pt x="206" y="111"/>
                    <a:pt x="206" y="110"/>
                  </a:cubicBezTo>
                  <a:cubicBezTo>
                    <a:pt x="205" y="103"/>
                    <a:pt x="205" y="93"/>
                    <a:pt x="206" y="84"/>
                  </a:cubicBezTo>
                  <a:cubicBezTo>
                    <a:pt x="207" y="79"/>
                    <a:pt x="207" y="74"/>
                    <a:pt x="209" y="70"/>
                  </a:cubicBezTo>
                  <a:cubicBezTo>
                    <a:pt x="210" y="66"/>
                    <a:pt x="212" y="62"/>
                    <a:pt x="214" y="59"/>
                  </a:cubicBezTo>
                  <a:cubicBezTo>
                    <a:pt x="217" y="56"/>
                    <a:pt x="220" y="54"/>
                    <a:pt x="222" y="52"/>
                  </a:cubicBezTo>
                  <a:cubicBezTo>
                    <a:pt x="225" y="49"/>
                    <a:pt x="228" y="47"/>
                    <a:pt x="232" y="45"/>
                  </a:cubicBezTo>
                  <a:cubicBezTo>
                    <a:pt x="233" y="43"/>
                    <a:pt x="235" y="42"/>
                    <a:pt x="237" y="41"/>
                  </a:cubicBezTo>
                  <a:cubicBezTo>
                    <a:pt x="240" y="40"/>
                    <a:pt x="240" y="40"/>
                    <a:pt x="240" y="40"/>
                  </a:cubicBezTo>
                  <a:cubicBezTo>
                    <a:pt x="242" y="39"/>
                    <a:pt x="242" y="39"/>
                    <a:pt x="242" y="39"/>
                  </a:cubicBezTo>
                  <a:cubicBezTo>
                    <a:pt x="246" y="37"/>
                    <a:pt x="250" y="36"/>
                    <a:pt x="255" y="35"/>
                  </a:cubicBezTo>
                  <a:cubicBezTo>
                    <a:pt x="259" y="34"/>
                    <a:pt x="264" y="33"/>
                    <a:pt x="268" y="32"/>
                  </a:cubicBezTo>
                  <a:cubicBezTo>
                    <a:pt x="269" y="32"/>
                    <a:pt x="270" y="32"/>
                    <a:pt x="270" y="32"/>
                  </a:cubicBezTo>
                  <a:cubicBezTo>
                    <a:pt x="270" y="32"/>
                    <a:pt x="270" y="32"/>
                    <a:pt x="271" y="32"/>
                  </a:cubicBezTo>
                  <a:cubicBezTo>
                    <a:pt x="272" y="33"/>
                    <a:pt x="272" y="33"/>
                    <a:pt x="272" y="33"/>
                  </a:cubicBezTo>
                  <a:cubicBezTo>
                    <a:pt x="275" y="33"/>
                    <a:pt x="277" y="33"/>
                    <a:pt x="279" y="33"/>
                  </a:cubicBezTo>
                  <a:cubicBezTo>
                    <a:pt x="283" y="34"/>
                    <a:pt x="287" y="35"/>
                    <a:pt x="290" y="37"/>
                  </a:cubicBezTo>
                  <a:cubicBezTo>
                    <a:pt x="293" y="38"/>
                    <a:pt x="297" y="41"/>
                    <a:pt x="298" y="43"/>
                  </a:cubicBezTo>
                  <a:cubicBezTo>
                    <a:pt x="299" y="44"/>
                    <a:pt x="300" y="44"/>
                    <a:pt x="300" y="45"/>
                  </a:cubicBezTo>
                  <a:cubicBezTo>
                    <a:pt x="301" y="45"/>
                    <a:pt x="301" y="46"/>
                    <a:pt x="302" y="46"/>
                  </a:cubicBezTo>
                  <a:cubicBezTo>
                    <a:pt x="303" y="48"/>
                    <a:pt x="304" y="49"/>
                    <a:pt x="305" y="50"/>
                  </a:cubicBezTo>
                  <a:cubicBezTo>
                    <a:pt x="308" y="53"/>
                    <a:pt x="310" y="56"/>
                    <a:pt x="313" y="59"/>
                  </a:cubicBezTo>
                  <a:cubicBezTo>
                    <a:pt x="317" y="65"/>
                    <a:pt x="322" y="72"/>
                    <a:pt x="327" y="81"/>
                  </a:cubicBezTo>
                  <a:cubicBezTo>
                    <a:pt x="329" y="86"/>
                    <a:pt x="332" y="91"/>
                    <a:pt x="335" y="96"/>
                  </a:cubicBezTo>
                  <a:cubicBezTo>
                    <a:pt x="337" y="100"/>
                    <a:pt x="340" y="105"/>
                    <a:pt x="343" y="110"/>
                  </a:cubicBezTo>
                  <a:cubicBezTo>
                    <a:pt x="348" y="120"/>
                    <a:pt x="354" y="129"/>
                    <a:pt x="360" y="138"/>
                  </a:cubicBezTo>
                  <a:cubicBezTo>
                    <a:pt x="369" y="153"/>
                    <a:pt x="378" y="167"/>
                    <a:pt x="388" y="181"/>
                  </a:cubicBezTo>
                  <a:cubicBezTo>
                    <a:pt x="397" y="194"/>
                    <a:pt x="406" y="206"/>
                    <a:pt x="415" y="219"/>
                  </a:cubicBezTo>
                  <a:cubicBezTo>
                    <a:pt x="425" y="231"/>
                    <a:pt x="434" y="244"/>
                    <a:pt x="443" y="256"/>
                  </a:cubicBezTo>
                  <a:cubicBezTo>
                    <a:pt x="458" y="274"/>
                    <a:pt x="458" y="274"/>
                    <a:pt x="458" y="274"/>
                  </a:cubicBezTo>
                  <a:cubicBezTo>
                    <a:pt x="463" y="281"/>
                    <a:pt x="467" y="288"/>
                    <a:pt x="475" y="294"/>
                  </a:cubicBezTo>
                  <a:cubicBezTo>
                    <a:pt x="477" y="295"/>
                    <a:pt x="479" y="297"/>
                    <a:pt x="486" y="295"/>
                  </a:cubicBezTo>
                  <a:cubicBezTo>
                    <a:pt x="490" y="294"/>
                    <a:pt x="494" y="293"/>
                    <a:pt x="498" y="292"/>
                  </a:cubicBezTo>
                  <a:cubicBezTo>
                    <a:pt x="501" y="291"/>
                    <a:pt x="505" y="289"/>
                    <a:pt x="509" y="286"/>
                  </a:cubicBezTo>
                  <a:cubicBezTo>
                    <a:pt x="514" y="283"/>
                    <a:pt x="515" y="280"/>
                    <a:pt x="516" y="278"/>
                  </a:cubicBezTo>
                  <a:cubicBezTo>
                    <a:pt x="517" y="273"/>
                    <a:pt x="515" y="270"/>
                    <a:pt x="514" y="266"/>
                  </a:cubicBezTo>
                  <a:cubicBezTo>
                    <a:pt x="509" y="258"/>
                    <a:pt x="505" y="249"/>
                    <a:pt x="500" y="240"/>
                  </a:cubicBezTo>
                  <a:cubicBezTo>
                    <a:pt x="497" y="236"/>
                    <a:pt x="494" y="232"/>
                    <a:pt x="491" y="228"/>
                  </a:cubicBezTo>
                  <a:cubicBezTo>
                    <a:pt x="477" y="211"/>
                    <a:pt x="477" y="211"/>
                    <a:pt x="477" y="211"/>
                  </a:cubicBezTo>
                  <a:cubicBezTo>
                    <a:pt x="463" y="193"/>
                    <a:pt x="463" y="193"/>
                    <a:pt x="463" y="193"/>
                  </a:cubicBezTo>
                  <a:cubicBezTo>
                    <a:pt x="450" y="175"/>
                    <a:pt x="450" y="175"/>
                    <a:pt x="450" y="175"/>
                  </a:cubicBezTo>
                  <a:cubicBezTo>
                    <a:pt x="440" y="162"/>
                    <a:pt x="431" y="147"/>
                    <a:pt x="422" y="133"/>
                  </a:cubicBezTo>
                  <a:cubicBezTo>
                    <a:pt x="416" y="125"/>
                    <a:pt x="416" y="125"/>
                    <a:pt x="416" y="125"/>
                  </a:cubicBezTo>
                  <a:cubicBezTo>
                    <a:pt x="424" y="113"/>
                    <a:pt x="432" y="101"/>
                    <a:pt x="441" y="92"/>
                  </a:cubicBezTo>
                  <a:cubicBezTo>
                    <a:pt x="445" y="86"/>
                    <a:pt x="450" y="82"/>
                    <a:pt x="455" y="78"/>
                  </a:cubicBezTo>
                  <a:cubicBezTo>
                    <a:pt x="460" y="74"/>
                    <a:pt x="465" y="71"/>
                    <a:pt x="471" y="69"/>
                  </a:cubicBezTo>
                  <a:cubicBezTo>
                    <a:pt x="477" y="66"/>
                    <a:pt x="483" y="65"/>
                    <a:pt x="488" y="64"/>
                  </a:cubicBezTo>
                  <a:cubicBezTo>
                    <a:pt x="494" y="63"/>
                    <a:pt x="500" y="64"/>
                    <a:pt x="505" y="65"/>
                  </a:cubicBezTo>
                  <a:cubicBezTo>
                    <a:pt x="516" y="68"/>
                    <a:pt x="526" y="75"/>
                    <a:pt x="534" y="85"/>
                  </a:cubicBezTo>
                  <a:cubicBezTo>
                    <a:pt x="543" y="95"/>
                    <a:pt x="550" y="107"/>
                    <a:pt x="558" y="120"/>
                  </a:cubicBezTo>
                  <a:cubicBezTo>
                    <a:pt x="581" y="161"/>
                    <a:pt x="581" y="161"/>
                    <a:pt x="581" y="161"/>
                  </a:cubicBezTo>
                  <a:cubicBezTo>
                    <a:pt x="629" y="244"/>
                    <a:pt x="629" y="244"/>
                    <a:pt x="629" y="244"/>
                  </a:cubicBezTo>
                  <a:cubicBezTo>
                    <a:pt x="645" y="271"/>
                    <a:pt x="661" y="299"/>
                    <a:pt x="677" y="327"/>
                  </a:cubicBezTo>
                  <a:cubicBezTo>
                    <a:pt x="700" y="370"/>
                    <a:pt x="700" y="370"/>
                    <a:pt x="700" y="370"/>
                  </a:cubicBezTo>
                  <a:cubicBezTo>
                    <a:pt x="708" y="384"/>
                    <a:pt x="718" y="404"/>
                    <a:pt x="729" y="423"/>
                  </a:cubicBezTo>
                  <a:cubicBezTo>
                    <a:pt x="744" y="451"/>
                    <a:pt x="759" y="475"/>
                    <a:pt x="771" y="499"/>
                  </a:cubicBezTo>
                  <a:cubicBezTo>
                    <a:pt x="783" y="523"/>
                    <a:pt x="793" y="547"/>
                    <a:pt x="796" y="573"/>
                  </a:cubicBezTo>
                  <a:cubicBezTo>
                    <a:pt x="799" y="599"/>
                    <a:pt x="796" y="628"/>
                    <a:pt x="790" y="657"/>
                  </a:cubicBezTo>
                  <a:cubicBezTo>
                    <a:pt x="787" y="672"/>
                    <a:pt x="784" y="686"/>
                    <a:pt x="780" y="701"/>
                  </a:cubicBezTo>
                  <a:cubicBezTo>
                    <a:pt x="778" y="709"/>
                    <a:pt x="776" y="716"/>
                    <a:pt x="773" y="723"/>
                  </a:cubicBezTo>
                  <a:cubicBezTo>
                    <a:pt x="772" y="727"/>
                    <a:pt x="771" y="730"/>
                    <a:pt x="770" y="736"/>
                  </a:cubicBezTo>
                  <a:cubicBezTo>
                    <a:pt x="768" y="744"/>
                    <a:pt x="768" y="744"/>
                    <a:pt x="768" y="744"/>
                  </a:cubicBezTo>
                  <a:cubicBezTo>
                    <a:pt x="767" y="746"/>
                    <a:pt x="767" y="749"/>
                    <a:pt x="767" y="752"/>
                  </a:cubicBezTo>
                  <a:cubicBezTo>
                    <a:pt x="764" y="768"/>
                    <a:pt x="765" y="785"/>
                    <a:pt x="769" y="800"/>
                  </a:cubicBezTo>
                  <a:cubicBezTo>
                    <a:pt x="772" y="815"/>
                    <a:pt x="777" y="829"/>
                    <a:pt x="783" y="842"/>
                  </a:cubicBezTo>
                  <a:cubicBezTo>
                    <a:pt x="789" y="855"/>
                    <a:pt x="796" y="867"/>
                    <a:pt x="803" y="878"/>
                  </a:cubicBezTo>
                  <a:cubicBezTo>
                    <a:pt x="807" y="884"/>
                    <a:pt x="811" y="889"/>
                    <a:pt x="814" y="894"/>
                  </a:cubicBezTo>
                  <a:cubicBezTo>
                    <a:pt x="820" y="902"/>
                    <a:pt x="820" y="902"/>
                    <a:pt x="820" y="902"/>
                  </a:cubicBezTo>
                  <a:cubicBezTo>
                    <a:pt x="821" y="904"/>
                    <a:pt x="821" y="904"/>
                    <a:pt x="821" y="904"/>
                  </a:cubicBezTo>
                  <a:cubicBezTo>
                    <a:pt x="821" y="904"/>
                    <a:pt x="821" y="904"/>
                    <a:pt x="821" y="904"/>
                  </a:cubicBezTo>
                  <a:cubicBezTo>
                    <a:pt x="821" y="905"/>
                    <a:pt x="821" y="905"/>
                    <a:pt x="821" y="905"/>
                  </a:cubicBezTo>
                  <a:cubicBezTo>
                    <a:pt x="822" y="905"/>
                    <a:pt x="822" y="905"/>
                    <a:pt x="822" y="905"/>
                  </a:cubicBezTo>
                  <a:cubicBezTo>
                    <a:pt x="822" y="905"/>
                    <a:pt x="823" y="906"/>
                    <a:pt x="823" y="907"/>
                  </a:cubicBezTo>
                  <a:cubicBezTo>
                    <a:pt x="823" y="908"/>
                    <a:pt x="823" y="908"/>
                    <a:pt x="822" y="909"/>
                  </a:cubicBezTo>
                  <a:cubicBezTo>
                    <a:pt x="815" y="915"/>
                    <a:pt x="809" y="920"/>
                    <a:pt x="802" y="925"/>
                  </a:cubicBezTo>
                  <a:cubicBezTo>
                    <a:pt x="757" y="957"/>
                    <a:pt x="757" y="957"/>
                    <a:pt x="757" y="957"/>
                  </a:cubicBezTo>
                  <a:cubicBezTo>
                    <a:pt x="721" y="983"/>
                    <a:pt x="684" y="1008"/>
                    <a:pt x="647" y="1033"/>
                  </a:cubicBezTo>
                  <a:cubicBezTo>
                    <a:pt x="629" y="1046"/>
                    <a:pt x="610" y="1058"/>
                    <a:pt x="592" y="1070"/>
                  </a:cubicBezTo>
                  <a:cubicBezTo>
                    <a:pt x="571" y="1084"/>
                    <a:pt x="550" y="1097"/>
                    <a:pt x="531" y="1112"/>
                  </a:cubicBezTo>
                  <a:cubicBezTo>
                    <a:pt x="526" y="1117"/>
                    <a:pt x="519" y="1122"/>
                    <a:pt x="518" y="1130"/>
                  </a:cubicBezTo>
                  <a:cubicBezTo>
                    <a:pt x="517" y="1135"/>
                    <a:pt x="516" y="1140"/>
                    <a:pt x="516" y="1145"/>
                  </a:cubicBezTo>
                  <a:cubicBezTo>
                    <a:pt x="516" y="1149"/>
                    <a:pt x="516" y="1154"/>
                    <a:pt x="520" y="1157"/>
                  </a:cubicBezTo>
                  <a:cubicBezTo>
                    <a:pt x="523" y="1161"/>
                    <a:pt x="530" y="1161"/>
                    <a:pt x="534" y="1160"/>
                  </a:cubicBezTo>
                  <a:cubicBezTo>
                    <a:pt x="545" y="1158"/>
                    <a:pt x="554" y="1153"/>
                    <a:pt x="564" y="1148"/>
                  </a:cubicBezTo>
                  <a:cubicBezTo>
                    <a:pt x="589" y="1134"/>
                    <a:pt x="614" y="1120"/>
                    <a:pt x="639" y="1105"/>
                  </a:cubicBezTo>
                  <a:cubicBezTo>
                    <a:pt x="651" y="1097"/>
                    <a:pt x="663" y="1089"/>
                    <a:pt x="675" y="1081"/>
                  </a:cubicBezTo>
                  <a:cubicBezTo>
                    <a:pt x="728" y="1044"/>
                    <a:pt x="728" y="1044"/>
                    <a:pt x="728" y="1044"/>
                  </a:cubicBezTo>
                  <a:cubicBezTo>
                    <a:pt x="781" y="1006"/>
                    <a:pt x="781" y="1006"/>
                    <a:pt x="781" y="1006"/>
                  </a:cubicBezTo>
                  <a:cubicBezTo>
                    <a:pt x="798" y="994"/>
                    <a:pt x="815" y="981"/>
                    <a:pt x="833" y="968"/>
                  </a:cubicBezTo>
                  <a:cubicBezTo>
                    <a:pt x="844" y="960"/>
                    <a:pt x="844" y="960"/>
                    <a:pt x="844" y="960"/>
                  </a:cubicBezTo>
                  <a:cubicBezTo>
                    <a:pt x="850" y="956"/>
                    <a:pt x="850" y="956"/>
                    <a:pt x="850" y="956"/>
                  </a:cubicBezTo>
                  <a:cubicBezTo>
                    <a:pt x="856" y="951"/>
                    <a:pt x="856" y="951"/>
                    <a:pt x="856" y="951"/>
                  </a:cubicBezTo>
                  <a:cubicBezTo>
                    <a:pt x="867" y="941"/>
                    <a:pt x="879" y="931"/>
                    <a:pt x="883" y="918"/>
                  </a:cubicBezTo>
                  <a:cubicBezTo>
                    <a:pt x="884" y="912"/>
                    <a:pt x="883" y="906"/>
                    <a:pt x="882" y="9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ja-JP" altLang="en-US"/>
            </a:p>
          </p:txBody>
        </p:sp>
      </p:grpSp>
      <p:cxnSp>
        <p:nvCxnSpPr>
          <p:cNvPr id="5" name="Straight Connector 4">
            <a:extLst>
              <a:ext uri="{FF2B5EF4-FFF2-40B4-BE49-F238E27FC236}">
                <a16:creationId xmlns:a16="http://schemas.microsoft.com/office/drawing/2014/main" id="{979DECA6-FD20-5396-4A82-8C162342285C}"/>
              </a:ext>
            </a:extLst>
          </p:cNvPr>
          <p:cNvCxnSpPr/>
          <p:nvPr/>
        </p:nvCxnSpPr>
        <p:spPr>
          <a:xfrm>
            <a:off x="0" y="472118"/>
            <a:ext cx="914400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BB88DAF-7726-0FA7-F898-0EE87CEF5443}"/>
              </a:ext>
            </a:extLst>
          </p:cNvPr>
          <p:cNvCxnSpPr>
            <a:cxnSpLocks/>
          </p:cNvCxnSpPr>
          <p:nvPr/>
        </p:nvCxnSpPr>
        <p:spPr>
          <a:xfrm>
            <a:off x="2286000" y="2445705"/>
            <a:ext cx="1419235" cy="0"/>
          </a:xfrm>
          <a:prstGeom prst="line">
            <a:avLst/>
          </a:prstGeom>
          <a:noFill/>
          <a:ln>
            <a:solidFill>
              <a:srgbClr val="66CCFF"/>
            </a:solidFill>
          </a:ln>
        </p:spPr>
        <p:style>
          <a:lnRef idx="2">
            <a:schemeClr val="accent1">
              <a:shade val="15000"/>
            </a:schemeClr>
          </a:lnRef>
          <a:fillRef idx="1">
            <a:schemeClr val="accent1"/>
          </a:fillRef>
          <a:effectRef idx="0">
            <a:schemeClr val="accent1"/>
          </a:effectRef>
          <a:fontRef idx="minor">
            <a:schemeClr val="lt1"/>
          </a:fontRef>
        </p:style>
      </p:cxnSp>
      <p:sp>
        <p:nvSpPr>
          <p:cNvPr id="25" name="Rectangle 24">
            <a:extLst>
              <a:ext uri="{FF2B5EF4-FFF2-40B4-BE49-F238E27FC236}">
                <a16:creationId xmlns:a16="http://schemas.microsoft.com/office/drawing/2014/main" id="{0B2FC971-3871-BCCD-B6A6-71667D5ED6B3}"/>
              </a:ext>
            </a:extLst>
          </p:cNvPr>
          <p:cNvSpPr/>
          <p:nvPr/>
        </p:nvSpPr>
        <p:spPr>
          <a:xfrm>
            <a:off x="762000" y="2209800"/>
            <a:ext cx="1524000" cy="341194"/>
          </a:xfrm>
          <a:prstGeom prst="rect">
            <a:avLst/>
          </a:prstGeom>
          <a:noFill/>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Rectangle 25">
            <a:extLst>
              <a:ext uri="{FF2B5EF4-FFF2-40B4-BE49-F238E27FC236}">
                <a16:creationId xmlns:a16="http://schemas.microsoft.com/office/drawing/2014/main" id="{03494E5A-3983-7500-2B3C-F3A620CB7230}"/>
              </a:ext>
            </a:extLst>
          </p:cNvPr>
          <p:cNvSpPr/>
          <p:nvPr/>
        </p:nvSpPr>
        <p:spPr>
          <a:xfrm>
            <a:off x="762000" y="2579239"/>
            <a:ext cx="1676400" cy="331149"/>
          </a:xfrm>
          <a:prstGeom prst="rect">
            <a:avLst/>
          </a:prstGeom>
          <a:noFill/>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7" name="Straight Connector 26">
            <a:extLst>
              <a:ext uri="{FF2B5EF4-FFF2-40B4-BE49-F238E27FC236}">
                <a16:creationId xmlns:a16="http://schemas.microsoft.com/office/drawing/2014/main" id="{D178F7CE-7D55-69B2-6019-C8ADD076B21C}"/>
              </a:ext>
            </a:extLst>
          </p:cNvPr>
          <p:cNvCxnSpPr>
            <a:cxnSpLocks/>
            <a:stCxn id="26" idx="3"/>
          </p:cNvCxnSpPr>
          <p:nvPr/>
        </p:nvCxnSpPr>
        <p:spPr>
          <a:xfrm flipV="1">
            <a:off x="2438400" y="2659769"/>
            <a:ext cx="1266835" cy="85045"/>
          </a:xfrm>
          <a:prstGeom prst="line">
            <a:avLst/>
          </a:prstGeom>
          <a:noFill/>
          <a:ln>
            <a:solidFill>
              <a:srgbClr val="66CCFF"/>
            </a:solidFill>
          </a:ln>
        </p:spPr>
        <p:style>
          <a:lnRef idx="2">
            <a:schemeClr val="accent1">
              <a:shade val="15000"/>
            </a:schemeClr>
          </a:lnRef>
          <a:fillRef idx="1">
            <a:schemeClr val="accent1"/>
          </a:fillRef>
          <a:effectRef idx="0">
            <a:schemeClr val="accent1"/>
          </a:effectRef>
          <a:fontRef idx="minor">
            <a:schemeClr val="lt1"/>
          </a:fontRef>
        </p:style>
      </p:cxnSp>
      <p:cxnSp>
        <p:nvCxnSpPr>
          <p:cNvPr id="30" name="Straight Connector 29">
            <a:extLst>
              <a:ext uri="{FF2B5EF4-FFF2-40B4-BE49-F238E27FC236}">
                <a16:creationId xmlns:a16="http://schemas.microsoft.com/office/drawing/2014/main" id="{12AF2998-4D8F-424B-A20E-2B7619608CDE}"/>
              </a:ext>
            </a:extLst>
          </p:cNvPr>
          <p:cNvCxnSpPr>
            <a:cxnSpLocks/>
          </p:cNvCxnSpPr>
          <p:nvPr/>
        </p:nvCxnSpPr>
        <p:spPr>
          <a:xfrm flipV="1">
            <a:off x="2665319" y="2967666"/>
            <a:ext cx="916081" cy="241944"/>
          </a:xfrm>
          <a:prstGeom prst="line">
            <a:avLst/>
          </a:prstGeom>
          <a:noFill/>
          <a:ln>
            <a:solidFill>
              <a:srgbClr val="66CCFF"/>
            </a:solidFill>
          </a:ln>
        </p:spPr>
        <p:style>
          <a:lnRef idx="2">
            <a:schemeClr val="accent1">
              <a:shade val="15000"/>
            </a:schemeClr>
          </a:lnRef>
          <a:fillRef idx="1">
            <a:schemeClr val="accent1"/>
          </a:fillRef>
          <a:effectRef idx="0">
            <a:schemeClr val="accent1"/>
          </a:effectRef>
          <a:fontRef idx="minor">
            <a:schemeClr val="lt1"/>
          </a:fontRef>
        </p:style>
      </p:cxnSp>
      <p:pic>
        <p:nvPicPr>
          <p:cNvPr id="9" name="Picture 8">
            <a:extLst>
              <a:ext uri="{FF2B5EF4-FFF2-40B4-BE49-F238E27FC236}">
                <a16:creationId xmlns:a16="http://schemas.microsoft.com/office/drawing/2014/main" id="{2713C617-6564-81A2-1040-558BFE6EC843}"/>
              </a:ext>
            </a:extLst>
          </p:cNvPr>
          <p:cNvPicPr>
            <a:picLocks noChangeAspect="1"/>
          </p:cNvPicPr>
          <p:nvPr/>
        </p:nvPicPr>
        <p:blipFill>
          <a:blip r:embed="rId4"/>
          <a:stretch>
            <a:fillRect/>
          </a:stretch>
        </p:blipFill>
        <p:spPr>
          <a:xfrm>
            <a:off x="2572009" y="4164373"/>
            <a:ext cx="3455675" cy="2476430"/>
          </a:xfrm>
          <a:prstGeom prst="rect">
            <a:avLst/>
          </a:prstGeom>
        </p:spPr>
      </p:pic>
    </p:spTree>
    <p:extLst>
      <p:ext uri="{BB962C8B-B14F-4D97-AF65-F5344CB8AC3E}">
        <p14:creationId xmlns:p14="http://schemas.microsoft.com/office/powerpoint/2010/main" val="5349587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22E2A-62AF-61CB-008B-F5D844EAE559}"/>
              </a:ext>
            </a:extLst>
          </p:cNvPr>
          <p:cNvSpPr>
            <a:spLocks noGrp="1"/>
          </p:cNvSpPr>
          <p:nvPr>
            <p:ph type="title"/>
          </p:nvPr>
        </p:nvSpPr>
        <p:spPr>
          <a:xfrm>
            <a:off x="0" y="-26631"/>
            <a:ext cx="8229600" cy="505429"/>
          </a:xfrm>
        </p:spPr>
        <p:txBody>
          <a:bodyPr>
            <a:normAutofit/>
          </a:bodyPr>
          <a:lstStyle/>
          <a:p>
            <a:r>
              <a:rPr kumimoji="1" lang="en-US" altLang="ja-JP" sz="2400">
                <a:latin typeface="Times New Roman" panose="02020603050405020304" pitchFamily="18" charset="0"/>
                <a:cs typeface="Times New Roman" panose="02020603050405020304" pitchFamily="18" charset="0"/>
              </a:rPr>
              <a:t>2. Giao diện chương trình trong file tonghop_new.xlsm</a:t>
            </a:r>
            <a:endParaRPr kumimoji="1" lang="ja-JP" altLang="en-US" sz="2400"/>
          </a:p>
        </p:txBody>
      </p:sp>
      <p:sp>
        <p:nvSpPr>
          <p:cNvPr id="4" name="Slide Number Placeholder 3">
            <a:extLst>
              <a:ext uri="{FF2B5EF4-FFF2-40B4-BE49-F238E27FC236}">
                <a16:creationId xmlns:a16="http://schemas.microsoft.com/office/drawing/2014/main" id="{1AC81BEB-3A89-AECB-5BDA-820A61EE4EE9}"/>
              </a:ext>
            </a:extLst>
          </p:cNvPr>
          <p:cNvSpPr>
            <a:spLocks noGrp="1"/>
          </p:cNvSpPr>
          <p:nvPr>
            <p:ph type="sldNum" sz="quarter" idx="4"/>
          </p:nvPr>
        </p:nvSpPr>
        <p:spPr/>
        <p:txBody>
          <a:bodyPr/>
          <a:lstStyle/>
          <a:p>
            <a:fld id="{E38BFB4B-70AE-4AFC-9806-78E9768488DC}" type="slidenum">
              <a:rPr lang="fr-FR" altLang="ja-JP" sz="1600" smtClean="0">
                <a:solidFill>
                  <a:schemeClr val="tx1"/>
                </a:solidFill>
              </a:rPr>
              <a:pPr/>
              <a:t>6</a:t>
            </a:fld>
            <a:endParaRPr lang="fr-FR" altLang="ja-JP" sz="1600">
              <a:solidFill>
                <a:schemeClr val="tx1"/>
              </a:solidFill>
            </a:endParaRPr>
          </a:p>
          <a:p>
            <a:r>
              <a:rPr lang="fr-FR" altLang="ja-JP" sz="1000"/>
              <a:t>©20</a:t>
            </a:r>
            <a:r>
              <a:rPr lang="en-US" altLang="ja-JP" sz="1000"/>
              <a:t>19</a:t>
            </a:r>
            <a:r>
              <a:rPr lang="fr-FR" altLang="ja-JP" sz="1000"/>
              <a:t> KYOCERA Document Solutions Inc.</a:t>
            </a:r>
            <a:endParaRPr lang="en-US" sz="1000"/>
          </a:p>
        </p:txBody>
      </p:sp>
      <p:pic>
        <p:nvPicPr>
          <p:cNvPr id="5" name="Content Placeholder 4">
            <a:extLst>
              <a:ext uri="{FF2B5EF4-FFF2-40B4-BE49-F238E27FC236}">
                <a16:creationId xmlns:a16="http://schemas.microsoft.com/office/drawing/2014/main" id="{91FF9A04-5298-3F32-54AB-AF29AF9EF987}"/>
              </a:ext>
            </a:extLst>
          </p:cNvPr>
          <p:cNvPicPr>
            <a:picLocks noGrp="1" noChangeAspect="1"/>
          </p:cNvPicPr>
          <p:nvPr>
            <p:ph idx="1"/>
          </p:nvPr>
        </p:nvPicPr>
        <p:blipFill>
          <a:blip r:embed="rId2"/>
          <a:stretch>
            <a:fillRect/>
          </a:stretch>
        </p:blipFill>
        <p:spPr>
          <a:xfrm>
            <a:off x="226894" y="465439"/>
            <a:ext cx="3478302" cy="2796985"/>
          </a:xfrm>
          <a:prstGeom prst="rect">
            <a:avLst/>
          </a:prstGeom>
        </p:spPr>
      </p:pic>
      <p:sp>
        <p:nvSpPr>
          <p:cNvPr id="8" name="Arrow: Right 7">
            <a:extLst>
              <a:ext uri="{FF2B5EF4-FFF2-40B4-BE49-F238E27FC236}">
                <a16:creationId xmlns:a16="http://schemas.microsoft.com/office/drawing/2014/main" id="{36F484CC-5168-4FA5-73A8-E798EE7D785F}"/>
              </a:ext>
            </a:extLst>
          </p:cNvPr>
          <p:cNvSpPr/>
          <p:nvPr/>
        </p:nvSpPr>
        <p:spPr>
          <a:xfrm>
            <a:off x="3886200" y="1634418"/>
            <a:ext cx="457200" cy="347457"/>
          </a:xfrm>
          <a:prstGeom prst="rightArrow">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 name="Picture 9">
            <a:extLst>
              <a:ext uri="{FF2B5EF4-FFF2-40B4-BE49-F238E27FC236}">
                <a16:creationId xmlns:a16="http://schemas.microsoft.com/office/drawing/2014/main" id="{01821CC7-0023-C670-383D-8A1C07F1F7A3}"/>
              </a:ext>
            </a:extLst>
          </p:cNvPr>
          <p:cNvPicPr>
            <a:picLocks noChangeAspect="1"/>
          </p:cNvPicPr>
          <p:nvPr/>
        </p:nvPicPr>
        <p:blipFill>
          <a:blip r:embed="rId3"/>
          <a:stretch>
            <a:fillRect/>
          </a:stretch>
        </p:blipFill>
        <p:spPr>
          <a:xfrm>
            <a:off x="4590738" y="485477"/>
            <a:ext cx="3429425" cy="2796985"/>
          </a:xfrm>
          <a:prstGeom prst="rect">
            <a:avLst/>
          </a:prstGeom>
        </p:spPr>
      </p:pic>
      <p:sp>
        <p:nvSpPr>
          <p:cNvPr id="11" name="TextBox 10">
            <a:extLst>
              <a:ext uri="{FF2B5EF4-FFF2-40B4-BE49-F238E27FC236}">
                <a16:creationId xmlns:a16="http://schemas.microsoft.com/office/drawing/2014/main" id="{96BBB819-3B39-B3F4-0120-BFCCD56BB392}"/>
              </a:ext>
            </a:extLst>
          </p:cNvPr>
          <p:cNvSpPr txBox="1"/>
          <p:nvPr/>
        </p:nvSpPr>
        <p:spPr>
          <a:xfrm>
            <a:off x="6846984" y="1242917"/>
            <a:ext cx="1562100" cy="923330"/>
          </a:xfrm>
          <a:prstGeom prst="rect">
            <a:avLst/>
          </a:prstGeom>
          <a:noFill/>
        </p:spPr>
        <p:txBody>
          <a:bodyPr wrap="square" rtlCol="0">
            <a:spAutoFit/>
          </a:bodyPr>
          <a:lstStyle/>
          <a:p>
            <a:r>
              <a:rPr kumimoji="1" lang="en-US" altLang="ja-JP">
                <a:solidFill>
                  <a:srgbClr val="FF0000"/>
                </a:solidFill>
              </a:rPr>
              <a:t>Nhập mật khẩu đăng nhập</a:t>
            </a:r>
            <a:endParaRPr kumimoji="1" lang="ja-JP" altLang="en-US">
              <a:solidFill>
                <a:srgbClr val="FF0000"/>
              </a:solidFill>
            </a:endParaRPr>
          </a:p>
        </p:txBody>
      </p:sp>
      <p:grpSp>
        <p:nvGrpSpPr>
          <p:cNvPr id="12" name="Group 11">
            <a:extLst>
              <a:ext uri="{FF2B5EF4-FFF2-40B4-BE49-F238E27FC236}">
                <a16:creationId xmlns:a16="http://schemas.microsoft.com/office/drawing/2014/main" id="{EDE2464B-5B01-046A-B156-6D86C1D5E0DC}"/>
              </a:ext>
            </a:extLst>
          </p:cNvPr>
          <p:cNvGrpSpPr>
            <a:grpSpLocks noChangeAspect="1"/>
          </p:cNvGrpSpPr>
          <p:nvPr/>
        </p:nvGrpSpPr>
        <p:grpSpPr bwMode="auto">
          <a:xfrm rot="2162947">
            <a:off x="5848177" y="2267619"/>
            <a:ext cx="525659" cy="556684"/>
            <a:chOff x="258535" y="462642"/>
            <a:chExt cx="1538" cy="1581"/>
          </a:xfrm>
          <a:solidFill>
            <a:srgbClr val="FF0000"/>
          </a:solidFill>
        </p:grpSpPr>
        <p:sp>
          <p:nvSpPr>
            <p:cNvPr id="13" name="Freeform 82">
              <a:extLst>
                <a:ext uri="{FF2B5EF4-FFF2-40B4-BE49-F238E27FC236}">
                  <a16:creationId xmlns:a16="http://schemas.microsoft.com/office/drawing/2014/main" id="{29E43604-5C5D-6AF6-E6D8-E8B288525690}"/>
                </a:ext>
              </a:extLst>
            </p:cNvPr>
            <p:cNvSpPr>
              <a:spLocks/>
            </p:cNvSpPr>
            <p:nvPr/>
          </p:nvSpPr>
          <p:spPr bwMode="auto">
            <a:xfrm>
              <a:off x="258535" y="462642"/>
              <a:ext cx="1046" cy="1479"/>
            </a:xfrm>
            <a:custGeom>
              <a:avLst/>
              <a:gdLst>
                <a:gd name="T0" fmla="*/ 648 w 858"/>
                <a:gd name="T1" fmla="*/ 980 h 1212"/>
                <a:gd name="T2" fmla="*/ 482 w 858"/>
                <a:gd name="T3" fmla="*/ 934 h 1212"/>
                <a:gd name="T4" fmla="*/ 276 w 858"/>
                <a:gd name="T5" fmla="*/ 861 h 1212"/>
                <a:gd name="T6" fmla="*/ 67 w 858"/>
                <a:gd name="T7" fmla="*/ 806 h 1212"/>
                <a:gd name="T8" fmla="*/ 36 w 858"/>
                <a:gd name="T9" fmla="*/ 761 h 1212"/>
                <a:gd name="T10" fmla="*/ 40 w 858"/>
                <a:gd name="T11" fmla="*/ 752 h 1212"/>
                <a:gd name="T12" fmla="*/ 51 w 858"/>
                <a:gd name="T13" fmla="*/ 735 h 1212"/>
                <a:gd name="T14" fmla="*/ 182 w 858"/>
                <a:gd name="T15" fmla="*/ 698 h 1212"/>
                <a:gd name="T16" fmla="*/ 312 w 858"/>
                <a:gd name="T17" fmla="*/ 720 h 1212"/>
                <a:gd name="T18" fmla="*/ 372 w 858"/>
                <a:gd name="T19" fmla="*/ 730 h 1212"/>
                <a:gd name="T20" fmla="*/ 390 w 858"/>
                <a:gd name="T21" fmla="*/ 723 h 1212"/>
                <a:gd name="T22" fmla="*/ 404 w 858"/>
                <a:gd name="T23" fmla="*/ 710 h 1212"/>
                <a:gd name="T24" fmla="*/ 419 w 858"/>
                <a:gd name="T25" fmla="*/ 659 h 1212"/>
                <a:gd name="T26" fmla="*/ 406 w 858"/>
                <a:gd name="T27" fmla="*/ 614 h 1212"/>
                <a:gd name="T28" fmla="*/ 400 w 858"/>
                <a:gd name="T29" fmla="*/ 604 h 1212"/>
                <a:gd name="T30" fmla="*/ 364 w 858"/>
                <a:gd name="T31" fmla="*/ 541 h 1212"/>
                <a:gd name="T32" fmla="*/ 136 w 858"/>
                <a:gd name="T33" fmla="*/ 173 h 1212"/>
                <a:gd name="T34" fmla="*/ 110 w 858"/>
                <a:gd name="T35" fmla="*/ 83 h 1212"/>
                <a:gd name="T36" fmla="*/ 141 w 858"/>
                <a:gd name="T37" fmla="*/ 54 h 1212"/>
                <a:gd name="T38" fmla="*/ 169 w 858"/>
                <a:gd name="T39" fmla="*/ 58 h 1212"/>
                <a:gd name="T40" fmla="*/ 237 w 858"/>
                <a:gd name="T41" fmla="*/ 138 h 1212"/>
                <a:gd name="T42" fmla="*/ 440 w 858"/>
                <a:gd name="T43" fmla="*/ 456 h 1212"/>
                <a:gd name="T44" fmla="*/ 498 w 858"/>
                <a:gd name="T45" fmla="*/ 490 h 1212"/>
                <a:gd name="T46" fmla="*/ 392 w 858"/>
                <a:gd name="T47" fmla="*/ 281 h 1212"/>
                <a:gd name="T48" fmla="*/ 255 w 858"/>
                <a:gd name="T49" fmla="*/ 67 h 1212"/>
                <a:gd name="T50" fmla="*/ 207 w 858"/>
                <a:gd name="T51" fmla="*/ 17 h 1212"/>
                <a:gd name="T52" fmla="*/ 143 w 858"/>
                <a:gd name="T53" fmla="*/ 0 h 1212"/>
                <a:gd name="T54" fmla="*/ 69 w 858"/>
                <a:gd name="T55" fmla="*/ 43 h 1212"/>
                <a:gd name="T56" fmla="*/ 57 w 858"/>
                <a:gd name="T57" fmla="*/ 126 h 1212"/>
                <a:gd name="T58" fmla="*/ 121 w 858"/>
                <a:gd name="T59" fmla="*/ 252 h 1212"/>
                <a:gd name="T60" fmla="*/ 349 w 858"/>
                <a:gd name="T61" fmla="*/ 620 h 1212"/>
                <a:gd name="T62" fmla="*/ 366 w 858"/>
                <a:gd name="T63" fmla="*/ 659 h 1212"/>
                <a:gd name="T64" fmla="*/ 365 w 858"/>
                <a:gd name="T65" fmla="*/ 675 h 1212"/>
                <a:gd name="T66" fmla="*/ 345 w 858"/>
                <a:gd name="T67" fmla="*/ 680 h 1212"/>
                <a:gd name="T68" fmla="*/ 239 w 858"/>
                <a:gd name="T69" fmla="*/ 657 h 1212"/>
                <a:gd name="T70" fmla="*/ 52 w 858"/>
                <a:gd name="T71" fmla="*/ 684 h 1212"/>
                <a:gd name="T72" fmla="*/ 2 w 858"/>
                <a:gd name="T73" fmla="*/ 753 h 1212"/>
                <a:gd name="T74" fmla="*/ 58 w 858"/>
                <a:gd name="T75" fmla="*/ 838 h 1212"/>
                <a:gd name="T76" fmla="*/ 327 w 858"/>
                <a:gd name="T77" fmla="*/ 906 h 1212"/>
                <a:gd name="T78" fmla="*/ 459 w 858"/>
                <a:gd name="T79" fmla="*/ 954 h 1212"/>
                <a:gd name="T80" fmla="*/ 596 w 858"/>
                <a:gd name="T81" fmla="*/ 985 h 1212"/>
                <a:gd name="T82" fmla="*/ 810 w 858"/>
                <a:gd name="T83" fmla="*/ 1153 h 1212"/>
                <a:gd name="T84" fmla="*/ 847 w 858"/>
                <a:gd name="T85" fmla="*/ 1210 h 1212"/>
                <a:gd name="T86" fmla="*/ 756 w 858"/>
                <a:gd name="T87" fmla="*/ 1057 h 1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8" h="1212">
                  <a:moveTo>
                    <a:pt x="756" y="1057"/>
                  </a:moveTo>
                  <a:cubicBezTo>
                    <a:pt x="736" y="1036"/>
                    <a:pt x="713" y="1017"/>
                    <a:pt x="687" y="1001"/>
                  </a:cubicBezTo>
                  <a:cubicBezTo>
                    <a:pt x="675" y="993"/>
                    <a:pt x="661" y="986"/>
                    <a:pt x="648" y="980"/>
                  </a:cubicBezTo>
                  <a:cubicBezTo>
                    <a:pt x="634" y="973"/>
                    <a:pt x="619" y="968"/>
                    <a:pt x="605" y="964"/>
                  </a:cubicBezTo>
                  <a:cubicBezTo>
                    <a:pt x="576" y="956"/>
                    <a:pt x="548" y="951"/>
                    <a:pt x="521" y="945"/>
                  </a:cubicBezTo>
                  <a:cubicBezTo>
                    <a:pt x="507" y="942"/>
                    <a:pt x="494" y="938"/>
                    <a:pt x="482" y="934"/>
                  </a:cubicBezTo>
                  <a:cubicBezTo>
                    <a:pt x="469" y="929"/>
                    <a:pt x="456" y="924"/>
                    <a:pt x="442" y="918"/>
                  </a:cubicBezTo>
                  <a:cubicBezTo>
                    <a:pt x="416" y="908"/>
                    <a:pt x="389" y="896"/>
                    <a:pt x="360" y="887"/>
                  </a:cubicBezTo>
                  <a:cubicBezTo>
                    <a:pt x="332" y="878"/>
                    <a:pt x="304" y="869"/>
                    <a:pt x="276" y="861"/>
                  </a:cubicBezTo>
                  <a:cubicBezTo>
                    <a:pt x="220" y="845"/>
                    <a:pt x="163" y="831"/>
                    <a:pt x="107" y="817"/>
                  </a:cubicBezTo>
                  <a:cubicBezTo>
                    <a:pt x="86" y="812"/>
                    <a:pt x="86" y="812"/>
                    <a:pt x="86" y="812"/>
                  </a:cubicBezTo>
                  <a:cubicBezTo>
                    <a:pt x="79" y="810"/>
                    <a:pt x="73" y="808"/>
                    <a:pt x="67" y="806"/>
                  </a:cubicBezTo>
                  <a:cubicBezTo>
                    <a:pt x="55" y="802"/>
                    <a:pt x="46" y="796"/>
                    <a:pt x="42" y="791"/>
                  </a:cubicBezTo>
                  <a:cubicBezTo>
                    <a:pt x="37" y="785"/>
                    <a:pt x="34" y="775"/>
                    <a:pt x="36" y="765"/>
                  </a:cubicBezTo>
                  <a:cubicBezTo>
                    <a:pt x="36" y="764"/>
                    <a:pt x="36" y="762"/>
                    <a:pt x="36" y="761"/>
                  </a:cubicBezTo>
                  <a:cubicBezTo>
                    <a:pt x="37" y="759"/>
                    <a:pt x="37" y="759"/>
                    <a:pt x="37" y="759"/>
                  </a:cubicBezTo>
                  <a:cubicBezTo>
                    <a:pt x="38" y="757"/>
                    <a:pt x="38" y="757"/>
                    <a:pt x="38" y="757"/>
                  </a:cubicBezTo>
                  <a:cubicBezTo>
                    <a:pt x="40" y="752"/>
                    <a:pt x="40" y="752"/>
                    <a:pt x="40" y="752"/>
                  </a:cubicBezTo>
                  <a:cubicBezTo>
                    <a:pt x="40" y="750"/>
                    <a:pt x="41" y="749"/>
                    <a:pt x="42" y="747"/>
                  </a:cubicBezTo>
                  <a:cubicBezTo>
                    <a:pt x="43" y="744"/>
                    <a:pt x="46" y="742"/>
                    <a:pt x="47" y="739"/>
                  </a:cubicBezTo>
                  <a:cubicBezTo>
                    <a:pt x="48" y="738"/>
                    <a:pt x="50" y="736"/>
                    <a:pt x="51" y="735"/>
                  </a:cubicBezTo>
                  <a:cubicBezTo>
                    <a:pt x="52" y="734"/>
                    <a:pt x="53" y="733"/>
                    <a:pt x="54" y="731"/>
                  </a:cubicBezTo>
                  <a:cubicBezTo>
                    <a:pt x="68" y="717"/>
                    <a:pt x="89" y="709"/>
                    <a:pt x="112" y="704"/>
                  </a:cubicBezTo>
                  <a:cubicBezTo>
                    <a:pt x="134" y="699"/>
                    <a:pt x="158" y="698"/>
                    <a:pt x="182" y="698"/>
                  </a:cubicBezTo>
                  <a:cubicBezTo>
                    <a:pt x="207" y="699"/>
                    <a:pt x="231" y="702"/>
                    <a:pt x="256" y="706"/>
                  </a:cubicBezTo>
                  <a:cubicBezTo>
                    <a:pt x="268" y="709"/>
                    <a:pt x="281" y="711"/>
                    <a:pt x="293" y="715"/>
                  </a:cubicBezTo>
                  <a:cubicBezTo>
                    <a:pt x="300" y="716"/>
                    <a:pt x="306" y="718"/>
                    <a:pt x="312" y="720"/>
                  </a:cubicBezTo>
                  <a:cubicBezTo>
                    <a:pt x="315" y="721"/>
                    <a:pt x="318" y="722"/>
                    <a:pt x="321" y="723"/>
                  </a:cubicBezTo>
                  <a:cubicBezTo>
                    <a:pt x="325" y="724"/>
                    <a:pt x="325" y="725"/>
                    <a:pt x="334" y="728"/>
                  </a:cubicBezTo>
                  <a:cubicBezTo>
                    <a:pt x="346" y="732"/>
                    <a:pt x="359" y="733"/>
                    <a:pt x="372" y="730"/>
                  </a:cubicBezTo>
                  <a:cubicBezTo>
                    <a:pt x="375" y="729"/>
                    <a:pt x="378" y="728"/>
                    <a:pt x="381" y="727"/>
                  </a:cubicBezTo>
                  <a:cubicBezTo>
                    <a:pt x="382" y="726"/>
                    <a:pt x="384" y="726"/>
                    <a:pt x="385" y="725"/>
                  </a:cubicBezTo>
                  <a:cubicBezTo>
                    <a:pt x="390" y="723"/>
                    <a:pt x="390" y="723"/>
                    <a:pt x="390" y="723"/>
                  </a:cubicBezTo>
                  <a:cubicBezTo>
                    <a:pt x="391" y="722"/>
                    <a:pt x="392" y="721"/>
                    <a:pt x="394" y="720"/>
                  </a:cubicBezTo>
                  <a:cubicBezTo>
                    <a:pt x="397" y="717"/>
                    <a:pt x="397" y="717"/>
                    <a:pt x="397" y="717"/>
                  </a:cubicBezTo>
                  <a:cubicBezTo>
                    <a:pt x="400" y="715"/>
                    <a:pt x="402" y="713"/>
                    <a:pt x="404" y="710"/>
                  </a:cubicBezTo>
                  <a:cubicBezTo>
                    <a:pt x="412" y="700"/>
                    <a:pt x="417" y="688"/>
                    <a:pt x="418" y="674"/>
                  </a:cubicBezTo>
                  <a:cubicBezTo>
                    <a:pt x="419" y="671"/>
                    <a:pt x="419" y="668"/>
                    <a:pt x="419" y="664"/>
                  </a:cubicBezTo>
                  <a:cubicBezTo>
                    <a:pt x="419" y="663"/>
                    <a:pt x="419" y="661"/>
                    <a:pt x="419" y="659"/>
                  </a:cubicBezTo>
                  <a:cubicBezTo>
                    <a:pt x="418" y="654"/>
                    <a:pt x="418" y="654"/>
                    <a:pt x="418" y="654"/>
                  </a:cubicBezTo>
                  <a:cubicBezTo>
                    <a:pt x="417" y="649"/>
                    <a:pt x="417" y="645"/>
                    <a:pt x="415" y="640"/>
                  </a:cubicBezTo>
                  <a:cubicBezTo>
                    <a:pt x="413" y="631"/>
                    <a:pt x="410" y="622"/>
                    <a:pt x="406" y="614"/>
                  </a:cubicBezTo>
                  <a:cubicBezTo>
                    <a:pt x="404" y="611"/>
                    <a:pt x="404" y="611"/>
                    <a:pt x="404" y="611"/>
                  </a:cubicBezTo>
                  <a:cubicBezTo>
                    <a:pt x="403" y="608"/>
                    <a:pt x="403" y="608"/>
                    <a:pt x="403" y="608"/>
                  </a:cubicBezTo>
                  <a:cubicBezTo>
                    <a:pt x="400" y="604"/>
                    <a:pt x="400" y="604"/>
                    <a:pt x="400" y="604"/>
                  </a:cubicBezTo>
                  <a:cubicBezTo>
                    <a:pt x="395" y="595"/>
                    <a:pt x="395" y="595"/>
                    <a:pt x="395" y="595"/>
                  </a:cubicBezTo>
                  <a:cubicBezTo>
                    <a:pt x="385" y="577"/>
                    <a:pt x="385" y="577"/>
                    <a:pt x="385" y="577"/>
                  </a:cubicBezTo>
                  <a:cubicBezTo>
                    <a:pt x="364" y="541"/>
                    <a:pt x="364" y="541"/>
                    <a:pt x="364" y="541"/>
                  </a:cubicBezTo>
                  <a:cubicBezTo>
                    <a:pt x="337" y="494"/>
                    <a:pt x="308" y="447"/>
                    <a:pt x="279" y="401"/>
                  </a:cubicBezTo>
                  <a:cubicBezTo>
                    <a:pt x="255" y="362"/>
                    <a:pt x="231" y="324"/>
                    <a:pt x="207" y="287"/>
                  </a:cubicBezTo>
                  <a:cubicBezTo>
                    <a:pt x="183" y="249"/>
                    <a:pt x="160" y="211"/>
                    <a:pt x="136" y="173"/>
                  </a:cubicBezTo>
                  <a:cubicBezTo>
                    <a:pt x="126" y="156"/>
                    <a:pt x="117" y="140"/>
                    <a:pt x="112" y="125"/>
                  </a:cubicBezTo>
                  <a:cubicBezTo>
                    <a:pt x="110" y="118"/>
                    <a:pt x="108" y="110"/>
                    <a:pt x="108" y="103"/>
                  </a:cubicBezTo>
                  <a:cubicBezTo>
                    <a:pt x="108" y="96"/>
                    <a:pt x="108" y="89"/>
                    <a:pt x="110" y="83"/>
                  </a:cubicBezTo>
                  <a:cubicBezTo>
                    <a:pt x="114" y="71"/>
                    <a:pt x="121" y="62"/>
                    <a:pt x="132" y="57"/>
                  </a:cubicBezTo>
                  <a:cubicBezTo>
                    <a:pt x="136" y="56"/>
                    <a:pt x="136" y="56"/>
                    <a:pt x="136" y="56"/>
                  </a:cubicBezTo>
                  <a:cubicBezTo>
                    <a:pt x="141" y="54"/>
                    <a:pt x="141" y="54"/>
                    <a:pt x="141" y="54"/>
                  </a:cubicBezTo>
                  <a:cubicBezTo>
                    <a:pt x="142" y="54"/>
                    <a:pt x="144" y="54"/>
                    <a:pt x="146" y="54"/>
                  </a:cubicBezTo>
                  <a:cubicBezTo>
                    <a:pt x="147" y="54"/>
                    <a:pt x="149" y="53"/>
                    <a:pt x="150" y="53"/>
                  </a:cubicBezTo>
                  <a:cubicBezTo>
                    <a:pt x="156" y="53"/>
                    <a:pt x="163" y="55"/>
                    <a:pt x="169" y="58"/>
                  </a:cubicBezTo>
                  <a:cubicBezTo>
                    <a:pt x="175" y="60"/>
                    <a:pt x="181" y="64"/>
                    <a:pt x="187" y="70"/>
                  </a:cubicBezTo>
                  <a:cubicBezTo>
                    <a:pt x="193" y="75"/>
                    <a:pt x="199" y="82"/>
                    <a:pt x="204" y="89"/>
                  </a:cubicBezTo>
                  <a:cubicBezTo>
                    <a:pt x="215" y="103"/>
                    <a:pt x="225" y="120"/>
                    <a:pt x="237" y="138"/>
                  </a:cubicBezTo>
                  <a:cubicBezTo>
                    <a:pt x="303" y="240"/>
                    <a:pt x="303" y="240"/>
                    <a:pt x="303" y="240"/>
                  </a:cubicBezTo>
                  <a:cubicBezTo>
                    <a:pt x="367" y="343"/>
                    <a:pt x="367" y="343"/>
                    <a:pt x="367" y="343"/>
                  </a:cubicBezTo>
                  <a:cubicBezTo>
                    <a:pt x="390" y="381"/>
                    <a:pt x="414" y="420"/>
                    <a:pt x="440" y="456"/>
                  </a:cubicBezTo>
                  <a:cubicBezTo>
                    <a:pt x="447" y="466"/>
                    <a:pt x="456" y="479"/>
                    <a:pt x="466" y="484"/>
                  </a:cubicBezTo>
                  <a:cubicBezTo>
                    <a:pt x="472" y="487"/>
                    <a:pt x="478" y="490"/>
                    <a:pt x="485" y="492"/>
                  </a:cubicBezTo>
                  <a:cubicBezTo>
                    <a:pt x="490" y="493"/>
                    <a:pt x="495" y="494"/>
                    <a:pt x="498" y="490"/>
                  </a:cubicBezTo>
                  <a:cubicBezTo>
                    <a:pt x="502" y="485"/>
                    <a:pt x="499" y="475"/>
                    <a:pt x="496" y="468"/>
                  </a:cubicBezTo>
                  <a:cubicBezTo>
                    <a:pt x="490" y="450"/>
                    <a:pt x="480" y="433"/>
                    <a:pt x="471" y="416"/>
                  </a:cubicBezTo>
                  <a:cubicBezTo>
                    <a:pt x="445" y="371"/>
                    <a:pt x="419" y="326"/>
                    <a:pt x="392" y="281"/>
                  </a:cubicBezTo>
                  <a:cubicBezTo>
                    <a:pt x="379" y="259"/>
                    <a:pt x="365" y="237"/>
                    <a:pt x="351" y="215"/>
                  </a:cubicBezTo>
                  <a:cubicBezTo>
                    <a:pt x="288" y="117"/>
                    <a:pt x="288" y="117"/>
                    <a:pt x="288" y="117"/>
                  </a:cubicBezTo>
                  <a:cubicBezTo>
                    <a:pt x="277" y="101"/>
                    <a:pt x="267" y="84"/>
                    <a:pt x="255" y="67"/>
                  </a:cubicBezTo>
                  <a:cubicBezTo>
                    <a:pt x="249" y="58"/>
                    <a:pt x="242" y="49"/>
                    <a:pt x="235" y="41"/>
                  </a:cubicBezTo>
                  <a:cubicBezTo>
                    <a:pt x="231" y="37"/>
                    <a:pt x="227" y="33"/>
                    <a:pt x="222" y="29"/>
                  </a:cubicBezTo>
                  <a:cubicBezTo>
                    <a:pt x="218" y="25"/>
                    <a:pt x="213" y="21"/>
                    <a:pt x="207" y="17"/>
                  </a:cubicBezTo>
                  <a:cubicBezTo>
                    <a:pt x="197" y="11"/>
                    <a:pt x="185" y="5"/>
                    <a:pt x="173" y="2"/>
                  </a:cubicBezTo>
                  <a:cubicBezTo>
                    <a:pt x="166" y="1"/>
                    <a:pt x="160" y="0"/>
                    <a:pt x="153" y="0"/>
                  </a:cubicBezTo>
                  <a:cubicBezTo>
                    <a:pt x="150" y="0"/>
                    <a:pt x="146" y="0"/>
                    <a:pt x="143" y="0"/>
                  </a:cubicBezTo>
                  <a:cubicBezTo>
                    <a:pt x="140" y="0"/>
                    <a:pt x="137" y="1"/>
                    <a:pt x="133" y="1"/>
                  </a:cubicBezTo>
                  <a:cubicBezTo>
                    <a:pt x="121" y="3"/>
                    <a:pt x="108" y="8"/>
                    <a:pt x="97" y="15"/>
                  </a:cubicBezTo>
                  <a:cubicBezTo>
                    <a:pt x="86" y="22"/>
                    <a:pt x="76" y="32"/>
                    <a:pt x="69" y="43"/>
                  </a:cubicBezTo>
                  <a:cubicBezTo>
                    <a:pt x="61" y="56"/>
                    <a:pt x="57" y="71"/>
                    <a:pt x="55" y="85"/>
                  </a:cubicBezTo>
                  <a:cubicBezTo>
                    <a:pt x="54" y="92"/>
                    <a:pt x="54" y="99"/>
                    <a:pt x="54" y="106"/>
                  </a:cubicBezTo>
                  <a:cubicBezTo>
                    <a:pt x="55" y="113"/>
                    <a:pt x="56" y="119"/>
                    <a:pt x="57" y="126"/>
                  </a:cubicBezTo>
                  <a:cubicBezTo>
                    <a:pt x="60" y="139"/>
                    <a:pt x="64" y="151"/>
                    <a:pt x="69" y="163"/>
                  </a:cubicBezTo>
                  <a:cubicBezTo>
                    <a:pt x="74" y="174"/>
                    <a:pt x="80" y="185"/>
                    <a:pt x="86" y="194"/>
                  </a:cubicBezTo>
                  <a:cubicBezTo>
                    <a:pt x="121" y="252"/>
                    <a:pt x="121" y="252"/>
                    <a:pt x="121" y="252"/>
                  </a:cubicBezTo>
                  <a:cubicBezTo>
                    <a:pt x="133" y="271"/>
                    <a:pt x="145" y="290"/>
                    <a:pt x="157" y="309"/>
                  </a:cubicBezTo>
                  <a:cubicBezTo>
                    <a:pt x="218" y="407"/>
                    <a:pt x="281" y="504"/>
                    <a:pt x="339" y="603"/>
                  </a:cubicBezTo>
                  <a:cubicBezTo>
                    <a:pt x="349" y="620"/>
                    <a:pt x="349" y="620"/>
                    <a:pt x="349" y="620"/>
                  </a:cubicBezTo>
                  <a:cubicBezTo>
                    <a:pt x="359" y="637"/>
                    <a:pt x="359" y="637"/>
                    <a:pt x="359" y="637"/>
                  </a:cubicBezTo>
                  <a:cubicBezTo>
                    <a:pt x="361" y="641"/>
                    <a:pt x="363" y="646"/>
                    <a:pt x="365" y="652"/>
                  </a:cubicBezTo>
                  <a:cubicBezTo>
                    <a:pt x="365" y="654"/>
                    <a:pt x="366" y="657"/>
                    <a:pt x="366" y="659"/>
                  </a:cubicBezTo>
                  <a:cubicBezTo>
                    <a:pt x="367" y="660"/>
                    <a:pt x="367" y="662"/>
                    <a:pt x="367" y="662"/>
                  </a:cubicBezTo>
                  <a:cubicBezTo>
                    <a:pt x="367" y="663"/>
                    <a:pt x="367" y="664"/>
                    <a:pt x="367" y="664"/>
                  </a:cubicBezTo>
                  <a:cubicBezTo>
                    <a:pt x="367" y="668"/>
                    <a:pt x="367" y="671"/>
                    <a:pt x="365" y="675"/>
                  </a:cubicBezTo>
                  <a:cubicBezTo>
                    <a:pt x="363" y="678"/>
                    <a:pt x="360" y="680"/>
                    <a:pt x="356" y="681"/>
                  </a:cubicBezTo>
                  <a:cubicBezTo>
                    <a:pt x="353" y="682"/>
                    <a:pt x="350" y="681"/>
                    <a:pt x="347" y="681"/>
                  </a:cubicBezTo>
                  <a:cubicBezTo>
                    <a:pt x="345" y="680"/>
                    <a:pt x="345" y="680"/>
                    <a:pt x="345" y="680"/>
                  </a:cubicBezTo>
                  <a:cubicBezTo>
                    <a:pt x="340" y="678"/>
                    <a:pt x="340" y="678"/>
                    <a:pt x="340" y="678"/>
                  </a:cubicBezTo>
                  <a:cubicBezTo>
                    <a:pt x="331" y="676"/>
                    <a:pt x="331" y="676"/>
                    <a:pt x="331" y="676"/>
                  </a:cubicBezTo>
                  <a:cubicBezTo>
                    <a:pt x="300" y="667"/>
                    <a:pt x="270" y="661"/>
                    <a:pt x="239" y="657"/>
                  </a:cubicBezTo>
                  <a:cubicBezTo>
                    <a:pt x="207" y="654"/>
                    <a:pt x="176" y="653"/>
                    <a:pt x="144" y="656"/>
                  </a:cubicBezTo>
                  <a:cubicBezTo>
                    <a:pt x="128" y="657"/>
                    <a:pt x="112" y="660"/>
                    <a:pt x="97" y="665"/>
                  </a:cubicBezTo>
                  <a:cubicBezTo>
                    <a:pt x="81" y="669"/>
                    <a:pt x="66" y="675"/>
                    <a:pt x="52" y="684"/>
                  </a:cubicBezTo>
                  <a:cubicBezTo>
                    <a:pt x="38" y="693"/>
                    <a:pt x="25" y="705"/>
                    <a:pt x="16" y="719"/>
                  </a:cubicBezTo>
                  <a:cubicBezTo>
                    <a:pt x="11" y="726"/>
                    <a:pt x="8" y="733"/>
                    <a:pt x="5" y="741"/>
                  </a:cubicBezTo>
                  <a:cubicBezTo>
                    <a:pt x="4" y="745"/>
                    <a:pt x="2" y="749"/>
                    <a:pt x="2" y="753"/>
                  </a:cubicBezTo>
                  <a:cubicBezTo>
                    <a:pt x="1" y="757"/>
                    <a:pt x="0" y="762"/>
                    <a:pt x="0" y="766"/>
                  </a:cubicBezTo>
                  <a:cubicBezTo>
                    <a:pt x="0" y="783"/>
                    <a:pt x="5" y="800"/>
                    <a:pt x="17" y="812"/>
                  </a:cubicBezTo>
                  <a:cubicBezTo>
                    <a:pt x="28" y="825"/>
                    <a:pt x="43" y="833"/>
                    <a:pt x="58" y="838"/>
                  </a:cubicBezTo>
                  <a:cubicBezTo>
                    <a:pt x="73" y="843"/>
                    <a:pt x="88" y="846"/>
                    <a:pt x="103" y="850"/>
                  </a:cubicBezTo>
                  <a:cubicBezTo>
                    <a:pt x="118" y="854"/>
                    <a:pt x="133" y="858"/>
                    <a:pt x="148" y="861"/>
                  </a:cubicBezTo>
                  <a:cubicBezTo>
                    <a:pt x="208" y="877"/>
                    <a:pt x="268" y="889"/>
                    <a:pt x="327" y="906"/>
                  </a:cubicBezTo>
                  <a:cubicBezTo>
                    <a:pt x="342" y="911"/>
                    <a:pt x="357" y="915"/>
                    <a:pt x="371" y="920"/>
                  </a:cubicBezTo>
                  <a:cubicBezTo>
                    <a:pt x="386" y="926"/>
                    <a:pt x="401" y="931"/>
                    <a:pt x="415" y="937"/>
                  </a:cubicBezTo>
                  <a:cubicBezTo>
                    <a:pt x="430" y="942"/>
                    <a:pt x="444" y="948"/>
                    <a:pt x="459" y="954"/>
                  </a:cubicBezTo>
                  <a:cubicBezTo>
                    <a:pt x="466" y="956"/>
                    <a:pt x="474" y="959"/>
                    <a:pt x="481" y="961"/>
                  </a:cubicBezTo>
                  <a:cubicBezTo>
                    <a:pt x="489" y="964"/>
                    <a:pt x="496" y="966"/>
                    <a:pt x="504" y="967"/>
                  </a:cubicBezTo>
                  <a:cubicBezTo>
                    <a:pt x="535" y="975"/>
                    <a:pt x="565" y="978"/>
                    <a:pt x="596" y="985"/>
                  </a:cubicBezTo>
                  <a:cubicBezTo>
                    <a:pt x="626" y="992"/>
                    <a:pt x="655" y="1004"/>
                    <a:pt x="681" y="1020"/>
                  </a:cubicBezTo>
                  <a:cubicBezTo>
                    <a:pt x="707" y="1036"/>
                    <a:pt x="731" y="1057"/>
                    <a:pt x="752" y="1079"/>
                  </a:cubicBezTo>
                  <a:cubicBezTo>
                    <a:pt x="774" y="1102"/>
                    <a:pt x="792" y="1127"/>
                    <a:pt x="810" y="1153"/>
                  </a:cubicBezTo>
                  <a:cubicBezTo>
                    <a:pt x="819" y="1165"/>
                    <a:pt x="827" y="1177"/>
                    <a:pt x="835" y="1190"/>
                  </a:cubicBezTo>
                  <a:cubicBezTo>
                    <a:pt x="842" y="1201"/>
                    <a:pt x="842" y="1201"/>
                    <a:pt x="842" y="1201"/>
                  </a:cubicBezTo>
                  <a:cubicBezTo>
                    <a:pt x="843" y="1203"/>
                    <a:pt x="845" y="1208"/>
                    <a:pt x="847" y="1210"/>
                  </a:cubicBezTo>
                  <a:cubicBezTo>
                    <a:pt x="849" y="1211"/>
                    <a:pt x="851" y="1212"/>
                    <a:pt x="853" y="1211"/>
                  </a:cubicBezTo>
                  <a:cubicBezTo>
                    <a:pt x="857" y="1211"/>
                    <a:pt x="858" y="1205"/>
                    <a:pt x="855" y="1199"/>
                  </a:cubicBezTo>
                  <a:cubicBezTo>
                    <a:pt x="827" y="1150"/>
                    <a:pt x="797" y="1100"/>
                    <a:pt x="756" y="10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ja-JP" altLang="en-US"/>
            </a:p>
          </p:txBody>
        </p:sp>
        <p:sp>
          <p:nvSpPr>
            <p:cNvPr id="14" name="Freeform 83">
              <a:extLst>
                <a:ext uri="{FF2B5EF4-FFF2-40B4-BE49-F238E27FC236}">
                  <a16:creationId xmlns:a16="http://schemas.microsoft.com/office/drawing/2014/main" id="{97EDFB2B-5189-7B05-429D-ED8A09AA7959}"/>
                </a:ext>
              </a:extLst>
            </p:cNvPr>
            <p:cNvSpPr>
              <a:spLocks/>
            </p:cNvSpPr>
            <p:nvPr/>
          </p:nvSpPr>
          <p:spPr bwMode="auto">
            <a:xfrm>
              <a:off x="258996" y="462807"/>
              <a:ext cx="1077" cy="1416"/>
            </a:xfrm>
            <a:custGeom>
              <a:avLst/>
              <a:gdLst>
                <a:gd name="T0" fmla="*/ 878 w 884"/>
                <a:gd name="T1" fmla="*/ 892 h 1161"/>
                <a:gd name="T2" fmla="*/ 864 w 884"/>
                <a:gd name="T3" fmla="*/ 871 h 1161"/>
                <a:gd name="T4" fmla="*/ 822 w 884"/>
                <a:gd name="T5" fmla="*/ 784 h 1161"/>
                <a:gd name="T6" fmla="*/ 820 w 884"/>
                <a:gd name="T7" fmla="*/ 765 h 1161"/>
                <a:gd name="T8" fmla="*/ 823 w 884"/>
                <a:gd name="T9" fmla="*/ 748 h 1161"/>
                <a:gd name="T10" fmla="*/ 849 w 884"/>
                <a:gd name="T11" fmla="*/ 604 h 1161"/>
                <a:gd name="T12" fmla="*/ 800 w 884"/>
                <a:gd name="T13" fmla="*/ 461 h 1161"/>
                <a:gd name="T14" fmla="*/ 691 w 884"/>
                <a:gd name="T15" fmla="*/ 286 h 1161"/>
                <a:gd name="T16" fmla="*/ 552 w 884"/>
                <a:gd name="T17" fmla="*/ 70 h 1161"/>
                <a:gd name="T18" fmla="*/ 458 w 884"/>
                <a:gd name="T19" fmla="*/ 56 h 1161"/>
                <a:gd name="T20" fmla="*/ 409 w 884"/>
                <a:gd name="T21" fmla="*/ 113 h 1161"/>
                <a:gd name="T22" fmla="*/ 367 w 884"/>
                <a:gd name="T23" fmla="*/ 53 h 1161"/>
                <a:gd name="T24" fmla="*/ 321 w 884"/>
                <a:gd name="T25" fmla="*/ 12 h 1161"/>
                <a:gd name="T26" fmla="*/ 270 w 884"/>
                <a:gd name="T27" fmla="*/ 0 h 1161"/>
                <a:gd name="T28" fmla="*/ 226 w 884"/>
                <a:gd name="T29" fmla="*/ 15 h 1161"/>
                <a:gd name="T30" fmla="*/ 190 w 884"/>
                <a:gd name="T31" fmla="*/ 66 h 1161"/>
                <a:gd name="T32" fmla="*/ 138 w 884"/>
                <a:gd name="T33" fmla="*/ 41 h 1161"/>
                <a:gd name="T34" fmla="*/ 69 w 884"/>
                <a:gd name="T35" fmla="*/ 30 h 1161"/>
                <a:gd name="T36" fmla="*/ 2 w 884"/>
                <a:gd name="T37" fmla="*/ 101 h 1161"/>
                <a:gd name="T38" fmla="*/ 0 w 884"/>
                <a:gd name="T39" fmla="*/ 114 h 1161"/>
                <a:gd name="T40" fmla="*/ 23 w 884"/>
                <a:gd name="T41" fmla="*/ 92 h 1161"/>
                <a:gd name="T42" fmla="*/ 61 w 884"/>
                <a:gd name="T43" fmla="*/ 62 h 1161"/>
                <a:gd name="T44" fmla="*/ 114 w 884"/>
                <a:gd name="T45" fmla="*/ 67 h 1161"/>
                <a:gd name="T46" fmla="*/ 149 w 884"/>
                <a:gd name="T47" fmla="*/ 118 h 1161"/>
                <a:gd name="T48" fmla="*/ 236 w 884"/>
                <a:gd name="T49" fmla="*/ 247 h 1161"/>
                <a:gd name="T50" fmla="*/ 294 w 884"/>
                <a:gd name="T51" fmla="*/ 317 h 1161"/>
                <a:gd name="T52" fmla="*/ 327 w 884"/>
                <a:gd name="T53" fmla="*/ 309 h 1161"/>
                <a:gd name="T54" fmla="*/ 319 w 884"/>
                <a:gd name="T55" fmla="*/ 265 h 1161"/>
                <a:gd name="T56" fmla="*/ 283 w 884"/>
                <a:gd name="T57" fmla="*/ 221 h 1161"/>
                <a:gd name="T58" fmla="*/ 207 w 884"/>
                <a:gd name="T59" fmla="*/ 113 h 1161"/>
                <a:gd name="T60" fmla="*/ 206 w 884"/>
                <a:gd name="T61" fmla="*/ 84 h 1161"/>
                <a:gd name="T62" fmla="*/ 222 w 884"/>
                <a:gd name="T63" fmla="*/ 52 h 1161"/>
                <a:gd name="T64" fmla="*/ 240 w 884"/>
                <a:gd name="T65" fmla="*/ 40 h 1161"/>
                <a:gd name="T66" fmla="*/ 268 w 884"/>
                <a:gd name="T67" fmla="*/ 32 h 1161"/>
                <a:gd name="T68" fmla="*/ 272 w 884"/>
                <a:gd name="T69" fmla="*/ 33 h 1161"/>
                <a:gd name="T70" fmla="*/ 298 w 884"/>
                <a:gd name="T71" fmla="*/ 43 h 1161"/>
                <a:gd name="T72" fmla="*/ 305 w 884"/>
                <a:gd name="T73" fmla="*/ 50 h 1161"/>
                <a:gd name="T74" fmla="*/ 335 w 884"/>
                <a:gd name="T75" fmla="*/ 96 h 1161"/>
                <a:gd name="T76" fmla="*/ 388 w 884"/>
                <a:gd name="T77" fmla="*/ 181 h 1161"/>
                <a:gd name="T78" fmla="*/ 458 w 884"/>
                <a:gd name="T79" fmla="*/ 274 h 1161"/>
                <a:gd name="T80" fmla="*/ 498 w 884"/>
                <a:gd name="T81" fmla="*/ 292 h 1161"/>
                <a:gd name="T82" fmla="*/ 514 w 884"/>
                <a:gd name="T83" fmla="*/ 266 h 1161"/>
                <a:gd name="T84" fmla="*/ 477 w 884"/>
                <a:gd name="T85" fmla="*/ 211 h 1161"/>
                <a:gd name="T86" fmla="*/ 422 w 884"/>
                <a:gd name="T87" fmla="*/ 133 h 1161"/>
                <a:gd name="T88" fmla="*/ 455 w 884"/>
                <a:gd name="T89" fmla="*/ 78 h 1161"/>
                <a:gd name="T90" fmla="*/ 505 w 884"/>
                <a:gd name="T91" fmla="*/ 65 h 1161"/>
                <a:gd name="T92" fmla="*/ 581 w 884"/>
                <a:gd name="T93" fmla="*/ 161 h 1161"/>
                <a:gd name="T94" fmla="*/ 700 w 884"/>
                <a:gd name="T95" fmla="*/ 370 h 1161"/>
                <a:gd name="T96" fmla="*/ 796 w 884"/>
                <a:gd name="T97" fmla="*/ 573 h 1161"/>
                <a:gd name="T98" fmla="*/ 773 w 884"/>
                <a:gd name="T99" fmla="*/ 723 h 1161"/>
                <a:gd name="T100" fmla="*/ 767 w 884"/>
                <a:gd name="T101" fmla="*/ 752 h 1161"/>
                <a:gd name="T102" fmla="*/ 803 w 884"/>
                <a:gd name="T103" fmla="*/ 878 h 1161"/>
                <a:gd name="T104" fmla="*/ 821 w 884"/>
                <a:gd name="T105" fmla="*/ 904 h 1161"/>
                <a:gd name="T106" fmla="*/ 822 w 884"/>
                <a:gd name="T107" fmla="*/ 905 h 1161"/>
                <a:gd name="T108" fmla="*/ 802 w 884"/>
                <a:gd name="T109" fmla="*/ 925 h 1161"/>
                <a:gd name="T110" fmla="*/ 592 w 884"/>
                <a:gd name="T111" fmla="*/ 1070 h 1161"/>
                <a:gd name="T112" fmla="*/ 516 w 884"/>
                <a:gd name="T113" fmla="*/ 1145 h 1161"/>
                <a:gd name="T114" fmla="*/ 564 w 884"/>
                <a:gd name="T115" fmla="*/ 1148 h 1161"/>
                <a:gd name="T116" fmla="*/ 728 w 884"/>
                <a:gd name="T117" fmla="*/ 1044 h 1161"/>
                <a:gd name="T118" fmla="*/ 844 w 884"/>
                <a:gd name="T119" fmla="*/ 960 h 1161"/>
                <a:gd name="T120" fmla="*/ 883 w 884"/>
                <a:gd name="T121" fmla="*/ 918 h 1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884" h="1161">
                  <a:moveTo>
                    <a:pt x="882" y="901"/>
                  </a:moveTo>
                  <a:cubicBezTo>
                    <a:pt x="881" y="899"/>
                    <a:pt x="881" y="898"/>
                    <a:pt x="880" y="896"/>
                  </a:cubicBezTo>
                  <a:cubicBezTo>
                    <a:pt x="878" y="892"/>
                    <a:pt x="878" y="892"/>
                    <a:pt x="878" y="892"/>
                  </a:cubicBezTo>
                  <a:cubicBezTo>
                    <a:pt x="873" y="884"/>
                    <a:pt x="873" y="884"/>
                    <a:pt x="873" y="884"/>
                  </a:cubicBezTo>
                  <a:cubicBezTo>
                    <a:pt x="871" y="881"/>
                    <a:pt x="869" y="879"/>
                    <a:pt x="867" y="876"/>
                  </a:cubicBezTo>
                  <a:cubicBezTo>
                    <a:pt x="864" y="871"/>
                    <a:pt x="864" y="871"/>
                    <a:pt x="864" y="871"/>
                  </a:cubicBezTo>
                  <a:cubicBezTo>
                    <a:pt x="857" y="861"/>
                    <a:pt x="857" y="861"/>
                    <a:pt x="857" y="861"/>
                  </a:cubicBezTo>
                  <a:cubicBezTo>
                    <a:pt x="849" y="848"/>
                    <a:pt x="841" y="836"/>
                    <a:pt x="835" y="823"/>
                  </a:cubicBezTo>
                  <a:cubicBezTo>
                    <a:pt x="829" y="810"/>
                    <a:pt x="824" y="797"/>
                    <a:pt x="822" y="784"/>
                  </a:cubicBezTo>
                  <a:cubicBezTo>
                    <a:pt x="821" y="782"/>
                    <a:pt x="821" y="781"/>
                    <a:pt x="821" y="779"/>
                  </a:cubicBezTo>
                  <a:cubicBezTo>
                    <a:pt x="821" y="774"/>
                    <a:pt x="821" y="774"/>
                    <a:pt x="821" y="774"/>
                  </a:cubicBezTo>
                  <a:cubicBezTo>
                    <a:pt x="820" y="771"/>
                    <a:pt x="821" y="768"/>
                    <a:pt x="820" y="765"/>
                  </a:cubicBezTo>
                  <a:cubicBezTo>
                    <a:pt x="821" y="761"/>
                    <a:pt x="821" y="758"/>
                    <a:pt x="821" y="755"/>
                  </a:cubicBezTo>
                  <a:cubicBezTo>
                    <a:pt x="823" y="751"/>
                    <a:pt x="823" y="751"/>
                    <a:pt x="823" y="751"/>
                  </a:cubicBezTo>
                  <a:cubicBezTo>
                    <a:pt x="823" y="748"/>
                    <a:pt x="823" y="748"/>
                    <a:pt x="823" y="748"/>
                  </a:cubicBezTo>
                  <a:cubicBezTo>
                    <a:pt x="823" y="747"/>
                    <a:pt x="823" y="747"/>
                    <a:pt x="824" y="746"/>
                  </a:cubicBezTo>
                  <a:cubicBezTo>
                    <a:pt x="833" y="715"/>
                    <a:pt x="841" y="683"/>
                    <a:pt x="845" y="650"/>
                  </a:cubicBezTo>
                  <a:cubicBezTo>
                    <a:pt x="847" y="635"/>
                    <a:pt x="849" y="619"/>
                    <a:pt x="849" y="604"/>
                  </a:cubicBezTo>
                  <a:cubicBezTo>
                    <a:pt x="849" y="588"/>
                    <a:pt x="846" y="572"/>
                    <a:pt x="842" y="557"/>
                  </a:cubicBezTo>
                  <a:cubicBezTo>
                    <a:pt x="838" y="539"/>
                    <a:pt x="832" y="522"/>
                    <a:pt x="824" y="506"/>
                  </a:cubicBezTo>
                  <a:cubicBezTo>
                    <a:pt x="817" y="490"/>
                    <a:pt x="809" y="475"/>
                    <a:pt x="800" y="461"/>
                  </a:cubicBezTo>
                  <a:cubicBezTo>
                    <a:pt x="790" y="446"/>
                    <a:pt x="781" y="432"/>
                    <a:pt x="771" y="417"/>
                  </a:cubicBezTo>
                  <a:cubicBezTo>
                    <a:pt x="761" y="403"/>
                    <a:pt x="752" y="389"/>
                    <a:pt x="742" y="374"/>
                  </a:cubicBezTo>
                  <a:cubicBezTo>
                    <a:pt x="724" y="346"/>
                    <a:pt x="708" y="316"/>
                    <a:pt x="691" y="286"/>
                  </a:cubicBezTo>
                  <a:cubicBezTo>
                    <a:pt x="674" y="257"/>
                    <a:pt x="655" y="229"/>
                    <a:pt x="637" y="200"/>
                  </a:cubicBezTo>
                  <a:cubicBezTo>
                    <a:pt x="619" y="171"/>
                    <a:pt x="601" y="141"/>
                    <a:pt x="583" y="112"/>
                  </a:cubicBezTo>
                  <a:cubicBezTo>
                    <a:pt x="574" y="97"/>
                    <a:pt x="564" y="83"/>
                    <a:pt x="552" y="70"/>
                  </a:cubicBezTo>
                  <a:cubicBezTo>
                    <a:pt x="546" y="64"/>
                    <a:pt x="539" y="59"/>
                    <a:pt x="531" y="54"/>
                  </a:cubicBezTo>
                  <a:cubicBezTo>
                    <a:pt x="524" y="50"/>
                    <a:pt x="516" y="47"/>
                    <a:pt x="507" y="45"/>
                  </a:cubicBezTo>
                  <a:cubicBezTo>
                    <a:pt x="490" y="43"/>
                    <a:pt x="472" y="47"/>
                    <a:pt x="458" y="56"/>
                  </a:cubicBezTo>
                  <a:cubicBezTo>
                    <a:pt x="443" y="64"/>
                    <a:pt x="432" y="77"/>
                    <a:pt x="423" y="91"/>
                  </a:cubicBezTo>
                  <a:cubicBezTo>
                    <a:pt x="418" y="97"/>
                    <a:pt x="414" y="104"/>
                    <a:pt x="410" y="111"/>
                  </a:cubicBezTo>
                  <a:cubicBezTo>
                    <a:pt x="409" y="113"/>
                    <a:pt x="409" y="113"/>
                    <a:pt x="409" y="113"/>
                  </a:cubicBezTo>
                  <a:cubicBezTo>
                    <a:pt x="385" y="78"/>
                    <a:pt x="385" y="78"/>
                    <a:pt x="385" y="78"/>
                  </a:cubicBezTo>
                  <a:cubicBezTo>
                    <a:pt x="377" y="65"/>
                    <a:pt x="377" y="65"/>
                    <a:pt x="377" y="65"/>
                  </a:cubicBezTo>
                  <a:cubicBezTo>
                    <a:pt x="374" y="61"/>
                    <a:pt x="370" y="57"/>
                    <a:pt x="367" y="53"/>
                  </a:cubicBezTo>
                  <a:cubicBezTo>
                    <a:pt x="359" y="44"/>
                    <a:pt x="351" y="34"/>
                    <a:pt x="342" y="26"/>
                  </a:cubicBezTo>
                  <a:cubicBezTo>
                    <a:pt x="337" y="21"/>
                    <a:pt x="331" y="18"/>
                    <a:pt x="326" y="14"/>
                  </a:cubicBezTo>
                  <a:cubicBezTo>
                    <a:pt x="321" y="12"/>
                    <a:pt x="321" y="12"/>
                    <a:pt x="321" y="12"/>
                  </a:cubicBezTo>
                  <a:cubicBezTo>
                    <a:pt x="320" y="11"/>
                    <a:pt x="318" y="10"/>
                    <a:pt x="317" y="10"/>
                  </a:cubicBezTo>
                  <a:cubicBezTo>
                    <a:pt x="313" y="9"/>
                    <a:pt x="310" y="7"/>
                    <a:pt x="307" y="7"/>
                  </a:cubicBezTo>
                  <a:cubicBezTo>
                    <a:pt x="295" y="3"/>
                    <a:pt x="283" y="0"/>
                    <a:pt x="270" y="0"/>
                  </a:cubicBezTo>
                  <a:cubicBezTo>
                    <a:pt x="263" y="0"/>
                    <a:pt x="257" y="2"/>
                    <a:pt x="252" y="4"/>
                  </a:cubicBezTo>
                  <a:cubicBezTo>
                    <a:pt x="246" y="6"/>
                    <a:pt x="240" y="8"/>
                    <a:pt x="235" y="11"/>
                  </a:cubicBezTo>
                  <a:cubicBezTo>
                    <a:pt x="232" y="12"/>
                    <a:pt x="229" y="14"/>
                    <a:pt x="226" y="15"/>
                  </a:cubicBezTo>
                  <a:cubicBezTo>
                    <a:pt x="224" y="17"/>
                    <a:pt x="221" y="19"/>
                    <a:pt x="219" y="20"/>
                  </a:cubicBezTo>
                  <a:cubicBezTo>
                    <a:pt x="214" y="24"/>
                    <a:pt x="209" y="28"/>
                    <a:pt x="205" y="33"/>
                  </a:cubicBezTo>
                  <a:cubicBezTo>
                    <a:pt x="196" y="42"/>
                    <a:pt x="191" y="54"/>
                    <a:pt x="190" y="66"/>
                  </a:cubicBezTo>
                  <a:cubicBezTo>
                    <a:pt x="189" y="74"/>
                    <a:pt x="188" y="82"/>
                    <a:pt x="189" y="90"/>
                  </a:cubicBezTo>
                  <a:cubicBezTo>
                    <a:pt x="181" y="81"/>
                    <a:pt x="175" y="72"/>
                    <a:pt x="167" y="64"/>
                  </a:cubicBezTo>
                  <a:cubicBezTo>
                    <a:pt x="159" y="55"/>
                    <a:pt x="149" y="47"/>
                    <a:pt x="138" y="41"/>
                  </a:cubicBezTo>
                  <a:cubicBezTo>
                    <a:pt x="127" y="36"/>
                    <a:pt x="117" y="30"/>
                    <a:pt x="105" y="27"/>
                  </a:cubicBezTo>
                  <a:cubicBezTo>
                    <a:pt x="99" y="26"/>
                    <a:pt x="93" y="26"/>
                    <a:pt x="87" y="26"/>
                  </a:cubicBezTo>
                  <a:cubicBezTo>
                    <a:pt x="81" y="27"/>
                    <a:pt x="75" y="28"/>
                    <a:pt x="69" y="30"/>
                  </a:cubicBezTo>
                  <a:cubicBezTo>
                    <a:pt x="58" y="32"/>
                    <a:pt x="47" y="38"/>
                    <a:pt x="37" y="45"/>
                  </a:cubicBezTo>
                  <a:cubicBezTo>
                    <a:pt x="28" y="52"/>
                    <a:pt x="20" y="60"/>
                    <a:pt x="14" y="70"/>
                  </a:cubicBezTo>
                  <a:cubicBezTo>
                    <a:pt x="8" y="80"/>
                    <a:pt x="4" y="90"/>
                    <a:pt x="2" y="101"/>
                  </a:cubicBezTo>
                  <a:cubicBezTo>
                    <a:pt x="2" y="104"/>
                    <a:pt x="1" y="107"/>
                    <a:pt x="1" y="109"/>
                  </a:cubicBezTo>
                  <a:cubicBezTo>
                    <a:pt x="1" y="112"/>
                    <a:pt x="1" y="112"/>
                    <a:pt x="1" y="112"/>
                  </a:cubicBezTo>
                  <a:cubicBezTo>
                    <a:pt x="1" y="112"/>
                    <a:pt x="0" y="113"/>
                    <a:pt x="0" y="114"/>
                  </a:cubicBezTo>
                  <a:cubicBezTo>
                    <a:pt x="1" y="114"/>
                    <a:pt x="2" y="115"/>
                    <a:pt x="4" y="116"/>
                  </a:cubicBezTo>
                  <a:cubicBezTo>
                    <a:pt x="8" y="117"/>
                    <a:pt x="11" y="118"/>
                    <a:pt x="12" y="117"/>
                  </a:cubicBezTo>
                  <a:cubicBezTo>
                    <a:pt x="15" y="108"/>
                    <a:pt x="18" y="100"/>
                    <a:pt x="23" y="92"/>
                  </a:cubicBezTo>
                  <a:cubicBezTo>
                    <a:pt x="27" y="85"/>
                    <a:pt x="33" y="78"/>
                    <a:pt x="40" y="73"/>
                  </a:cubicBezTo>
                  <a:cubicBezTo>
                    <a:pt x="43" y="71"/>
                    <a:pt x="47" y="69"/>
                    <a:pt x="51" y="67"/>
                  </a:cubicBezTo>
                  <a:cubicBezTo>
                    <a:pt x="54" y="65"/>
                    <a:pt x="58" y="63"/>
                    <a:pt x="61" y="62"/>
                  </a:cubicBezTo>
                  <a:cubicBezTo>
                    <a:pt x="68" y="59"/>
                    <a:pt x="75" y="57"/>
                    <a:pt x="83" y="57"/>
                  </a:cubicBezTo>
                  <a:cubicBezTo>
                    <a:pt x="91" y="57"/>
                    <a:pt x="98" y="59"/>
                    <a:pt x="105" y="62"/>
                  </a:cubicBezTo>
                  <a:cubicBezTo>
                    <a:pt x="109" y="63"/>
                    <a:pt x="112" y="65"/>
                    <a:pt x="114" y="67"/>
                  </a:cubicBezTo>
                  <a:cubicBezTo>
                    <a:pt x="117" y="69"/>
                    <a:pt x="120" y="73"/>
                    <a:pt x="123" y="76"/>
                  </a:cubicBezTo>
                  <a:cubicBezTo>
                    <a:pt x="126" y="81"/>
                    <a:pt x="131" y="87"/>
                    <a:pt x="135" y="93"/>
                  </a:cubicBezTo>
                  <a:cubicBezTo>
                    <a:pt x="139" y="100"/>
                    <a:pt x="144" y="109"/>
                    <a:pt x="149" y="118"/>
                  </a:cubicBezTo>
                  <a:cubicBezTo>
                    <a:pt x="159" y="137"/>
                    <a:pt x="170" y="154"/>
                    <a:pt x="181" y="172"/>
                  </a:cubicBezTo>
                  <a:cubicBezTo>
                    <a:pt x="190" y="186"/>
                    <a:pt x="199" y="199"/>
                    <a:pt x="209" y="212"/>
                  </a:cubicBezTo>
                  <a:cubicBezTo>
                    <a:pt x="218" y="224"/>
                    <a:pt x="227" y="236"/>
                    <a:pt x="236" y="247"/>
                  </a:cubicBezTo>
                  <a:cubicBezTo>
                    <a:pt x="245" y="259"/>
                    <a:pt x="254" y="271"/>
                    <a:pt x="263" y="282"/>
                  </a:cubicBezTo>
                  <a:cubicBezTo>
                    <a:pt x="277" y="299"/>
                    <a:pt x="277" y="299"/>
                    <a:pt x="277" y="299"/>
                  </a:cubicBezTo>
                  <a:cubicBezTo>
                    <a:pt x="282" y="306"/>
                    <a:pt x="286" y="313"/>
                    <a:pt x="294" y="317"/>
                  </a:cubicBezTo>
                  <a:cubicBezTo>
                    <a:pt x="296" y="319"/>
                    <a:pt x="298" y="321"/>
                    <a:pt x="304" y="319"/>
                  </a:cubicBezTo>
                  <a:cubicBezTo>
                    <a:pt x="308" y="318"/>
                    <a:pt x="312" y="317"/>
                    <a:pt x="316" y="315"/>
                  </a:cubicBezTo>
                  <a:cubicBezTo>
                    <a:pt x="320" y="314"/>
                    <a:pt x="324" y="312"/>
                    <a:pt x="327" y="309"/>
                  </a:cubicBezTo>
                  <a:cubicBezTo>
                    <a:pt x="332" y="306"/>
                    <a:pt x="333" y="303"/>
                    <a:pt x="334" y="301"/>
                  </a:cubicBezTo>
                  <a:cubicBezTo>
                    <a:pt x="335" y="296"/>
                    <a:pt x="334" y="293"/>
                    <a:pt x="332" y="290"/>
                  </a:cubicBezTo>
                  <a:cubicBezTo>
                    <a:pt x="328" y="282"/>
                    <a:pt x="324" y="273"/>
                    <a:pt x="319" y="265"/>
                  </a:cubicBezTo>
                  <a:cubicBezTo>
                    <a:pt x="316" y="261"/>
                    <a:pt x="313" y="258"/>
                    <a:pt x="310" y="254"/>
                  </a:cubicBezTo>
                  <a:cubicBezTo>
                    <a:pt x="296" y="238"/>
                    <a:pt x="296" y="238"/>
                    <a:pt x="296" y="238"/>
                  </a:cubicBezTo>
                  <a:cubicBezTo>
                    <a:pt x="283" y="221"/>
                    <a:pt x="283" y="221"/>
                    <a:pt x="283" y="221"/>
                  </a:cubicBezTo>
                  <a:cubicBezTo>
                    <a:pt x="270" y="204"/>
                    <a:pt x="270" y="204"/>
                    <a:pt x="270" y="204"/>
                  </a:cubicBezTo>
                  <a:cubicBezTo>
                    <a:pt x="260" y="192"/>
                    <a:pt x="251" y="178"/>
                    <a:pt x="242" y="165"/>
                  </a:cubicBezTo>
                  <a:cubicBezTo>
                    <a:pt x="207" y="113"/>
                    <a:pt x="207" y="113"/>
                    <a:pt x="207" y="113"/>
                  </a:cubicBezTo>
                  <a:cubicBezTo>
                    <a:pt x="205" y="111"/>
                    <a:pt x="205" y="111"/>
                    <a:pt x="205" y="111"/>
                  </a:cubicBezTo>
                  <a:cubicBezTo>
                    <a:pt x="206" y="111"/>
                    <a:pt x="206" y="111"/>
                    <a:pt x="206" y="110"/>
                  </a:cubicBezTo>
                  <a:cubicBezTo>
                    <a:pt x="205" y="103"/>
                    <a:pt x="205" y="93"/>
                    <a:pt x="206" y="84"/>
                  </a:cubicBezTo>
                  <a:cubicBezTo>
                    <a:pt x="207" y="79"/>
                    <a:pt x="207" y="74"/>
                    <a:pt x="209" y="70"/>
                  </a:cubicBezTo>
                  <a:cubicBezTo>
                    <a:pt x="210" y="66"/>
                    <a:pt x="212" y="62"/>
                    <a:pt x="214" y="59"/>
                  </a:cubicBezTo>
                  <a:cubicBezTo>
                    <a:pt x="217" y="56"/>
                    <a:pt x="220" y="54"/>
                    <a:pt x="222" y="52"/>
                  </a:cubicBezTo>
                  <a:cubicBezTo>
                    <a:pt x="225" y="49"/>
                    <a:pt x="228" y="47"/>
                    <a:pt x="232" y="45"/>
                  </a:cubicBezTo>
                  <a:cubicBezTo>
                    <a:pt x="233" y="43"/>
                    <a:pt x="235" y="42"/>
                    <a:pt x="237" y="41"/>
                  </a:cubicBezTo>
                  <a:cubicBezTo>
                    <a:pt x="240" y="40"/>
                    <a:pt x="240" y="40"/>
                    <a:pt x="240" y="40"/>
                  </a:cubicBezTo>
                  <a:cubicBezTo>
                    <a:pt x="242" y="39"/>
                    <a:pt x="242" y="39"/>
                    <a:pt x="242" y="39"/>
                  </a:cubicBezTo>
                  <a:cubicBezTo>
                    <a:pt x="246" y="37"/>
                    <a:pt x="250" y="36"/>
                    <a:pt x="255" y="35"/>
                  </a:cubicBezTo>
                  <a:cubicBezTo>
                    <a:pt x="259" y="34"/>
                    <a:pt x="264" y="33"/>
                    <a:pt x="268" y="32"/>
                  </a:cubicBezTo>
                  <a:cubicBezTo>
                    <a:pt x="269" y="32"/>
                    <a:pt x="270" y="32"/>
                    <a:pt x="270" y="32"/>
                  </a:cubicBezTo>
                  <a:cubicBezTo>
                    <a:pt x="270" y="32"/>
                    <a:pt x="270" y="32"/>
                    <a:pt x="271" y="32"/>
                  </a:cubicBezTo>
                  <a:cubicBezTo>
                    <a:pt x="272" y="33"/>
                    <a:pt x="272" y="33"/>
                    <a:pt x="272" y="33"/>
                  </a:cubicBezTo>
                  <a:cubicBezTo>
                    <a:pt x="275" y="33"/>
                    <a:pt x="277" y="33"/>
                    <a:pt x="279" y="33"/>
                  </a:cubicBezTo>
                  <a:cubicBezTo>
                    <a:pt x="283" y="34"/>
                    <a:pt x="287" y="35"/>
                    <a:pt x="290" y="37"/>
                  </a:cubicBezTo>
                  <a:cubicBezTo>
                    <a:pt x="293" y="38"/>
                    <a:pt x="297" y="41"/>
                    <a:pt x="298" y="43"/>
                  </a:cubicBezTo>
                  <a:cubicBezTo>
                    <a:pt x="299" y="44"/>
                    <a:pt x="300" y="44"/>
                    <a:pt x="300" y="45"/>
                  </a:cubicBezTo>
                  <a:cubicBezTo>
                    <a:pt x="301" y="45"/>
                    <a:pt x="301" y="46"/>
                    <a:pt x="302" y="46"/>
                  </a:cubicBezTo>
                  <a:cubicBezTo>
                    <a:pt x="303" y="48"/>
                    <a:pt x="304" y="49"/>
                    <a:pt x="305" y="50"/>
                  </a:cubicBezTo>
                  <a:cubicBezTo>
                    <a:pt x="308" y="53"/>
                    <a:pt x="310" y="56"/>
                    <a:pt x="313" y="59"/>
                  </a:cubicBezTo>
                  <a:cubicBezTo>
                    <a:pt x="317" y="65"/>
                    <a:pt x="322" y="72"/>
                    <a:pt x="327" y="81"/>
                  </a:cubicBezTo>
                  <a:cubicBezTo>
                    <a:pt x="329" y="86"/>
                    <a:pt x="332" y="91"/>
                    <a:pt x="335" y="96"/>
                  </a:cubicBezTo>
                  <a:cubicBezTo>
                    <a:pt x="337" y="100"/>
                    <a:pt x="340" y="105"/>
                    <a:pt x="343" y="110"/>
                  </a:cubicBezTo>
                  <a:cubicBezTo>
                    <a:pt x="348" y="120"/>
                    <a:pt x="354" y="129"/>
                    <a:pt x="360" y="138"/>
                  </a:cubicBezTo>
                  <a:cubicBezTo>
                    <a:pt x="369" y="153"/>
                    <a:pt x="378" y="167"/>
                    <a:pt x="388" y="181"/>
                  </a:cubicBezTo>
                  <a:cubicBezTo>
                    <a:pt x="397" y="194"/>
                    <a:pt x="406" y="206"/>
                    <a:pt x="415" y="219"/>
                  </a:cubicBezTo>
                  <a:cubicBezTo>
                    <a:pt x="425" y="231"/>
                    <a:pt x="434" y="244"/>
                    <a:pt x="443" y="256"/>
                  </a:cubicBezTo>
                  <a:cubicBezTo>
                    <a:pt x="458" y="274"/>
                    <a:pt x="458" y="274"/>
                    <a:pt x="458" y="274"/>
                  </a:cubicBezTo>
                  <a:cubicBezTo>
                    <a:pt x="463" y="281"/>
                    <a:pt x="467" y="288"/>
                    <a:pt x="475" y="294"/>
                  </a:cubicBezTo>
                  <a:cubicBezTo>
                    <a:pt x="477" y="295"/>
                    <a:pt x="479" y="297"/>
                    <a:pt x="486" y="295"/>
                  </a:cubicBezTo>
                  <a:cubicBezTo>
                    <a:pt x="490" y="294"/>
                    <a:pt x="494" y="293"/>
                    <a:pt x="498" y="292"/>
                  </a:cubicBezTo>
                  <a:cubicBezTo>
                    <a:pt x="501" y="291"/>
                    <a:pt x="505" y="289"/>
                    <a:pt x="509" y="286"/>
                  </a:cubicBezTo>
                  <a:cubicBezTo>
                    <a:pt x="514" y="283"/>
                    <a:pt x="515" y="280"/>
                    <a:pt x="516" y="278"/>
                  </a:cubicBezTo>
                  <a:cubicBezTo>
                    <a:pt x="517" y="273"/>
                    <a:pt x="515" y="270"/>
                    <a:pt x="514" y="266"/>
                  </a:cubicBezTo>
                  <a:cubicBezTo>
                    <a:pt x="509" y="258"/>
                    <a:pt x="505" y="249"/>
                    <a:pt x="500" y="240"/>
                  </a:cubicBezTo>
                  <a:cubicBezTo>
                    <a:pt x="497" y="236"/>
                    <a:pt x="494" y="232"/>
                    <a:pt x="491" y="228"/>
                  </a:cubicBezTo>
                  <a:cubicBezTo>
                    <a:pt x="477" y="211"/>
                    <a:pt x="477" y="211"/>
                    <a:pt x="477" y="211"/>
                  </a:cubicBezTo>
                  <a:cubicBezTo>
                    <a:pt x="463" y="193"/>
                    <a:pt x="463" y="193"/>
                    <a:pt x="463" y="193"/>
                  </a:cubicBezTo>
                  <a:cubicBezTo>
                    <a:pt x="450" y="175"/>
                    <a:pt x="450" y="175"/>
                    <a:pt x="450" y="175"/>
                  </a:cubicBezTo>
                  <a:cubicBezTo>
                    <a:pt x="440" y="162"/>
                    <a:pt x="431" y="147"/>
                    <a:pt x="422" y="133"/>
                  </a:cubicBezTo>
                  <a:cubicBezTo>
                    <a:pt x="416" y="125"/>
                    <a:pt x="416" y="125"/>
                    <a:pt x="416" y="125"/>
                  </a:cubicBezTo>
                  <a:cubicBezTo>
                    <a:pt x="424" y="113"/>
                    <a:pt x="432" y="101"/>
                    <a:pt x="441" y="92"/>
                  </a:cubicBezTo>
                  <a:cubicBezTo>
                    <a:pt x="445" y="86"/>
                    <a:pt x="450" y="82"/>
                    <a:pt x="455" y="78"/>
                  </a:cubicBezTo>
                  <a:cubicBezTo>
                    <a:pt x="460" y="74"/>
                    <a:pt x="465" y="71"/>
                    <a:pt x="471" y="69"/>
                  </a:cubicBezTo>
                  <a:cubicBezTo>
                    <a:pt x="477" y="66"/>
                    <a:pt x="483" y="65"/>
                    <a:pt x="488" y="64"/>
                  </a:cubicBezTo>
                  <a:cubicBezTo>
                    <a:pt x="494" y="63"/>
                    <a:pt x="500" y="64"/>
                    <a:pt x="505" y="65"/>
                  </a:cubicBezTo>
                  <a:cubicBezTo>
                    <a:pt x="516" y="68"/>
                    <a:pt x="526" y="75"/>
                    <a:pt x="534" y="85"/>
                  </a:cubicBezTo>
                  <a:cubicBezTo>
                    <a:pt x="543" y="95"/>
                    <a:pt x="550" y="107"/>
                    <a:pt x="558" y="120"/>
                  </a:cubicBezTo>
                  <a:cubicBezTo>
                    <a:pt x="581" y="161"/>
                    <a:pt x="581" y="161"/>
                    <a:pt x="581" y="161"/>
                  </a:cubicBezTo>
                  <a:cubicBezTo>
                    <a:pt x="629" y="244"/>
                    <a:pt x="629" y="244"/>
                    <a:pt x="629" y="244"/>
                  </a:cubicBezTo>
                  <a:cubicBezTo>
                    <a:pt x="645" y="271"/>
                    <a:pt x="661" y="299"/>
                    <a:pt x="677" y="327"/>
                  </a:cubicBezTo>
                  <a:cubicBezTo>
                    <a:pt x="700" y="370"/>
                    <a:pt x="700" y="370"/>
                    <a:pt x="700" y="370"/>
                  </a:cubicBezTo>
                  <a:cubicBezTo>
                    <a:pt x="708" y="384"/>
                    <a:pt x="718" y="404"/>
                    <a:pt x="729" y="423"/>
                  </a:cubicBezTo>
                  <a:cubicBezTo>
                    <a:pt x="744" y="451"/>
                    <a:pt x="759" y="475"/>
                    <a:pt x="771" y="499"/>
                  </a:cubicBezTo>
                  <a:cubicBezTo>
                    <a:pt x="783" y="523"/>
                    <a:pt x="793" y="547"/>
                    <a:pt x="796" y="573"/>
                  </a:cubicBezTo>
                  <a:cubicBezTo>
                    <a:pt x="799" y="599"/>
                    <a:pt x="796" y="628"/>
                    <a:pt x="790" y="657"/>
                  </a:cubicBezTo>
                  <a:cubicBezTo>
                    <a:pt x="787" y="672"/>
                    <a:pt x="784" y="686"/>
                    <a:pt x="780" y="701"/>
                  </a:cubicBezTo>
                  <a:cubicBezTo>
                    <a:pt x="778" y="709"/>
                    <a:pt x="776" y="716"/>
                    <a:pt x="773" y="723"/>
                  </a:cubicBezTo>
                  <a:cubicBezTo>
                    <a:pt x="772" y="727"/>
                    <a:pt x="771" y="730"/>
                    <a:pt x="770" y="736"/>
                  </a:cubicBezTo>
                  <a:cubicBezTo>
                    <a:pt x="768" y="744"/>
                    <a:pt x="768" y="744"/>
                    <a:pt x="768" y="744"/>
                  </a:cubicBezTo>
                  <a:cubicBezTo>
                    <a:pt x="767" y="746"/>
                    <a:pt x="767" y="749"/>
                    <a:pt x="767" y="752"/>
                  </a:cubicBezTo>
                  <a:cubicBezTo>
                    <a:pt x="764" y="768"/>
                    <a:pt x="765" y="785"/>
                    <a:pt x="769" y="800"/>
                  </a:cubicBezTo>
                  <a:cubicBezTo>
                    <a:pt x="772" y="815"/>
                    <a:pt x="777" y="829"/>
                    <a:pt x="783" y="842"/>
                  </a:cubicBezTo>
                  <a:cubicBezTo>
                    <a:pt x="789" y="855"/>
                    <a:pt x="796" y="867"/>
                    <a:pt x="803" y="878"/>
                  </a:cubicBezTo>
                  <a:cubicBezTo>
                    <a:pt x="807" y="884"/>
                    <a:pt x="811" y="889"/>
                    <a:pt x="814" y="894"/>
                  </a:cubicBezTo>
                  <a:cubicBezTo>
                    <a:pt x="820" y="902"/>
                    <a:pt x="820" y="902"/>
                    <a:pt x="820" y="902"/>
                  </a:cubicBezTo>
                  <a:cubicBezTo>
                    <a:pt x="821" y="904"/>
                    <a:pt x="821" y="904"/>
                    <a:pt x="821" y="904"/>
                  </a:cubicBezTo>
                  <a:cubicBezTo>
                    <a:pt x="821" y="904"/>
                    <a:pt x="821" y="904"/>
                    <a:pt x="821" y="904"/>
                  </a:cubicBezTo>
                  <a:cubicBezTo>
                    <a:pt x="821" y="905"/>
                    <a:pt x="821" y="905"/>
                    <a:pt x="821" y="905"/>
                  </a:cubicBezTo>
                  <a:cubicBezTo>
                    <a:pt x="822" y="905"/>
                    <a:pt x="822" y="905"/>
                    <a:pt x="822" y="905"/>
                  </a:cubicBezTo>
                  <a:cubicBezTo>
                    <a:pt x="822" y="905"/>
                    <a:pt x="823" y="906"/>
                    <a:pt x="823" y="907"/>
                  </a:cubicBezTo>
                  <a:cubicBezTo>
                    <a:pt x="823" y="908"/>
                    <a:pt x="823" y="908"/>
                    <a:pt x="822" y="909"/>
                  </a:cubicBezTo>
                  <a:cubicBezTo>
                    <a:pt x="815" y="915"/>
                    <a:pt x="809" y="920"/>
                    <a:pt x="802" y="925"/>
                  </a:cubicBezTo>
                  <a:cubicBezTo>
                    <a:pt x="757" y="957"/>
                    <a:pt x="757" y="957"/>
                    <a:pt x="757" y="957"/>
                  </a:cubicBezTo>
                  <a:cubicBezTo>
                    <a:pt x="721" y="983"/>
                    <a:pt x="684" y="1008"/>
                    <a:pt x="647" y="1033"/>
                  </a:cubicBezTo>
                  <a:cubicBezTo>
                    <a:pt x="629" y="1046"/>
                    <a:pt x="610" y="1058"/>
                    <a:pt x="592" y="1070"/>
                  </a:cubicBezTo>
                  <a:cubicBezTo>
                    <a:pt x="571" y="1084"/>
                    <a:pt x="550" y="1097"/>
                    <a:pt x="531" y="1112"/>
                  </a:cubicBezTo>
                  <a:cubicBezTo>
                    <a:pt x="526" y="1117"/>
                    <a:pt x="519" y="1122"/>
                    <a:pt x="518" y="1130"/>
                  </a:cubicBezTo>
                  <a:cubicBezTo>
                    <a:pt x="517" y="1135"/>
                    <a:pt x="516" y="1140"/>
                    <a:pt x="516" y="1145"/>
                  </a:cubicBezTo>
                  <a:cubicBezTo>
                    <a:pt x="516" y="1149"/>
                    <a:pt x="516" y="1154"/>
                    <a:pt x="520" y="1157"/>
                  </a:cubicBezTo>
                  <a:cubicBezTo>
                    <a:pt x="523" y="1161"/>
                    <a:pt x="530" y="1161"/>
                    <a:pt x="534" y="1160"/>
                  </a:cubicBezTo>
                  <a:cubicBezTo>
                    <a:pt x="545" y="1158"/>
                    <a:pt x="554" y="1153"/>
                    <a:pt x="564" y="1148"/>
                  </a:cubicBezTo>
                  <a:cubicBezTo>
                    <a:pt x="589" y="1134"/>
                    <a:pt x="614" y="1120"/>
                    <a:pt x="639" y="1105"/>
                  </a:cubicBezTo>
                  <a:cubicBezTo>
                    <a:pt x="651" y="1097"/>
                    <a:pt x="663" y="1089"/>
                    <a:pt x="675" y="1081"/>
                  </a:cubicBezTo>
                  <a:cubicBezTo>
                    <a:pt x="728" y="1044"/>
                    <a:pt x="728" y="1044"/>
                    <a:pt x="728" y="1044"/>
                  </a:cubicBezTo>
                  <a:cubicBezTo>
                    <a:pt x="781" y="1006"/>
                    <a:pt x="781" y="1006"/>
                    <a:pt x="781" y="1006"/>
                  </a:cubicBezTo>
                  <a:cubicBezTo>
                    <a:pt x="798" y="994"/>
                    <a:pt x="815" y="981"/>
                    <a:pt x="833" y="968"/>
                  </a:cubicBezTo>
                  <a:cubicBezTo>
                    <a:pt x="844" y="960"/>
                    <a:pt x="844" y="960"/>
                    <a:pt x="844" y="960"/>
                  </a:cubicBezTo>
                  <a:cubicBezTo>
                    <a:pt x="850" y="956"/>
                    <a:pt x="850" y="956"/>
                    <a:pt x="850" y="956"/>
                  </a:cubicBezTo>
                  <a:cubicBezTo>
                    <a:pt x="856" y="951"/>
                    <a:pt x="856" y="951"/>
                    <a:pt x="856" y="951"/>
                  </a:cubicBezTo>
                  <a:cubicBezTo>
                    <a:pt x="867" y="941"/>
                    <a:pt x="879" y="931"/>
                    <a:pt x="883" y="918"/>
                  </a:cubicBezTo>
                  <a:cubicBezTo>
                    <a:pt x="884" y="912"/>
                    <a:pt x="883" y="906"/>
                    <a:pt x="882" y="9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ja-JP" altLang="en-US"/>
            </a:p>
          </p:txBody>
        </p:sp>
      </p:grpSp>
      <p:sp>
        <p:nvSpPr>
          <p:cNvPr id="17" name="Arrow: Right 16">
            <a:extLst>
              <a:ext uri="{FF2B5EF4-FFF2-40B4-BE49-F238E27FC236}">
                <a16:creationId xmlns:a16="http://schemas.microsoft.com/office/drawing/2014/main" id="{A45224B0-3EFC-5A20-9828-10EB2D034444}"/>
              </a:ext>
            </a:extLst>
          </p:cNvPr>
          <p:cNvSpPr/>
          <p:nvPr/>
        </p:nvSpPr>
        <p:spPr>
          <a:xfrm rot="7530316">
            <a:off x="5095840" y="3253733"/>
            <a:ext cx="457200" cy="347457"/>
          </a:xfrm>
          <a:prstGeom prst="rightArrow">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 name="Straight Connector 2">
            <a:extLst>
              <a:ext uri="{FF2B5EF4-FFF2-40B4-BE49-F238E27FC236}">
                <a16:creationId xmlns:a16="http://schemas.microsoft.com/office/drawing/2014/main" id="{29471C8F-47CC-BDDA-357B-8E8AAD44ADB4}"/>
              </a:ext>
            </a:extLst>
          </p:cNvPr>
          <p:cNvCxnSpPr/>
          <p:nvPr/>
        </p:nvCxnSpPr>
        <p:spPr>
          <a:xfrm>
            <a:off x="0" y="472118"/>
            <a:ext cx="914400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51044C41-DF5B-6D67-15B2-AADFBE621A11}"/>
              </a:ext>
            </a:extLst>
          </p:cNvPr>
          <p:cNvSpPr txBox="1"/>
          <p:nvPr/>
        </p:nvSpPr>
        <p:spPr>
          <a:xfrm>
            <a:off x="6053596" y="3697830"/>
            <a:ext cx="2384633" cy="132343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kumimoji="1" lang="en-US" altLang="ja-JP" sz="1600">
                <a:latin typeface="Times New Roman" panose="02020603050405020304" pitchFamily="18" charset="0"/>
                <a:cs typeface="Times New Roman" panose="02020603050405020304" pitchFamily="18" charset="0"/>
              </a:rPr>
              <a:t>Tính năng Duy trì phiên đăng nhập để leader không cần phải nhập mật khẩu nhiều lần trong suốt quá trình sử dụng chương trình</a:t>
            </a:r>
            <a:endParaRPr kumimoji="1" lang="ja-JP" altLang="en-US" sz="1600">
              <a:latin typeface="Times New Roman" panose="02020603050405020304" pitchFamily="18" charset="0"/>
              <a:cs typeface="Times New Roman" panose="02020603050405020304" pitchFamily="18" charset="0"/>
            </a:endParaRPr>
          </a:p>
        </p:txBody>
      </p:sp>
      <p:cxnSp>
        <p:nvCxnSpPr>
          <p:cNvPr id="7" name="Straight Connector 6">
            <a:extLst>
              <a:ext uri="{FF2B5EF4-FFF2-40B4-BE49-F238E27FC236}">
                <a16:creationId xmlns:a16="http://schemas.microsoft.com/office/drawing/2014/main" id="{AD7E4027-60E4-53D1-70D9-C3257DD13CC1}"/>
              </a:ext>
            </a:extLst>
          </p:cNvPr>
          <p:cNvCxnSpPr>
            <a:cxnSpLocks/>
            <a:endCxn id="6" idx="0"/>
          </p:cNvCxnSpPr>
          <p:nvPr/>
        </p:nvCxnSpPr>
        <p:spPr>
          <a:xfrm>
            <a:off x="6321606" y="2797680"/>
            <a:ext cx="924307" cy="900150"/>
          </a:xfrm>
          <a:prstGeom prst="line">
            <a:avLst/>
          </a:prstGeom>
          <a:noFill/>
          <a:ln>
            <a:solidFill>
              <a:srgbClr val="66CCFF"/>
            </a:solidFill>
          </a:ln>
        </p:spPr>
        <p:style>
          <a:lnRef idx="2">
            <a:schemeClr val="accent1">
              <a:shade val="15000"/>
            </a:schemeClr>
          </a:lnRef>
          <a:fillRef idx="1">
            <a:schemeClr val="accent1"/>
          </a:fillRef>
          <a:effectRef idx="0">
            <a:schemeClr val="accent1"/>
          </a:effectRef>
          <a:fontRef idx="minor">
            <a:schemeClr val="lt1"/>
          </a:fontRef>
        </p:style>
      </p:cxnSp>
      <p:sp>
        <p:nvSpPr>
          <p:cNvPr id="19" name="Rectangle 18">
            <a:extLst>
              <a:ext uri="{FF2B5EF4-FFF2-40B4-BE49-F238E27FC236}">
                <a16:creationId xmlns:a16="http://schemas.microsoft.com/office/drawing/2014/main" id="{C6D149E3-F7FD-0FE3-5089-6D49F820877D}"/>
              </a:ext>
            </a:extLst>
          </p:cNvPr>
          <p:cNvSpPr/>
          <p:nvPr/>
        </p:nvSpPr>
        <p:spPr>
          <a:xfrm>
            <a:off x="5409946" y="2492730"/>
            <a:ext cx="1437038" cy="304950"/>
          </a:xfrm>
          <a:prstGeom prst="rect">
            <a:avLst/>
          </a:prstGeom>
          <a:noFill/>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6" name="Picture 15">
            <a:extLst>
              <a:ext uri="{FF2B5EF4-FFF2-40B4-BE49-F238E27FC236}">
                <a16:creationId xmlns:a16="http://schemas.microsoft.com/office/drawing/2014/main" id="{87B4B745-363D-B6EF-978A-CAD99C1C4B81}"/>
              </a:ext>
            </a:extLst>
          </p:cNvPr>
          <p:cNvPicPr>
            <a:picLocks noChangeAspect="1"/>
          </p:cNvPicPr>
          <p:nvPr/>
        </p:nvPicPr>
        <p:blipFill>
          <a:blip r:embed="rId4"/>
          <a:stretch>
            <a:fillRect/>
          </a:stretch>
        </p:blipFill>
        <p:spPr>
          <a:xfrm>
            <a:off x="532707" y="3464387"/>
            <a:ext cx="4204386" cy="2796985"/>
          </a:xfrm>
          <a:prstGeom prst="rect">
            <a:avLst/>
          </a:prstGeom>
        </p:spPr>
      </p:pic>
    </p:spTree>
    <p:extLst>
      <p:ext uri="{BB962C8B-B14F-4D97-AF65-F5344CB8AC3E}">
        <p14:creationId xmlns:p14="http://schemas.microsoft.com/office/powerpoint/2010/main" val="17149817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22E2A-62AF-61CB-008B-F5D844EAE559}"/>
              </a:ext>
            </a:extLst>
          </p:cNvPr>
          <p:cNvSpPr>
            <a:spLocks noGrp="1"/>
          </p:cNvSpPr>
          <p:nvPr>
            <p:ph type="title"/>
          </p:nvPr>
        </p:nvSpPr>
        <p:spPr>
          <a:xfrm>
            <a:off x="-7257" y="24362"/>
            <a:ext cx="8229600" cy="343589"/>
          </a:xfrm>
        </p:spPr>
        <p:txBody>
          <a:bodyPr>
            <a:normAutofit fontScale="90000"/>
          </a:bodyPr>
          <a:lstStyle/>
          <a:p>
            <a:r>
              <a:rPr kumimoji="1" lang="en-US" altLang="ja-JP">
                <a:latin typeface="Times New Roman" panose="02020603050405020304" pitchFamily="18" charset="0"/>
                <a:cs typeface="Times New Roman" panose="02020603050405020304" pitchFamily="18" charset="0"/>
              </a:rPr>
              <a:t>2. Giao diện chương trình trong file tonghop_new.xlsm</a:t>
            </a:r>
            <a:endParaRPr kumimoji="1" lang="ja-JP" altLang="en-US"/>
          </a:p>
        </p:txBody>
      </p:sp>
      <p:sp>
        <p:nvSpPr>
          <p:cNvPr id="4" name="Slide Number Placeholder 3">
            <a:extLst>
              <a:ext uri="{FF2B5EF4-FFF2-40B4-BE49-F238E27FC236}">
                <a16:creationId xmlns:a16="http://schemas.microsoft.com/office/drawing/2014/main" id="{1AC81BEB-3A89-AECB-5BDA-820A61EE4EE9}"/>
              </a:ext>
            </a:extLst>
          </p:cNvPr>
          <p:cNvSpPr>
            <a:spLocks noGrp="1"/>
          </p:cNvSpPr>
          <p:nvPr>
            <p:ph type="sldNum" sz="quarter" idx="4"/>
          </p:nvPr>
        </p:nvSpPr>
        <p:spPr/>
        <p:txBody>
          <a:bodyPr/>
          <a:lstStyle/>
          <a:p>
            <a:fld id="{E38BFB4B-70AE-4AFC-9806-78E9768488DC}" type="slidenum">
              <a:rPr lang="fr-FR" altLang="ja-JP" sz="1600" smtClean="0">
                <a:solidFill>
                  <a:schemeClr val="tx1"/>
                </a:solidFill>
              </a:rPr>
              <a:pPr/>
              <a:t>7</a:t>
            </a:fld>
            <a:endParaRPr lang="fr-FR" altLang="ja-JP" sz="1600">
              <a:solidFill>
                <a:schemeClr val="tx1"/>
              </a:solidFill>
            </a:endParaRPr>
          </a:p>
          <a:p>
            <a:r>
              <a:rPr lang="fr-FR" altLang="ja-JP" sz="1000"/>
              <a:t>©20</a:t>
            </a:r>
            <a:r>
              <a:rPr lang="en-US" altLang="ja-JP" sz="1000"/>
              <a:t>19</a:t>
            </a:r>
            <a:r>
              <a:rPr lang="fr-FR" altLang="ja-JP" sz="1000"/>
              <a:t> KYOCERA Document Solutions Inc.</a:t>
            </a:r>
            <a:endParaRPr lang="en-US" sz="1000"/>
          </a:p>
        </p:txBody>
      </p:sp>
      <p:sp>
        <p:nvSpPr>
          <p:cNvPr id="15" name="TextBox 14">
            <a:extLst>
              <a:ext uri="{FF2B5EF4-FFF2-40B4-BE49-F238E27FC236}">
                <a16:creationId xmlns:a16="http://schemas.microsoft.com/office/drawing/2014/main" id="{29049A09-A498-3298-B1A7-73ED22167A99}"/>
              </a:ext>
            </a:extLst>
          </p:cNvPr>
          <p:cNvSpPr txBox="1"/>
          <p:nvPr/>
        </p:nvSpPr>
        <p:spPr>
          <a:xfrm>
            <a:off x="4344365" y="472118"/>
            <a:ext cx="4279970" cy="584775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en-US" altLang="ja-JP" sz="1700" u="sng">
                <a:latin typeface="Times New Roman" panose="02020603050405020304" pitchFamily="18" charset="0"/>
                <a:cs typeface="Times New Roman" panose="02020603050405020304" pitchFamily="18" charset="0"/>
              </a:rPr>
              <a:t>Page1</a:t>
            </a:r>
            <a:r>
              <a:rPr kumimoji="1" lang="en-US" altLang="ja-JP" sz="1700">
                <a:latin typeface="Times New Roman" panose="02020603050405020304" pitchFamily="18" charset="0"/>
                <a:cs typeface="Times New Roman" panose="02020603050405020304" pitchFamily="18" charset="0"/>
              </a:rPr>
              <a:t>: So sánh BOM tự động(9 chức năng)</a:t>
            </a:r>
          </a:p>
          <a:p>
            <a:pPr marL="342900" indent="-342900">
              <a:buFont typeface="+mj-lt"/>
              <a:buAutoNum type="arabicPeriod"/>
            </a:pPr>
            <a:r>
              <a:rPr kumimoji="1" lang="en-US" altLang="ja-JP" sz="1700">
                <a:latin typeface="Times New Roman" panose="02020603050405020304" pitchFamily="18" charset="0"/>
                <a:cs typeface="Times New Roman" panose="02020603050405020304" pitchFamily="18" charset="0"/>
              </a:rPr>
              <a:t>Xóa dữ liệu cũ (xóa dữ liệu danh sách linh kiện, MSI cũ, trường hợp leader sử dụng lại file cũ).</a:t>
            </a:r>
          </a:p>
          <a:p>
            <a:pPr marL="342900" indent="-342900">
              <a:buFont typeface="+mj-lt"/>
              <a:buAutoNum type="arabicPeriod"/>
            </a:pPr>
            <a:r>
              <a:rPr kumimoji="1" lang="en-US" altLang="ja-JP" sz="1700">
                <a:latin typeface="Times New Roman" panose="02020603050405020304" pitchFamily="18" charset="0"/>
                <a:cs typeface="Times New Roman" panose="02020603050405020304" pitchFamily="18" charset="0"/>
              </a:rPr>
              <a:t>Tạo file danh sách linh kiện cho người phụ trách nhập danh sách linh kiện/</a:t>
            </a:r>
            <a:r>
              <a:rPr kumimoji="1" lang="en-US" altLang="ja-JP" sz="1700">
                <a:solidFill>
                  <a:srgbClr val="FF0000"/>
                </a:solidFill>
                <a:latin typeface="Times New Roman" panose="02020603050405020304" pitchFamily="18" charset="0"/>
                <a:cs typeface="Times New Roman" panose="02020603050405020304" pitchFamily="18" charset="0"/>
              </a:rPr>
              <a:t>MSI</a:t>
            </a:r>
            <a:r>
              <a:rPr kumimoji="1" lang="en-US" altLang="ja-JP" sz="1700">
                <a:latin typeface="Times New Roman" panose="02020603050405020304" pitchFamily="18" charset="0"/>
                <a:cs typeface="Times New Roman" panose="02020603050405020304" pitchFamily="18" charset="0"/>
              </a:rPr>
              <a:t>.</a:t>
            </a:r>
          </a:p>
          <a:p>
            <a:pPr marL="342900" indent="-342900">
              <a:buFont typeface="+mj-lt"/>
              <a:buAutoNum type="arabicPeriod"/>
            </a:pPr>
            <a:r>
              <a:rPr kumimoji="1" lang="en-US" altLang="ja-JP" sz="1700">
                <a:latin typeface="Times New Roman" panose="02020603050405020304" pitchFamily="18" charset="0"/>
                <a:cs typeface="Times New Roman" panose="02020603050405020304" pitchFamily="18" charset="0"/>
              </a:rPr>
              <a:t>Leader kiểm tra xem người phụ trách đã nhập danh sách linh kiện hay chưa</a:t>
            </a:r>
          </a:p>
          <a:p>
            <a:pPr marL="342900" indent="-342900">
              <a:buFont typeface="+mj-lt"/>
              <a:buAutoNum type="arabicPeriod"/>
            </a:pPr>
            <a:r>
              <a:rPr kumimoji="1" lang="en-US" altLang="ja-JP" sz="1700">
                <a:latin typeface="Times New Roman" panose="02020603050405020304" pitchFamily="18" charset="0"/>
                <a:cs typeface="Times New Roman" panose="02020603050405020304" pitchFamily="18" charset="0"/>
              </a:rPr>
              <a:t>Tổng hợp toàn bộ danh sách linh kiện/MSI của người phụ trách nhập vào file tổng hợp</a:t>
            </a:r>
          </a:p>
          <a:p>
            <a:pPr marL="342900" indent="-342900">
              <a:buFont typeface="+mj-lt"/>
              <a:buAutoNum type="arabicPeriod"/>
            </a:pPr>
            <a:r>
              <a:rPr kumimoji="1" lang="en-US" altLang="ja-JP" sz="1700">
                <a:latin typeface="Times New Roman" panose="02020603050405020304" pitchFamily="18" charset="0"/>
                <a:cs typeface="Times New Roman" panose="02020603050405020304" pitchFamily="18" charset="0"/>
              </a:rPr>
              <a:t>Tự động tạo file BOM(copy DSLK, PLM, R3) và refresh pivot table để cập nhật công thức.</a:t>
            </a:r>
          </a:p>
          <a:p>
            <a:pPr marL="342900" indent="-342900">
              <a:buFont typeface="+mj-lt"/>
              <a:buAutoNum type="arabicPeriod"/>
            </a:pPr>
            <a:r>
              <a:rPr kumimoji="1" lang="en-US" altLang="ja-JP" sz="1700">
                <a:latin typeface="Times New Roman" panose="02020603050405020304" pitchFamily="18" charset="0"/>
                <a:cs typeface="Times New Roman" panose="02020603050405020304" pitchFamily="18" charset="0"/>
              </a:rPr>
              <a:t>Lọc dữ liệu cần so sánh trong sheet CTTT_PLM_Total CTTT</a:t>
            </a:r>
          </a:p>
          <a:p>
            <a:pPr marL="342900" indent="-342900">
              <a:buFont typeface="+mj-lt"/>
              <a:buAutoNum type="arabicPeriod"/>
            </a:pPr>
            <a:r>
              <a:rPr kumimoji="1" lang="en-US" altLang="ja-JP" sz="1700">
                <a:latin typeface="Times New Roman" panose="02020603050405020304" pitchFamily="18" charset="0"/>
                <a:cs typeface="Times New Roman" panose="02020603050405020304" pitchFamily="18" charset="0"/>
              </a:rPr>
              <a:t>Cập nhật tự động dữ liệu PLM mới(tự động backup dữ liệu sheet PLM cũ, pivot table)</a:t>
            </a:r>
          </a:p>
          <a:p>
            <a:pPr marL="342900" indent="-342900">
              <a:buFont typeface="+mj-lt"/>
              <a:buAutoNum type="arabicPeriod"/>
            </a:pPr>
            <a:r>
              <a:rPr kumimoji="1" lang="en-US" altLang="ja-JP" sz="1700">
                <a:latin typeface="Times New Roman" panose="02020603050405020304" pitchFamily="18" charset="0"/>
                <a:cs typeface="Times New Roman" panose="02020603050405020304" pitchFamily="18" charset="0"/>
              </a:rPr>
              <a:t>Cập nhật tự động dữ liệu R3(tạo và refresh pivot table)</a:t>
            </a:r>
            <a:br>
              <a:rPr kumimoji="1" lang="en-US" altLang="ja-JP" sz="1700">
                <a:latin typeface="Times New Roman" panose="02020603050405020304" pitchFamily="18" charset="0"/>
                <a:cs typeface="Times New Roman" panose="02020603050405020304" pitchFamily="18" charset="0"/>
              </a:rPr>
            </a:br>
            <a:r>
              <a:rPr kumimoji="1" lang="en-US" altLang="ja-JP" sz="1700">
                <a:solidFill>
                  <a:srgbClr val="FF0000"/>
                </a:solidFill>
                <a:latin typeface="Times New Roman" panose="02020603050405020304" pitchFamily="18" charset="0"/>
                <a:cs typeface="Times New Roman" panose="02020603050405020304" pitchFamily="18" charset="0"/>
              </a:rPr>
              <a:t>※Gửi mail cho phụ trách nhập BOM</a:t>
            </a:r>
            <a:r>
              <a:rPr kumimoji="1" lang="en-US" altLang="ja-JP" sz="1700">
                <a:latin typeface="Times New Roman" panose="02020603050405020304" pitchFamily="18" charset="0"/>
                <a:cs typeface="Times New Roman" panose="02020603050405020304" pitchFamily="18" charset="0"/>
              </a:rPr>
              <a:t>.</a:t>
            </a:r>
          </a:p>
          <a:p>
            <a:r>
              <a:rPr kumimoji="1" lang="en-US" altLang="ja-JP" sz="1700">
                <a:latin typeface="Times New Roman" panose="02020603050405020304" pitchFamily="18" charset="0"/>
                <a:cs typeface="Times New Roman" panose="02020603050405020304" pitchFamily="18" charset="0"/>
              </a:rPr>
              <a:t>       </a:t>
            </a:r>
            <a:r>
              <a:rPr kumimoji="1" lang="en-US" altLang="ja-JP" sz="1700">
                <a:solidFill>
                  <a:srgbClr val="FF0000"/>
                </a:solidFill>
                <a:latin typeface="Times New Roman" panose="02020603050405020304" pitchFamily="18" charset="0"/>
                <a:cs typeface="Times New Roman" panose="02020603050405020304" pitchFamily="18" charset="0"/>
              </a:rPr>
              <a:t>※Gửi mail cho quản lý xác nhận.</a:t>
            </a:r>
          </a:p>
        </p:txBody>
      </p:sp>
      <p:cxnSp>
        <p:nvCxnSpPr>
          <p:cNvPr id="3" name="Straight Connector 2">
            <a:extLst>
              <a:ext uri="{FF2B5EF4-FFF2-40B4-BE49-F238E27FC236}">
                <a16:creationId xmlns:a16="http://schemas.microsoft.com/office/drawing/2014/main" id="{8E3A279A-4434-7A74-3953-127A2E77E238}"/>
              </a:ext>
            </a:extLst>
          </p:cNvPr>
          <p:cNvCxnSpPr/>
          <p:nvPr/>
        </p:nvCxnSpPr>
        <p:spPr>
          <a:xfrm>
            <a:off x="0" y="472118"/>
            <a:ext cx="914400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E78D6312-F370-DCDE-4C2C-6B5FD9ABB590}"/>
              </a:ext>
            </a:extLst>
          </p:cNvPr>
          <p:cNvPicPr>
            <a:picLocks noChangeAspect="1"/>
          </p:cNvPicPr>
          <p:nvPr/>
        </p:nvPicPr>
        <p:blipFill>
          <a:blip r:embed="rId2"/>
          <a:stretch>
            <a:fillRect/>
          </a:stretch>
        </p:blipFill>
        <p:spPr>
          <a:xfrm>
            <a:off x="30481" y="492086"/>
            <a:ext cx="4251420" cy="2828275"/>
          </a:xfrm>
          <a:prstGeom prst="rect">
            <a:avLst/>
          </a:prstGeom>
        </p:spPr>
      </p:pic>
    </p:spTree>
    <p:extLst>
      <p:ext uri="{BB962C8B-B14F-4D97-AF65-F5344CB8AC3E}">
        <p14:creationId xmlns:p14="http://schemas.microsoft.com/office/powerpoint/2010/main" val="20099420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4E67FF4-193A-AC19-613B-FEC122147829}"/>
              </a:ext>
            </a:extLst>
          </p:cNvPr>
          <p:cNvSpPr>
            <a:spLocks noGrp="1"/>
          </p:cNvSpPr>
          <p:nvPr>
            <p:ph type="sldNum" sz="quarter" idx="4"/>
          </p:nvPr>
        </p:nvSpPr>
        <p:spPr/>
        <p:txBody>
          <a:bodyPr/>
          <a:lstStyle/>
          <a:p>
            <a:fld id="{E38BFB4B-70AE-4AFC-9806-78E9768488DC}" type="slidenum">
              <a:rPr lang="fr-FR" altLang="ja-JP" sz="1600" smtClean="0">
                <a:solidFill>
                  <a:schemeClr val="tx1"/>
                </a:solidFill>
              </a:rPr>
              <a:pPr/>
              <a:t>8</a:t>
            </a:fld>
            <a:endParaRPr lang="fr-FR" altLang="ja-JP" sz="1600">
              <a:solidFill>
                <a:schemeClr val="tx1"/>
              </a:solidFill>
            </a:endParaRPr>
          </a:p>
          <a:p>
            <a:r>
              <a:rPr lang="fr-FR" altLang="ja-JP" sz="1000"/>
              <a:t>©20</a:t>
            </a:r>
            <a:r>
              <a:rPr lang="en-US" altLang="ja-JP" sz="1000"/>
              <a:t>19</a:t>
            </a:r>
            <a:r>
              <a:rPr lang="fr-FR" altLang="ja-JP" sz="1000"/>
              <a:t> KYOCERA Document Solutions Inc.</a:t>
            </a:r>
            <a:endParaRPr lang="en-US" sz="1000"/>
          </a:p>
        </p:txBody>
      </p:sp>
      <p:sp>
        <p:nvSpPr>
          <p:cNvPr id="5" name="Title 1">
            <a:extLst>
              <a:ext uri="{FF2B5EF4-FFF2-40B4-BE49-F238E27FC236}">
                <a16:creationId xmlns:a16="http://schemas.microsoft.com/office/drawing/2014/main" id="{D4B2B81A-9D32-FB36-37E2-2DA627F4809B}"/>
              </a:ext>
            </a:extLst>
          </p:cNvPr>
          <p:cNvSpPr>
            <a:spLocks noGrp="1"/>
          </p:cNvSpPr>
          <p:nvPr>
            <p:ph type="title"/>
          </p:nvPr>
        </p:nvSpPr>
        <p:spPr>
          <a:xfrm>
            <a:off x="-7257" y="24362"/>
            <a:ext cx="8229600" cy="343589"/>
          </a:xfrm>
        </p:spPr>
        <p:txBody>
          <a:bodyPr>
            <a:normAutofit fontScale="90000"/>
          </a:bodyPr>
          <a:lstStyle/>
          <a:p>
            <a:r>
              <a:rPr kumimoji="1" lang="en-US" altLang="ja-JP">
                <a:latin typeface="Times New Roman" panose="02020603050405020304" pitchFamily="18" charset="0"/>
                <a:cs typeface="Times New Roman" panose="02020603050405020304" pitchFamily="18" charset="0"/>
              </a:rPr>
              <a:t>2. Giao diện chương trình trong file tonghop_new.xlsm</a:t>
            </a:r>
            <a:endParaRPr kumimoji="1" lang="ja-JP" altLang="en-US"/>
          </a:p>
        </p:txBody>
      </p:sp>
      <p:cxnSp>
        <p:nvCxnSpPr>
          <p:cNvPr id="6" name="Straight Connector 5">
            <a:extLst>
              <a:ext uri="{FF2B5EF4-FFF2-40B4-BE49-F238E27FC236}">
                <a16:creationId xmlns:a16="http://schemas.microsoft.com/office/drawing/2014/main" id="{7108B569-BC18-7876-6992-99740F6D7850}"/>
              </a:ext>
            </a:extLst>
          </p:cNvPr>
          <p:cNvCxnSpPr/>
          <p:nvPr/>
        </p:nvCxnSpPr>
        <p:spPr>
          <a:xfrm>
            <a:off x="0" y="472118"/>
            <a:ext cx="914400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7" name="Content Placeholder 6">
            <a:extLst>
              <a:ext uri="{FF2B5EF4-FFF2-40B4-BE49-F238E27FC236}">
                <a16:creationId xmlns:a16="http://schemas.microsoft.com/office/drawing/2014/main" id="{DCE29E42-8FD3-DC53-62A5-837F9F30E0EB}"/>
              </a:ext>
            </a:extLst>
          </p:cNvPr>
          <p:cNvSpPr txBox="1">
            <a:spLocks noGrp="1"/>
          </p:cNvSpPr>
          <p:nvPr>
            <p:ph idx="1"/>
          </p:nvPr>
        </p:nvSpPr>
        <p:spPr>
          <a:xfrm>
            <a:off x="4690274" y="472118"/>
            <a:ext cx="4453726" cy="88024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en-US" altLang="ja-JP" b="0" u="sng">
                <a:latin typeface="Times New Roman" panose="02020603050405020304" pitchFamily="18" charset="0"/>
                <a:cs typeface="Times New Roman" panose="02020603050405020304" pitchFamily="18" charset="0"/>
              </a:rPr>
              <a:t>Page2</a:t>
            </a:r>
            <a:r>
              <a:rPr kumimoji="1" lang="en-US" altLang="ja-JP" b="0">
                <a:latin typeface="Times New Roman" panose="02020603050405020304" pitchFamily="18" charset="0"/>
                <a:cs typeface="Times New Roman" panose="02020603050405020304" pitchFamily="18" charset="0"/>
              </a:rPr>
              <a:t>: Hoàn thành BOM Full TC14.</a:t>
            </a:r>
          </a:p>
          <a:p>
            <a:r>
              <a:rPr kumimoji="1" lang="en-US" altLang="ja-JP" b="0">
                <a:latin typeface="Times New Roman" panose="02020603050405020304" pitchFamily="18" charset="0"/>
                <a:cs typeface="Times New Roman" panose="02020603050405020304" pitchFamily="18" charset="0"/>
              </a:rPr>
              <a:t>Xử lý tự động dữ liệu BOM PLM FULL thành file BOM PLM cần sử dụng.</a:t>
            </a:r>
          </a:p>
        </p:txBody>
      </p:sp>
      <p:pic>
        <p:nvPicPr>
          <p:cNvPr id="9" name="Picture 8">
            <a:extLst>
              <a:ext uri="{FF2B5EF4-FFF2-40B4-BE49-F238E27FC236}">
                <a16:creationId xmlns:a16="http://schemas.microsoft.com/office/drawing/2014/main" id="{41026562-C705-EBDF-B81D-065CE09A6321}"/>
              </a:ext>
            </a:extLst>
          </p:cNvPr>
          <p:cNvPicPr>
            <a:picLocks noChangeAspect="1"/>
          </p:cNvPicPr>
          <p:nvPr/>
        </p:nvPicPr>
        <p:blipFill>
          <a:blip r:embed="rId2"/>
          <a:stretch>
            <a:fillRect/>
          </a:stretch>
        </p:blipFill>
        <p:spPr>
          <a:xfrm>
            <a:off x="0" y="472117"/>
            <a:ext cx="4690273" cy="3135623"/>
          </a:xfrm>
          <a:prstGeom prst="rect">
            <a:avLst/>
          </a:prstGeom>
        </p:spPr>
      </p:pic>
      <p:pic>
        <p:nvPicPr>
          <p:cNvPr id="11" name="Picture 10">
            <a:extLst>
              <a:ext uri="{FF2B5EF4-FFF2-40B4-BE49-F238E27FC236}">
                <a16:creationId xmlns:a16="http://schemas.microsoft.com/office/drawing/2014/main" id="{E9F16191-242F-62AC-1EE3-1A2892760691}"/>
              </a:ext>
            </a:extLst>
          </p:cNvPr>
          <p:cNvPicPr>
            <a:picLocks noChangeAspect="1"/>
          </p:cNvPicPr>
          <p:nvPr/>
        </p:nvPicPr>
        <p:blipFill>
          <a:blip r:embed="rId3"/>
          <a:stretch>
            <a:fillRect/>
          </a:stretch>
        </p:blipFill>
        <p:spPr>
          <a:xfrm>
            <a:off x="18739" y="3607740"/>
            <a:ext cx="4671534" cy="2721079"/>
          </a:xfrm>
          <a:prstGeom prst="rect">
            <a:avLst/>
          </a:prstGeom>
        </p:spPr>
      </p:pic>
      <p:sp>
        <p:nvSpPr>
          <p:cNvPr id="12" name="Content Placeholder 6">
            <a:extLst>
              <a:ext uri="{FF2B5EF4-FFF2-40B4-BE49-F238E27FC236}">
                <a16:creationId xmlns:a16="http://schemas.microsoft.com/office/drawing/2014/main" id="{D4BD2470-D101-F6EB-9218-F53324A32A46}"/>
              </a:ext>
            </a:extLst>
          </p:cNvPr>
          <p:cNvSpPr txBox="1">
            <a:spLocks/>
          </p:cNvSpPr>
          <p:nvPr/>
        </p:nvSpPr>
        <p:spPr>
          <a:xfrm>
            <a:off x="4710261" y="3625973"/>
            <a:ext cx="4453726" cy="880241"/>
          </a:xfrm>
          <a:prstGeom prst="rect">
            <a:avLst/>
          </a:prstGeom>
        </p:spPr>
        <p:style>
          <a:lnRef idx="2">
            <a:schemeClr val="accent1"/>
          </a:lnRef>
          <a:fillRef idx="1">
            <a:schemeClr val="lt1"/>
          </a:fillRef>
          <a:effectRef idx="0">
            <a:schemeClr val="accent1"/>
          </a:effectRef>
          <a:fontRef idx="minor">
            <a:schemeClr val="dk1"/>
          </a:fontRef>
        </p:style>
        <p:txBody>
          <a:bodyPr vert="horz" wrap="square" lIns="91440" tIns="45720" rIns="91440" bIns="45720" rtlCol="0">
            <a:spAutoFit/>
          </a:bodyPr>
          <a:lstStyle>
            <a:lvl1pPr marL="342900" indent="-342900" algn="l" defTabSz="914400" rtl="0" eaLnBrk="1" latinLnBrk="0" hangingPunct="1">
              <a:spcBef>
                <a:spcPct val="20000"/>
              </a:spcBef>
              <a:buFont typeface="Arial" panose="020B0604020202020204" pitchFamily="34" charset="0"/>
              <a:buChar char="•"/>
              <a:defRPr sz="1600" b="1" kern="1200">
                <a:solidFill>
                  <a:schemeClr val="dk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600" kern="1200">
                <a:solidFill>
                  <a:schemeClr val="dk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600" kern="1200">
                <a:solidFill>
                  <a:schemeClr val="dk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600" kern="1200">
                <a:solidFill>
                  <a:schemeClr val="dk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600" kern="1200">
                <a:solidFill>
                  <a:schemeClr val="dk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r>
              <a:rPr kumimoji="1" lang="en-US" altLang="ja-JP" b="0" u="sng">
                <a:latin typeface="Times New Roman" panose="02020603050405020304" pitchFamily="18" charset="0"/>
                <a:cs typeface="Times New Roman" panose="02020603050405020304" pitchFamily="18" charset="0"/>
              </a:rPr>
              <a:t>Page3</a:t>
            </a:r>
            <a:r>
              <a:rPr kumimoji="1" lang="en-US" altLang="ja-JP" b="0">
                <a:latin typeface="Times New Roman" panose="02020603050405020304" pitchFamily="18" charset="0"/>
                <a:cs typeface="Times New Roman" panose="02020603050405020304" pitchFamily="18" charset="0"/>
              </a:rPr>
              <a:t>: Tự động download BOM R3 trên SAP.</a:t>
            </a:r>
          </a:p>
          <a:p>
            <a:r>
              <a:rPr kumimoji="1" lang="en-US" altLang="ja-JP" b="0">
                <a:latin typeface="Times New Roman" panose="02020603050405020304" pitchFamily="18" charset="0"/>
                <a:cs typeface="Times New Roman" panose="02020603050405020304" pitchFamily="18" charset="0"/>
              </a:rPr>
              <a:t>Tự động download BOM R3 trên SAP về thư mục so sánh BOM.</a:t>
            </a:r>
          </a:p>
        </p:txBody>
      </p:sp>
    </p:spTree>
    <p:extLst>
      <p:ext uri="{BB962C8B-B14F-4D97-AF65-F5344CB8AC3E}">
        <p14:creationId xmlns:p14="http://schemas.microsoft.com/office/powerpoint/2010/main" val="19135149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C77407AF-D6D2-8BBF-7580-5B95E9BC55E6}"/>
              </a:ext>
            </a:extLst>
          </p:cNvPr>
          <p:cNvPicPr>
            <a:picLocks noChangeAspect="1"/>
          </p:cNvPicPr>
          <p:nvPr/>
        </p:nvPicPr>
        <p:blipFill>
          <a:blip r:embed="rId2"/>
          <a:stretch>
            <a:fillRect/>
          </a:stretch>
        </p:blipFill>
        <p:spPr>
          <a:xfrm>
            <a:off x="1064199" y="2276767"/>
            <a:ext cx="4312739" cy="313354"/>
          </a:xfrm>
          <a:prstGeom prst="rect">
            <a:avLst/>
          </a:prstGeom>
        </p:spPr>
      </p:pic>
      <p:pic>
        <p:nvPicPr>
          <p:cNvPr id="11" name="Picture 10">
            <a:extLst>
              <a:ext uri="{FF2B5EF4-FFF2-40B4-BE49-F238E27FC236}">
                <a16:creationId xmlns:a16="http://schemas.microsoft.com/office/drawing/2014/main" id="{7B5350C2-996A-7400-E7A1-F382AC02582F}"/>
              </a:ext>
            </a:extLst>
          </p:cNvPr>
          <p:cNvPicPr>
            <a:picLocks noChangeAspect="1"/>
          </p:cNvPicPr>
          <p:nvPr/>
        </p:nvPicPr>
        <p:blipFill>
          <a:blip r:embed="rId2"/>
          <a:stretch>
            <a:fillRect/>
          </a:stretch>
        </p:blipFill>
        <p:spPr>
          <a:xfrm>
            <a:off x="161793" y="5186765"/>
            <a:ext cx="4312739" cy="313354"/>
          </a:xfrm>
          <a:prstGeom prst="rect">
            <a:avLst/>
          </a:prstGeom>
        </p:spPr>
      </p:pic>
      <p:sp>
        <p:nvSpPr>
          <p:cNvPr id="2" name="Title 1">
            <a:extLst>
              <a:ext uri="{FF2B5EF4-FFF2-40B4-BE49-F238E27FC236}">
                <a16:creationId xmlns:a16="http://schemas.microsoft.com/office/drawing/2014/main" id="{3D26389F-CAE7-F5A4-CDBC-F71D304E1D34}"/>
              </a:ext>
            </a:extLst>
          </p:cNvPr>
          <p:cNvSpPr>
            <a:spLocks noGrp="1"/>
          </p:cNvSpPr>
          <p:nvPr>
            <p:ph type="title"/>
          </p:nvPr>
        </p:nvSpPr>
        <p:spPr>
          <a:xfrm>
            <a:off x="0" y="-18668"/>
            <a:ext cx="8229600" cy="560029"/>
          </a:xfrm>
        </p:spPr>
        <p:txBody>
          <a:bodyPr>
            <a:normAutofit/>
          </a:bodyPr>
          <a:lstStyle/>
          <a:p>
            <a:r>
              <a:rPr kumimoji="1" lang="en-US" altLang="ja-JP" sz="2400">
                <a:latin typeface="Times New Roman" panose="02020603050405020304" pitchFamily="18" charset="0"/>
                <a:cs typeface="Times New Roman" panose="02020603050405020304" pitchFamily="18" charset="0"/>
              </a:rPr>
              <a:t>3. Giao diện chương trình trong file form_ssbom.xlsm</a:t>
            </a:r>
            <a:endParaRPr kumimoji="1" lang="ja-JP" altLang="en-US" sz="2400"/>
          </a:p>
        </p:txBody>
      </p:sp>
      <p:sp>
        <p:nvSpPr>
          <p:cNvPr id="4" name="Slide Number Placeholder 3">
            <a:extLst>
              <a:ext uri="{FF2B5EF4-FFF2-40B4-BE49-F238E27FC236}">
                <a16:creationId xmlns:a16="http://schemas.microsoft.com/office/drawing/2014/main" id="{95181E82-F4E4-01BF-B00F-3504B8EA7571}"/>
              </a:ext>
            </a:extLst>
          </p:cNvPr>
          <p:cNvSpPr>
            <a:spLocks noGrp="1"/>
          </p:cNvSpPr>
          <p:nvPr>
            <p:ph type="sldNum" sz="quarter" idx="4"/>
          </p:nvPr>
        </p:nvSpPr>
        <p:spPr/>
        <p:txBody>
          <a:bodyPr/>
          <a:lstStyle/>
          <a:p>
            <a:fld id="{E38BFB4B-70AE-4AFC-9806-78E9768488DC}" type="slidenum">
              <a:rPr lang="fr-FR" altLang="ja-JP" sz="1600" smtClean="0">
                <a:solidFill>
                  <a:schemeClr val="tx1"/>
                </a:solidFill>
              </a:rPr>
              <a:pPr/>
              <a:t>9</a:t>
            </a:fld>
            <a:endParaRPr lang="fr-FR" altLang="ja-JP" sz="1600">
              <a:solidFill>
                <a:schemeClr val="tx1"/>
              </a:solidFill>
            </a:endParaRPr>
          </a:p>
          <a:p>
            <a:r>
              <a:rPr lang="fr-FR" altLang="ja-JP" sz="1000"/>
              <a:t>©20</a:t>
            </a:r>
            <a:r>
              <a:rPr lang="en-US" altLang="ja-JP" sz="1000"/>
              <a:t>19</a:t>
            </a:r>
            <a:r>
              <a:rPr lang="fr-FR" altLang="ja-JP" sz="1000"/>
              <a:t> KYOCERA Document Solutions Inc.</a:t>
            </a:r>
            <a:endParaRPr lang="en-US" sz="1000"/>
          </a:p>
        </p:txBody>
      </p:sp>
      <p:pic>
        <p:nvPicPr>
          <p:cNvPr id="8" name="Picture 7">
            <a:extLst>
              <a:ext uri="{FF2B5EF4-FFF2-40B4-BE49-F238E27FC236}">
                <a16:creationId xmlns:a16="http://schemas.microsoft.com/office/drawing/2014/main" id="{2C172FD4-3893-D917-1F68-FA6072E1AE57}"/>
              </a:ext>
            </a:extLst>
          </p:cNvPr>
          <p:cNvPicPr>
            <a:picLocks noChangeAspect="1"/>
          </p:cNvPicPr>
          <p:nvPr/>
        </p:nvPicPr>
        <p:blipFill>
          <a:blip r:embed="rId3"/>
          <a:stretch>
            <a:fillRect/>
          </a:stretch>
        </p:blipFill>
        <p:spPr>
          <a:xfrm>
            <a:off x="3440097" y="1252536"/>
            <a:ext cx="1648055" cy="390580"/>
          </a:xfrm>
          <a:prstGeom prst="rect">
            <a:avLst/>
          </a:prstGeom>
        </p:spPr>
      </p:pic>
      <p:sp>
        <p:nvSpPr>
          <p:cNvPr id="9" name="Rectangle 8">
            <a:extLst>
              <a:ext uri="{FF2B5EF4-FFF2-40B4-BE49-F238E27FC236}">
                <a16:creationId xmlns:a16="http://schemas.microsoft.com/office/drawing/2014/main" id="{674EEFDC-DCDC-F5D6-3212-A88DCAA1F274}"/>
              </a:ext>
            </a:extLst>
          </p:cNvPr>
          <p:cNvSpPr/>
          <p:nvPr/>
        </p:nvSpPr>
        <p:spPr>
          <a:xfrm>
            <a:off x="3187840" y="2247852"/>
            <a:ext cx="533400" cy="34294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 name="Picture 2">
            <a:extLst>
              <a:ext uri="{FF2B5EF4-FFF2-40B4-BE49-F238E27FC236}">
                <a16:creationId xmlns:a16="http://schemas.microsoft.com/office/drawing/2014/main" id="{96194F8A-CF6F-A75B-32A3-A0E0758F4478}"/>
              </a:ext>
            </a:extLst>
          </p:cNvPr>
          <p:cNvPicPr>
            <a:picLocks noChangeAspect="1"/>
          </p:cNvPicPr>
          <p:nvPr/>
        </p:nvPicPr>
        <p:blipFill>
          <a:blip r:embed="rId4"/>
          <a:stretch>
            <a:fillRect/>
          </a:stretch>
        </p:blipFill>
        <p:spPr>
          <a:xfrm>
            <a:off x="193999" y="643472"/>
            <a:ext cx="1829058" cy="914400"/>
          </a:xfrm>
          <a:prstGeom prst="rect">
            <a:avLst/>
          </a:prstGeom>
        </p:spPr>
      </p:pic>
      <p:cxnSp>
        <p:nvCxnSpPr>
          <p:cNvPr id="7" name="Straight Connector 6">
            <a:extLst>
              <a:ext uri="{FF2B5EF4-FFF2-40B4-BE49-F238E27FC236}">
                <a16:creationId xmlns:a16="http://schemas.microsoft.com/office/drawing/2014/main" id="{98769C76-1D30-3E44-88E4-406E7298D29C}"/>
              </a:ext>
            </a:extLst>
          </p:cNvPr>
          <p:cNvCxnSpPr>
            <a:cxnSpLocks/>
            <a:stCxn id="9" idx="0"/>
            <a:endCxn id="8" idx="2"/>
          </p:cNvCxnSpPr>
          <p:nvPr/>
        </p:nvCxnSpPr>
        <p:spPr>
          <a:xfrm flipV="1">
            <a:off x="3454540" y="1643116"/>
            <a:ext cx="809585" cy="604736"/>
          </a:xfrm>
          <a:prstGeom prst="line">
            <a:avLst/>
          </a:prstGeom>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29A87BD9-4445-1AAC-0CA0-D8F6EEFC12FF}"/>
              </a:ext>
            </a:extLst>
          </p:cNvPr>
          <p:cNvSpPr/>
          <p:nvPr/>
        </p:nvSpPr>
        <p:spPr>
          <a:xfrm>
            <a:off x="3745168" y="2248795"/>
            <a:ext cx="518957" cy="34132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Rectangle 14">
            <a:extLst>
              <a:ext uri="{FF2B5EF4-FFF2-40B4-BE49-F238E27FC236}">
                <a16:creationId xmlns:a16="http://schemas.microsoft.com/office/drawing/2014/main" id="{6093D7CD-DC6A-54B6-2015-163EE3A8EB73}"/>
              </a:ext>
            </a:extLst>
          </p:cNvPr>
          <p:cNvSpPr/>
          <p:nvPr/>
        </p:nvSpPr>
        <p:spPr>
          <a:xfrm>
            <a:off x="4560290" y="2232376"/>
            <a:ext cx="826132" cy="34294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6" name="Straight Connector 15">
            <a:extLst>
              <a:ext uri="{FF2B5EF4-FFF2-40B4-BE49-F238E27FC236}">
                <a16:creationId xmlns:a16="http://schemas.microsoft.com/office/drawing/2014/main" id="{1270125F-EB16-9C2E-438F-87166DD7C8DF}"/>
              </a:ext>
            </a:extLst>
          </p:cNvPr>
          <p:cNvCxnSpPr>
            <a:cxnSpLocks/>
            <a:stCxn id="14" idx="0"/>
            <a:endCxn id="8" idx="2"/>
          </p:cNvCxnSpPr>
          <p:nvPr/>
        </p:nvCxnSpPr>
        <p:spPr>
          <a:xfrm flipV="1">
            <a:off x="4004647" y="1643116"/>
            <a:ext cx="259478" cy="605679"/>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79EAEA0-19FC-5F59-67FD-925CC4470C5A}"/>
              </a:ext>
            </a:extLst>
          </p:cNvPr>
          <p:cNvCxnSpPr>
            <a:cxnSpLocks/>
            <a:stCxn id="15" idx="0"/>
            <a:endCxn id="8" idx="2"/>
          </p:cNvCxnSpPr>
          <p:nvPr/>
        </p:nvCxnSpPr>
        <p:spPr>
          <a:xfrm flipH="1" flipV="1">
            <a:off x="4264125" y="1643116"/>
            <a:ext cx="709231" cy="589260"/>
          </a:xfrm>
          <a:prstGeom prst="line">
            <a:avLst/>
          </a:prstGeom>
        </p:spPr>
        <p:style>
          <a:lnRef idx="1">
            <a:schemeClr val="accent1"/>
          </a:lnRef>
          <a:fillRef idx="0">
            <a:schemeClr val="accent1"/>
          </a:fillRef>
          <a:effectRef idx="0">
            <a:schemeClr val="accent1"/>
          </a:effectRef>
          <a:fontRef idx="minor">
            <a:schemeClr val="tx1"/>
          </a:fontRef>
        </p:style>
      </p:cxnSp>
      <p:sp>
        <p:nvSpPr>
          <p:cNvPr id="22" name="Speech Bubble: Rectangle 21">
            <a:extLst>
              <a:ext uri="{FF2B5EF4-FFF2-40B4-BE49-F238E27FC236}">
                <a16:creationId xmlns:a16="http://schemas.microsoft.com/office/drawing/2014/main" id="{D7A13A94-C977-BE01-FB2C-92BE058EEC5B}"/>
              </a:ext>
            </a:extLst>
          </p:cNvPr>
          <p:cNvSpPr/>
          <p:nvPr/>
        </p:nvSpPr>
        <p:spPr>
          <a:xfrm>
            <a:off x="5483711" y="519008"/>
            <a:ext cx="2455815" cy="1319398"/>
          </a:xfrm>
          <a:prstGeom prst="wedgeRectCallout">
            <a:avLst>
              <a:gd name="adj1" fmla="val -69476"/>
              <a:gd name="adj2" fmla="val 25798"/>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kumimoji="1" lang="en-US" altLang="ja-JP">
                <a:latin typeface="Times New Roman" panose="02020603050405020304" pitchFamily="18" charset="0"/>
                <a:cs typeface="Times New Roman" panose="02020603050405020304" pitchFamily="18" charset="0"/>
              </a:rPr>
              <a:t>Trong các sheet CTTT, PLM, CTTT_Total đều có chương trình lọc dữ liệu cần so sánh(lọc giá trị còn trống hoặc #N/A)</a:t>
            </a:r>
            <a:endParaRPr kumimoji="1" lang="ja-JP" altLang="en-US">
              <a:latin typeface="Times New Roman" panose="02020603050405020304" pitchFamily="18" charset="0"/>
              <a:cs typeface="Times New Roman" panose="02020603050405020304" pitchFamily="18" charset="0"/>
            </a:endParaRPr>
          </a:p>
        </p:txBody>
      </p:sp>
      <p:sp>
        <p:nvSpPr>
          <p:cNvPr id="23" name="Rectangle 22">
            <a:extLst>
              <a:ext uri="{FF2B5EF4-FFF2-40B4-BE49-F238E27FC236}">
                <a16:creationId xmlns:a16="http://schemas.microsoft.com/office/drawing/2014/main" id="{38E18B8E-DB82-CA13-61A5-3DE59A011A8A}"/>
              </a:ext>
            </a:extLst>
          </p:cNvPr>
          <p:cNvSpPr/>
          <p:nvPr/>
        </p:nvSpPr>
        <p:spPr>
          <a:xfrm>
            <a:off x="193999" y="591002"/>
            <a:ext cx="1829058" cy="381000"/>
          </a:xfrm>
          <a:prstGeom prst="rect">
            <a:avLst/>
          </a:prstGeom>
          <a:noFill/>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9" name="Picture 28">
            <a:extLst>
              <a:ext uri="{FF2B5EF4-FFF2-40B4-BE49-F238E27FC236}">
                <a16:creationId xmlns:a16="http://schemas.microsoft.com/office/drawing/2014/main" id="{FD420100-EBCD-3815-1075-0F3A5A2B855C}"/>
              </a:ext>
            </a:extLst>
          </p:cNvPr>
          <p:cNvPicPr>
            <a:picLocks noChangeAspect="1"/>
          </p:cNvPicPr>
          <p:nvPr/>
        </p:nvPicPr>
        <p:blipFill>
          <a:blip r:embed="rId5"/>
          <a:stretch>
            <a:fillRect/>
          </a:stretch>
        </p:blipFill>
        <p:spPr>
          <a:xfrm>
            <a:off x="681833" y="3168804"/>
            <a:ext cx="3383980" cy="1886005"/>
          </a:xfrm>
          <a:prstGeom prst="rect">
            <a:avLst/>
          </a:prstGeom>
        </p:spPr>
      </p:pic>
      <p:sp>
        <p:nvSpPr>
          <p:cNvPr id="33" name="Rectangle 32">
            <a:extLst>
              <a:ext uri="{FF2B5EF4-FFF2-40B4-BE49-F238E27FC236}">
                <a16:creationId xmlns:a16="http://schemas.microsoft.com/office/drawing/2014/main" id="{04BF292F-EF64-3E5B-EF7D-7B25356AAF0A}"/>
              </a:ext>
            </a:extLst>
          </p:cNvPr>
          <p:cNvSpPr/>
          <p:nvPr/>
        </p:nvSpPr>
        <p:spPr>
          <a:xfrm>
            <a:off x="1447800" y="5173046"/>
            <a:ext cx="915011" cy="31335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4" name="Straight Connector 33">
            <a:extLst>
              <a:ext uri="{FF2B5EF4-FFF2-40B4-BE49-F238E27FC236}">
                <a16:creationId xmlns:a16="http://schemas.microsoft.com/office/drawing/2014/main" id="{0CC3EB61-A1A3-AAB6-3F32-6732AE607BB8}"/>
              </a:ext>
            </a:extLst>
          </p:cNvPr>
          <p:cNvCxnSpPr>
            <a:cxnSpLocks/>
            <a:stCxn id="33" idx="0"/>
          </p:cNvCxnSpPr>
          <p:nvPr/>
        </p:nvCxnSpPr>
        <p:spPr>
          <a:xfrm flipH="1" flipV="1">
            <a:off x="1447800" y="5032818"/>
            <a:ext cx="457506" cy="140228"/>
          </a:xfrm>
          <a:prstGeom prst="line">
            <a:avLst/>
          </a:prstGeom>
        </p:spPr>
        <p:style>
          <a:lnRef idx="1">
            <a:schemeClr val="accent1"/>
          </a:lnRef>
          <a:fillRef idx="0">
            <a:schemeClr val="accent1"/>
          </a:fillRef>
          <a:effectRef idx="0">
            <a:schemeClr val="accent1"/>
          </a:effectRef>
          <a:fontRef idx="minor">
            <a:schemeClr val="tx1"/>
          </a:fontRef>
        </p:style>
      </p:cxnSp>
      <p:sp>
        <p:nvSpPr>
          <p:cNvPr id="37" name="Speech Bubble: Rectangle 36">
            <a:extLst>
              <a:ext uri="{FF2B5EF4-FFF2-40B4-BE49-F238E27FC236}">
                <a16:creationId xmlns:a16="http://schemas.microsoft.com/office/drawing/2014/main" id="{AC4E2F3C-C8BD-9354-FE94-1EE855FE6A39}"/>
              </a:ext>
            </a:extLst>
          </p:cNvPr>
          <p:cNvSpPr/>
          <p:nvPr/>
        </p:nvSpPr>
        <p:spPr>
          <a:xfrm>
            <a:off x="270908" y="3349346"/>
            <a:ext cx="2455815" cy="1319398"/>
          </a:xfrm>
          <a:prstGeom prst="wedgeRectCallout">
            <a:avLst>
              <a:gd name="adj1" fmla="val 6765"/>
              <a:gd name="adj2" fmla="val 67600"/>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a:latin typeface="Times New Roman" panose="02020603050405020304" pitchFamily="18" charset="0"/>
                <a:cs typeface="Times New Roman" panose="02020603050405020304" pitchFamily="18" charset="0"/>
              </a:rPr>
              <a:t>Trong sheet MSI có chương trình so sánh dữ liệu MSI người phụ trách đã nhập</a:t>
            </a:r>
            <a:endParaRPr kumimoji="1" lang="ja-JP" altLang="en-US">
              <a:latin typeface="Times New Roman" panose="02020603050405020304" pitchFamily="18" charset="0"/>
              <a:cs typeface="Times New Roman" panose="02020603050405020304" pitchFamily="18" charset="0"/>
            </a:endParaRPr>
          </a:p>
        </p:txBody>
      </p:sp>
      <p:sp>
        <p:nvSpPr>
          <p:cNvPr id="38" name="Arrow: Right 37">
            <a:extLst>
              <a:ext uri="{FF2B5EF4-FFF2-40B4-BE49-F238E27FC236}">
                <a16:creationId xmlns:a16="http://schemas.microsoft.com/office/drawing/2014/main" id="{3E98137F-C8E1-6358-DB1E-9F1419EB0957}"/>
              </a:ext>
            </a:extLst>
          </p:cNvPr>
          <p:cNvSpPr/>
          <p:nvPr/>
        </p:nvSpPr>
        <p:spPr>
          <a:xfrm>
            <a:off x="4264125" y="3906273"/>
            <a:ext cx="425226" cy="411066"/>
          </a:xfrm>
          <a:prstGeom prst="rightArrow">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2" name="Picture 41">
            <a:extLst>
              <a:ext uri="{FF2B5EF4-FFF2-40B4-BE49-F238E27FC236}">
                <a16:creationId xmlns:a16="http://schemas.microsoft.com/office/drawing/2014/main" id="{CE351EC0-CDF5-BAEC-56D5-6738FB6CA24E}"/>
              </a:ext>
            </a:extLst>
          </p:cNvPr>
          <p:cNvPicPr>
            <a:picLocks noChangeAspect="1"/>
          </p:cNvPicPr>
          <p:nvPr/>
        </p:nvPicPr>
        <p:blipFill>
          <a:blip r:embed="rId6"/>
          <a:stretch>
            <a:fillRect/>
          </a:stretch>
        </p:blipFill>
        <p:spPr>
          <a:xfrm>
            <a:off x="4766353" y="2666484"/>
            <a:ext cx="3890530" cy="1904071"/>
          </a:xfrm>
          <a:prstGeom prst="rect">
            <a:avLst/>
          </a:prstGeom>
        </p:spPr>
      </p:pic>
      <p:sp>
        <p:nvSpPr>
          <p:cNvPr id="44" name="Speech Bubble: Rectangle 43">
            <a:extLst>
              <a:ext uri="{FF2B5EF4-FFF2-40B4-BE49-F238E27FC236}">
                <a16:creationId xmlns:a16="http://schemas.microsoft.com/office/drawing/2014/main" id="{18E188EB-1E6F-9FCC-F03E-553251BAEEC6}"/>
              </a:ext>
            </a:extLst>
          </p:cNvPr>
          <p:cNvSpPr/>
          <p:nvPr/>
        </p:nvSpPr>
        <p:spPr>
          <a:xfrm>
            <a:off x="6041727" y="2069740"/>
            <a:ext cx="2616187" cy="1319398"/>
          </a:xfrm>
          <a:prstGeom prst="wedgeRectCallout">
            <a:avLst>
              <a:gd name="adj1" fmla="val -52271"/>
              <a:gd name="adj2" fmla="val 86697"/>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kumimoji="1" lang="en-US" altLang="ja-JP">
                <a:latin typeface="Times New Roman" panose="02020603050405020304" pitchFamily="18" charset="0"/>
                <a:cs typeface="Times New Roman" panose="02020603050405020304" pitchFamily="18" charset="0"/>
              </a:rPr>
              <a:t>Chương trình sẽ đối chiếu mã unit đã nhập với sheet PLM và 3 ký tự trong file fix_serial tool để phán định OK/NG  </a:t>
            </a:r>
            <a:endParaRPr kumimoji="1" lang="ja-JP" altLang="en-US">
              <a:latin typeface="Times New Roman" panose="02020603050405020304" pitchFamily="18"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94C8C429-E95C-EEC1-5C23-D913159271B1}"/>
              </a:ext>
            </a:extLst>
          </p:cNvPr>
          <p:cNvCxnSpPr/>
          <p:nvPr/>
        </p:nvCxnSpPr>
        <p:spPr>
          <a:xfrm>
            <a:off x="0" y="472118"/>
            <a:ext cx="914400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pic>
        <p:nvPicPr>
          <p:cNvPr id="21" name="Picture 20">
            <a:extLst>
              <a:ext uri="{FF2B5EF4-FFF2-40B4-BE49-F238E27FC236}">
                <a16:creationId xmlns:a16="http://schemas.microsoft.com/office/drawing/2014/main" id="{9F19B895-5403-2C4E-2DBB-2504521F98CE}"/>
              </a:ext>
            </a:extLst>
          </p:cNvPr>
          <p:cNvPicPr>
            <a:picLocks noChangeAspect="1"/>
          </p:cNvPicPr>
          <p:nvPr/>
        </p:nvPicPr>
        <p:blipFill>
          <a:blip r:embed="rId7"/>
          <a:stretch>
            <a:fillRect/>
          </a:stretch>
        </p:blipFill>
        <p:spPr>
          <a:xfrm>
            <a:off x="4525748" y="4623144"/>
            <a:ext cx="4410207" cy="1701601"/>
          </a:xfrm>
          <a:prstGeom prst="rect">
            <a:avLst/>
          </a:prstGeom>
        </p:spPr>
      </p:pic>
      <p:sp>
        <p:nvSpPr>
          <p:cNvPr id="46" name="Speech Bubble: Rectangle 45">
            <a:extLst>
              <a:ext uri="{FF2B5EF4-FFF2-40B4-BE49-F238E27FC236}">
                <a16:creationId xmlns:a16="http://schemas.microsoft.com/office/drawing/2014/main" id="{F8450C2C-C2A2-CBB3-9B54-B4131878EBB0}"/>
              </a:ext>
            </a:extLst>
          </p:cNvPr>
          <p:cNvSpPr/>
          <p:nvPr/>
        </p:nvSpPr>
        <p:spPr>
          <a:xfrm>
            <a:off x="5088152" y="5381637"/>
            <a:ext cx="2616187" cy="1319398"/>
          </a:xfrm>
          <a:prstGeom prst="wedgeRectCallout">
            <a:avLst>
              <a:gd name="adj1" fmla="val 3308"/>
              <a:gd name="adj2" fmla="val -65545"/>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r>
              <a:rPr kumimoji="1" lang="en-US" altLang="ja-JP">
                <a:latin typeface="Times New Roman" panose="02020603050405020304" pitchFamily="18" charset="0"/>
                <a:cs typeface="Times New Roman" panose="02020603050405020304" pitchFamily="18" charset="0"/>
              </a:rPr>
              <a:t>Có bảng tổng hợp label phải quản lý bằng phần mềm LCP 7980 và 7990 của các công đoạn.</a:t>
            </a:r>
            <a:endParaRPr kumimoji="1" lang="ja-JP"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6240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AEB8C46-D8A8-CABE-5FE5-E224766A7B8B}"/>
              </a:ext>
            </a:extLst>
          </p:cNvPr>
          <p:cNvPicPr>
            <a:picLocks noChangeAspect="1"/>
          </p:cNvPicPr>
          <p:nvPr/>
        </p:nvPicPr>
        <p:blipFill rotWithShape="1">
          <a:blip r:embed="rId2"/>
          <a:srcRect b="10407"/>
          <a:stretch/>
        </p:blipFill>
        <p:spPr>
          <a:xfrm>
            <a:off x="19216" y="543468"/>
            <a:ext cx="9144000" cy="1630012"/>
          </a:xfrm>
          <a:prstGeom prst="rect">
            <a:avLst/>
          </a:prstGeom>
          <a:ln w="38100">
            <a:solidFill>
              <a:srgbClr val="FF0000"/>
            </a:solidFill>
          </a:ln>
        </p:spPr>
      </p:pic>
      <p:pic>
        <p:nvPicPr>
          <p:cNvPr id="17" name="Picture 16">
            <a:extLst>
              <a:ext uri="{FF2B5EF4-FFF2-40B4-BE49-F238E27FC236}">
                <a16:creationId xmlns:a16="http://schemas.microsoft.com/office/drawing/2014/main" id="{66776954-C1AB-9CFB-ADBC-347634C57A96}"/>
              </a:ext>
            </a:extLst>
          </p:cNvPr>
          <p:cNvPicPr>
            <a:picLocks noChangeAspect="1"/>
          </p:cNvPicPr>
          <p:nvPr/>
        </p:nvPicPr>
        <p:blipFill>
          <a:blip r:embed="rId3"/>
          <a:stretch>
            <a:fillRect/>
          </a:stretch>
        </p:blipFill>
        <p:spPr>
          <a:xfrm>
            <a:off x="19216" y="3557771"/>
            <a:ext cx="4807008" cy="1413825"/>
          </a:xfrm>
          <a:prstGeom prst="rect">
            <a:avLst/>
          </a:prstGeom>
          <a:ln w="38100">
            <a:solidFill>
              <a:srgbClr val="FF0000"/>
            </a:solidFill>
          </a:ln>
        </p:spPr>
      </p:pic>
      <p:sp>
        <p:nvSpPr>
          <p:cNvPr id="2" name="Title 1">
            <a:extLst>
              <a:ext uri="{FF2B5EF4-FFF2-40B4-BE49-F238E27FC236}">
                <a16:creationId xmlns:a16="http://schemas.microsoft.com/office/drawing/2014/main" id="{A6FCC507-60D0-CA99-E430-719B0653A651}"/>
              </a:ext>
            </a:extLst>
          </p:cNvPr>
          <p:cNvSpPr>
            <a:spLocks noGrp="1"/>
          </p:cNvSpPr>
          <p:nvPr>
            <p:ph type="title"/>
          </p:nvPr>
        </p:nvSpPr>
        <p:spPr>
          <a:xfrm>
            <a:off x="0" y="0"/>
            <a:ext cx="8229600" cy="499328"/>
          </a:xfrm>
        </p:spPr>
        <p:txBody>
          <a:bodyPr>
            <a:normAutofit/>
          </a:bodyPr>
          <a:lstStyle/>
          <a:p>
            <a:r>
              <a:rPr kumimoji="1" lang="en-US" altLang="ja-JP" sz="2400">
                <a:latin typeface="Times New Roman" panose="02020603050405020304" pitchFamily="18" charset="0"/>
                <a:cs typeface="Times New Roman" panose="02020603050405020304" pitchFamily="18" charset="0"/>
              </a:rPr>
              <a:t>4. Giao diện chương trình trong file form_nguoidung.xlsm</a:t>
            </a:r>
            <a:endParaRPr kumimoji="1" lang="ja-JP" altLang="en-US" sz="2400"/>
          </a:p>
        </p:txBody>
      </p:sp>
      <p:sp>
        <p:nvSpPr>
          <p:cNvPr id="4" name="Slide Number Placeholder 3">
            <a:extLst>
              <a:ext uri="{FF2B5EF4-FFF2-40B4-BE49-F238E27FC236}">
                <a16:creationId xmlns:a16="http://schemas.microsoft.com/office/drawing/2014/main" id="{C3B94404-80FE-3DD8-4910-D386D7F8E8DE}"/>
              </a:ext>
            </a:extLst>
          </p:cNvPr>
          <p:cNvSpPr>
            <a:spLocks noGrp="1"/>
          </p:cNvSpPr>
          <p:nvPr>
            <p:ph type="sldNum" sz="quarter" idx="4"/>
          </p:nvPr>
        </p:nvSpPr>
        <p:spPr/>
        <p:txBody>
          <a:bodyPr/>
          <a:lstStyle/>
          <a:p>
            <a:fld id="{E38BFB4B-70AE-4AFC-9806-78E9768488DC}" type="slidenum">
              <a:rPr lang="fr-FR" altLang="ja-JP" sz="1600" smtClean="0">
                <a:solidFill>
                  <a:schemeClr val="tx1"/>
                </a:solidFill>
              </a:rPr>
              <a:pPr/>
              <a:t>10</a:t>
            </a:fld>
            <a:endParaRPr lang="fr-FR" altLang="ja-JP" sz="1600">
              <a:solidFill>
                <a:schemeClr val="tx1"/>
              </a:solidFill>
            </a:endParaRPr>
          </a:p>
          <a:p>
            <a:r>
              <a:rPr lang="fr-FR" altLang="ja-JP" sz="1000"/>
              <a:t>©20</a:t>
            </a:r>
            <a:r>
              <a:rPr lang="en-US" altLang="ja-JP" sz="1000"/>
              <a:t>19</a:t>
            </a:r>
            <a:r>
              <a:rPr lang="fr-FR" altLang="ja-JP" sz="1000"/>
              <a:t> KYOCERA Document Solutions Inc.</a:t>
            </a:r>
            <a:endParaRPr lang="en-US" sz="1000"/>
          </a:p>
        </p:txBody>
      </p:sp>
      <p:pic>
        <p:nvPicPr>
          <p:cNvPr id="8" name="Picture 7">
            <a:extLst>
              <a:ext uri="{FF2B5EF4-FFF2-40B4-BE49-F238E27FC236}">
                <a16:creationId xmlns:a16="http://schemas.microsoft.com/office/drawing/2014/main" id="{7A53DBA0-3AE4-7684-071A-F7D93AD2B8FC}"/>
              </a:ext>
            </a:extLst>
          </p:cNvPr>
          <p:cNvPicPr>
            <a:picLocks noChangeAspect="1"/>
          </p:cNvPicPr>
          <p:nvPr/>
        </p:nvPicPr>
        <p:blipFill>
          <a:blip r:embed="rId4"/>
          <a:stretch>
            <a:fillRect/>
          </a:stretch>
        </p:blipFill>
        <p:spPr>
          <a:xfrm>
            <a:off x="4851061" y="2244829"/>
            <a:ext cx="4279969" cy="2726767"/>
          </a:xfrm>
          <a:prstGeom prst="rect">
            <a:avLst/>
          </a:prstGeom>
          <a:ln w="38100">
            <a:solidFill>
              <a:srgbClr val="FF0000"/>
            </a:solidFill>
          </a:ln>
        </p:spPr>
      </p:pic>
      <p:sp>
        <p:nvSpPr>
          <p:cNvPr id="11" name="TextBox 10">
            <a:extLst>
              <a:ext uri="{FF2B5EF4-FFF2-40B4-BE49-F238E27FC236}">
                <a16:creationId xmlns:a16="http://schemas.microsoft.com/office/drawing/2014/main" id="{011F61C2-A660-172E-1404-EF337CF1AC80}"/>
              </a:ext>
            </a:extLst>
          </p:cNvPr>
          <p:cNvSpPr txBox="1"/>
          <p:nvPr/>
        </p:nvSpPr>
        <p:spPr>
          <a:xfrm>
            <a:off x="3754795" y="4999549"/>
            <a:ext cx="5376235" cy="1661993"/>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ja-JP" altLang="en-US" sz="1700" u="sng">
                <a:highlight>
                  <a:srgbClr val="FFFF00"/>
                </a:highlight>
                <a:latin typeface="Times New Roman" panose="02020603050405020304" pitchFamily="18" charset="0"/>
                <a:cs typeface="Times New Roman" panose="02020603050405020304" pitchFamily="18" charset="0"/>
              </a:rPr>
              <a:t>①</a:t>
            </a:r>
            <a:r>
              <a:rPr kumimoji="1" lang="en-US" altLang="ja-JP" sz="1700" u="sng">
                <a:latin typeface="Times New Roman" panose="02020603050405020304" pitchFamily="18" charset="0"/>
                <a:cs typeface="Times New Roman" panose="02020603050405020304" pitchFamily="18" charset="0"/>
              </a:rPr>
              <a:t>Sheet CTTT</a:t>
            </a:r>
            <a:r>
              <a:rPr kumimoji="1" lang="en-US" altLang="ja-JP" sz="1700">
                <a:latin typeface="Times New Roman" panose="02020603050405020304" pitchFamily="18" charset="0"/>
                <a:cs typeface="Times New Roman" panose="02020603050405020304" pitchFamily="18" charset="0"/>
              </a:rPr>
              <a:t>: Người phụ trách nhập danh sách linh kiện, so sánh BOM lần đầu để tạo file so sánh BOM.</a:t>
            </a:r>
          </a:p>
          <a:p>
            <a:r>
              <a:rPr kumimoji="1" lang="ja-JP" altLang="en-US" sz="1700" u="sng">
                <a:solidFill>
                  <a:srgbClr val="FF0000"/>
                </a:solidFill>
                <a:highlight>
                  <a:srgbClr val="FFFF00"/>
                </a:highlight>
                <a:latin typeface="Times New Roman" panose="02020603050405020304" pitchFamily="18" charset="0"/>
                <a:cs typeface="Times New Roman" panose="02020603050405020304" pitchFamily="18" charset="0"/>
              </a:rPr>
              <a:t>②</a:t>
            </a:r>
            <a:r>
              <a:rPr kumimoji="1" lang="en-US" altLang="ja-JP" sz="1700" u="sng">
                <a:solidFill>
                  <a:srgbClr val="FF0000"/>
                </a:solidFill>
                <a:latin typeface="Times New Roman" panose="02020603050405020304" pitchFamily="18" charset="0"/>
                <a:cs typeface="Times New Roman" panose="02020603050405020304" pitchFamily="18" charset="0"/>
              </a:rPr>
              <a:t>Sheet MSI</a:t>
            </a:r>
            <a:r>
              <a:rPr kumimoji="1" lang="en-US" altLang="ja-JP" sz="1700">
                <a:solidFill>
                  <a:srgbClr val="FF0000"/>
                </a:solidFill>
                <a:latin typeface="Times New Roman" panose="02020603050405020304" pitchFamily="18" charset="0"/>
                <a:cs typeface="Times New Roman" panose="02020603050405020304" pitchFamily="18" charset="0"/>
              </a:rPr>
              <a:t>: Người phụ trách nhập dữ liệu quản lý MSI thuộc công đoạn của mình.</a:t>
            </a:r>
          </a:p>
          <a:p>
            <a:r>
              <a:rPr kumimoji="1" lang="ja-JP" altLang="en-US" sz="1700">
                <a:solidFill>
                  <a:srgbClr val="FF0000"/>
                </a:solidFill>
                <a:highlight>
                  <a:srgbClr val="FFFF00"/>
                </a:highlight>
                <a:latin typeface="Times New Roman" panose="02020603050405020304" pitchFamily="18" charset="0"/>
                <a:cs typeface="Times New Roman" panose="02020603050405020304" pitchFamily="18" charset="0"/>
              </a:rPr>
              <a:t>③</a:t>
            </a:r>
            <a:r>
              <a:rPr kumimoji="1" lang="en-US" altLang="ja-JP" sz="1700">
                <a:solidFill>
                  <a:srgbClr val="FF0000"/>
                </a:solidFill>
                <a:latin typeface="Times New Roman" panose="02020603050405020304" pitchFamily="18" charset="0"/>
                <a:cs typeface="Times New Roman" panose="02020603050405020304" pitchFamily="18" charset="0"/>
              </a:rPr>
              <a:t>Sheet Label_7980_7990: Người phụ trách nhập dữ liệu label cần quản lý 7980/7900 thuộc công đoạn mình quản lý</a:t>
            </a:r>
          </a:p>
        </p:txBody>
      </p:sp>
      <p:sp>
        <p:nvSpPr>
          <p:cNvPr id="12" name="TextBox 11">
            <a:extLst>
              <a:ext uri="{FF2B5EF4-FFF2-40B4-BE49-F238E27FC236}">
                <a16:creationId xmlns:a16="http://schemas.microsoft.com/office/drawing/2014/main" id="{DA83D451-4B52-AAD0-412D-F9D6B57D5B68}"/>
              </a:ext>
            </a:extLst>
          </p:cNvPr>
          <p:cNvSpPr txBox="1"/>
          <p:nvPr/>
        </p:nvSpPr>
        <p:spPr>
          <a:xfrm>
            <a:off x="914400" y="1679806"/>
            <a:ext cx="460491" cy="353033"/>
          </a:xfrm>
          <a:prstGeom prst="rect">
            <a:avLst/>
          </a:prstGeom>
          <a:solidFill>
            <a:srgbClr val="FFFF00"/>
          </a:solidFill>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ja-JP" altLang="en-US" sz="1700" u="sng">
                <a:latin typeface="Times New Roman" panose="02020603050405020304" pitchFamily="18" charset="0"/>
                <a:cs typeface="Times New Roman" panose="02020603050405020304" pitchFamily="18" charset="0"/>
              </a:rPr>
              <a:t>①</a:t>
            </a:r>
            <a:endParaRPr kumimoji="1" lang="en-US" altLang="ja-JP" sz="170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32669C21-16DD-39F4-18C1-38D036A5D483}"/>
              </a:ext>
            </a:extLst>
          </p:cNvPr>
          <p:cNvSpPr txBox="1"/>
          <p:nvPr/>
        </p:nvSpPr>
        <p:spPr>
          <a:xfrm>
            <a:off x="5867400" y="2541657"/>
            <a:ext cx="460491" cy="353943"/>
          </a:xfrm>
          <a:prstGeom prst="rect">
            <a:avLst/>
          </a:prstGeom>
          <a:solidFill>
            <a:srgbClr val="FFFF00"/>
          </a:solidFill>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ja-JP" altLang="en-US" sz="1700" u="sng">
                <a:latin typeface="Times New Roman" panose="02020603050405020304" pitchFamily="18" charset="0"/>
                <a:cs typeface="Times New Roman" panose="02020603050405020304" pitchFamily="18" charset="0"/>
              </a:rPr>
              <a:t>②</a:t>
            </a:r>
            <a:endParaRPr kumimoji="1" lang="en-US" altLang="ja-JP" sz="170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4276E183-F166-DB1E-53D0-34D5212F2C2B}"/>
              </a:ext>
            </a:extLst>
          </p:cNvPr>
          <p:cNvSpPr txBox="1"/>
          <p:nvPr/>
        </p:nvSpPr>
        <p:spPr>
          <a:xfrm>
            <a:off x="1600200" y="4279188"/>
            <a:ext cx="460491" cy="353943"/>
          </a:xfrm>
          <a:prstGeom prst="rect">
            <a:avLst/>
          </a:prstGeom>
          <a:solidFill>
            <a:srgbClr val="FFFF00"/>
          </a:solidFill>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ja-JP" altLang="en-US" sz="1700" u="sng">
                <a:latin typeface="Times New Roman" panose="02020603050405020304" pitchFamily="18" charset="0"/>
                <a:cs typeface="Times New Roman" panose="02020603050405020304" pitchFamily="18" charset="0"/>
              </a:rPr>
              <a:t>③</a:t>
            </a:r>
            <a:endParaRPr kumimoji="1" lang="en-US" altLang="ja-JP" sz="1700">
              <a:latin typeface="Times New Roman" panose="02020603050405020304" pitchFamily="18" charset="0"/>
              <a:cs typeface="Times New Roman" panose="02020603050405020304" pitchFamily="18" charset="0"/>
            </a:endParaRPr>
          </a:p>
        </p:txBody>
      </p:sp>
      <p:cxnSp>
        <p:nvCxnSpPr>
          <p:cNvPr id="15" name="Straight Connector 14">
            <a:extLst>
              <a:ext uri="{FF2B5EF4-FFF2-40B4-BE49-F238E27FC236}">
                <a16:creationId xmlns:a16="http://schemas.microsoft.com/office/drawing/2014/main" id="{643D6EA5-73F1-2BE6-6F7D-42E529714F7F}"/>
              </a:ext>
            </a:extLst>
          </p:cNvPr>
          <p:cNvCxnSpPr/>
          <p:nvPr/>
        </p:nvCxnSpPr>
        <p:spPr>
          <a:xfrm>
            <a:off x="0" y="472118"/>
            <a:ext cx="914400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60033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99E8-7797-383B-59DB-2DEA672EC137}"/>
              </a:ext>
            </a:extLst>
          </p:cNvPr>
          <p:cNvSpPr>
            <a:spLocks noGrp="1"/>
          </p:cNvSpPr>
          <p:nvPr>
            <p:ph type="title"/>
          </p:nvPr>
        </p:nvSpPr>
        <p:spPr>
          <a:xfrm>
            <a:off x="0" y="0"/>
            <a:ext cx="9144000" cy="410695"/>
          </a:xfrm>
        </p:spPr>
        <p:txBody>
          <a:bodyPr>
            <a:noAutofit/>
          </a:bodyPr>
          <a:lstStyle/>
          <a:p>
            <a:r>
              <a:rPr kumimoji="1" lang="en-US" altLang="ja-JP" sz="2000">
                <a:latin typeface="Times New Roman" panose="02020603050405020304" pitchFamily="18" charset="0"/>
                <a:cs typeface="Times New Roman" panose="02020603050405020304" pitchFamily="18" charset="0"/>
              </a:rPr>
              <a:t>5. 1.Hướng dẫn sử dụng (phía Leader)_hướng dẫn đổi mật khẩu file tổng hợp</a:t>
            </a:r>
            <a:endParaRPr kumimoji="1" lang="ja-JP" altLang="en-US" sz="200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CB8A9D1-97ED-7D87-E5B5-E2648409FEED}"/>
              </a:ext>
            </a:extLst>
          </p:cNvPr>
          <p:cNvSpPr>
            <a:spLocks noGrp="1"/>
          </p:cNvSpPr>
          <p:nvPr>
            <p:ph type="sldNum" sz="quarter" idx="4"/>
          </p:nvPr>
        </p:nvSpPr>
        <p:spPr/>
        <p:txBody>
          <a:bodyPr/>
          <a:lstStyle/>
          <a:p>
            <a:fld id="{E38BFB4B-70AE-4AFC-9806-78E9768488DC}" type="slidenum">
              <a:rPr lang="fr-FR" altLang="ja-JP" sz="1600" smtClean="0">
                <a:solidFill>
                  <a:schemeClr val="tx1"/>
                </a:solidFill>
              </a:rPr>
              <a:pPr/>
              <a:t>11</a:t>
            </a:fld>
            <a:endParaRPr lang="fr-FR" altLang="ja-JP" sz="1600">
              <a:solidFill>
                <a:schemeClr val="tx1"/>
              </a:solidFill>
            </a:endParaRPr>
          </a:p>
          <a:p>
            <a:r>
              <a:rPr lang="fr-FR" altLang="ja-JP" sz="1000"/>
              <a:t>©20</a:t>
            </a:r>
            <a:r>
              <a:rPr lang="en-US" altLang="ja-JP" sz="1000"/>
              <a:t>19</a:t>
            </a:r>
            <a:r>
              <a:rPr lang="fr-FR" altLang="ja-JP" sz="1000"/>
              <a:t> KYOCERA Document Solutions Inc.</a:t>
            </a:r>
            <a:endParaRPr lang="en-US" sz="1000"/>
          </a:p>
        </p:txBody>
      </p:sp>
      <p:cxnSp>
        <p:nvCxnSpPr>
          <p:cNvPr id="3" name="Straight Connector 2">
            <a:extLst>
              <a:ext uri="{FF2B5EF4-FFF2-40B4-BE49-F238E27FC236}">
                <a16:creationId xmlns:a16="http://schemas.microsoft.com/office/drawing/2014/main" id="{77ADBE0A-45AF-7260-A4BC-1044AD0FE2EF}"/>
              </a:ext>
            </a:extLst>
          </p:cNvPr>
          <p:cNvCxnSpPr/>
          <p:nvPr/>
        </p:nvCxnSpPr>
        <p:spPr>
          <a:xfrm>
            <a:off x="0" y="472118"/>
            <a:ext cx="914400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F5448721-972A-8F68-36F0-F101C792FFBC}"/>
              </a:ext>
            </a:extLst>
          </p:cNvPr>
          <p:cNvPicPr>
            <a:picLocks noChangeAspect="1"/>
          </p:cNvPicPr>
          <p:nvPr/>
        </p:nvPicPr>
        <p:blipFill>
          <a:blip r:embed="rId2"/>
          <a:stretch>
            <a:fillRect/>
          </a:stretch>
        </p:blipFill>
        <p:spPr>
          <a:xfrm>
            <a:off x="228600" y="2286000"/>
            <a:ext cx="3648584" cy="2953162"/>
          </a:xfrm>
          <a:prstGeom prst="rect">
            <a:avLst/>
          </a:prstGeom>
        </p:spPr>
      </p:pic>
      <p:sp>
        <p:nvSpPr>
          <p:cNvPr id="17" name="Speech Bubble: Rectangle 16">
            <a:extLst>
              <a:ext uri="{FF2B5EF4-FFF2-40B4-BE49-F238E27FC236}">
                <a16:creationId xmlns:a16="http://schemas.microsoft.com/office/drawing/2014/main" id="{0C3A5427-CC62-09C2-A8F8-2906C9A72784}"/>
              </a:ext>
            </a:extLst>
          </p:cNvPr>
          <p:cNvSpPr/>
          <p:nvPr/>
        </p:nvSpPr>
        <p:spPr>
          <a:xfrm>
            <a:off x="824985" y="912645"/>
            <a:ext cx="2455815" cy="1319398"/>
          </a:xfrm>
          <a:prstGeom prst="wedgeRectCallout">
            <a:avLst>
              <a:gd name="adj1" fmla="val 16336"/>
              <a:gd name="adj2" fmla="val 80170"/>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pPr>
            <a:r>
              <a:rPr kumimoji="1" lang="en-US" altLang="ja-JP">
                <a:latin typeface="Times New Roman" panose="02020603050405020304" pitchFamily="18" charset="0"/>
                <a:cs typeface="Times New Roman" panose="02020603050405020304" pitchFamily="18" charset="0"/>
              </a:rPr>
              <a:t>Chức năng đổi mật khẩu chương trình:</a:t>
            </a:r>
          </a:p>
          <a:p>
            <a:pPr algn="ctr">
              <a:lnSpc>
                <a:spcPct val="90000"/>
              </a:lnSpc>
            </a:pPr>
            <a:r>
              <a:rPr kumimoji="1" lang="en-US" altLang="ja-JP">
                <a:latin typeface="Times New Roman" panose="02020603050405020304" pitchFamily="18" charset="0"/>
                <a:cs typeface="Times New Roman" panose="02020603050405020304" pitchFamily="18" charset="0"/>
              </a:rPr>
              <a:t>Mật khẩu sau khi đổi phải có đủ </a:t>
            </a:r>
            <a:r>
              <a:rPr kumimoji="1" lang="en-US" altLang="ja-JP" u="sng">
                <a:solidFill>
                  <a:srgbClr val="FF0000"/>
                </a:solidFill>
                <a:latin typeface="Times New Roman" panose="02020603050405020304" pitchFamily="18" charset="0"/>
                <a:cs typeface="Times New Roman" panose="02020603050405020304" pitchFamily="18" charset="0"/>
              </a:rPr>
              <a:t>4 ký tự</a:t>
            </a:r>
            <a:r>
              <a:rPr kumimoji="1" lang="en-US" altLang="ja-JP">
                <a:latin typeface="Times New Roman" panose="02020603050405020304" pitchFamily="18" charset="0"/>
                <a:cs typeface="Times New Roman" panose="02020603050405020304" pitchFamily="18" charset="0"/>
              </a:rPr>
              <a:t>.</a:t>
            </a:r>
            <a:endParaRPr kumimoji="1" lang="ja-JP"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92635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AD36706E-C265-F75B-0610-336211DE4D9E}"/>
              </a:ext>
            </a:extLst>
          </p:cNvPr>
          <p:cNvPicPr>
            <a:picLocks noChangeAspect="1"/>
          </p:cNvPicPr>
          <p:nvPr/>
        </p:nvPicPr>
        <p:blipFill>
          <a:blip r:embed="rId2"/>
          <a:stretch>
            <a:fillRect/>
          </a:stretch>
        </p:blipFill>
        <p:spPr>
          <a:xfrm>
            <a:off x="3950805" y="3844351"/>
            <a:ext cx="1724266" cy="647790"/>
          </a:xfrm>
          <a:prstGeom prst="rect">
            <a:avLst/>
          </a:prstGeom>
        </p:spPr>
      </p:pic>
      <p:pic>
        <p:nvPicPr>
          <p:cNvPr id="6" name="Picture 5">
            <a:extLst>
              <a:ext uri="{FF2B5EF4-FFF2-40B4-BE49-F238E27FC236}">
                <a16:creationId xmlns:a16="http://schemas.microsoft.com/office/drawing/2014/main" id="{A2A25465-D501-0942-8D95-4368B2EB94A4}"/>
              </a:ext>
            </a:extLst>
          </p:cNvPr>
          <p:cNvPicPr>
            <a:picLocks noChangeAspect="1"/>
          </p:cNvPicPr>
          <p:nvPr/>
        </p:nvPicPr>
        <p:blipFill>
          <a:blip r:embed="rId3"/>
          <a:stretch>
            <a:fillRect/>
          </a:stretch>
        </p:blipFill>
        <p:spPr>
          <a:xfrm>
            <a:off x="2937803" y="1311402"/>
            <a:ext cx="1629002" cy="1114581"/>
          </a:xfrm>
          <a:prstGeom prst="rect">
            <a:avLst/>
          </a:prstGeom>
        </p:spPr>
      </p:pic>
      <p:sp>
        <p:nvSpPr>
          <p:cNvPr id="2" name="Title 1">
            <a:extLst>
              <a:ext uri="{FF2B5EF4-FFF2-40B4-BE49-F238E27FC236}">
                <a16:creationId xmlns:a16="http://schemas.microsoft.com/office/drawing/2014/main" id="{2D2E99E8-7797-383B-59DB-2DEA672EC137}"/>
              </a:ext>
            </a:extLst>
          </p:cNvPr>
          <p:cNvSpPr>
            <a:spLocks noGrp="1"/>
          </p:cNvSpPr>
          <p:nvPr>
            <p:ph type="title"/>
          </p:nvPr>
        </p:nvSpPr>
        <p:spPr>
          <a:xfrm>
            <a:off x="0" y="0"/>
            <a:ext cx="9144000" cy="410695"/>
          </a:xfrm>
        </p:spPr>
        <p:txBody>
          <a:bodyPr>
            <a:noAutofit/>
          </a:bodyPr>
          <a:lstStyle/>
          <a:p>
            <a:r>
              <a:rPr kumimoji="1" lang="en-US" altLang="ja-JP" sz="2000">
                <a:latin typeface="Times New Roman" panose="02020603050405020304" pitchFamily="18" charset="0"/>
                <a:cs typeface="Times New Roman" panose="02020603050405020304" pitchFamily="18" charset="0"/>
              </a:rPr>
              <a:t>5.2. Hướng dẫn sử dụng (phía Leader) _hướng dẫn cài đặt ban đầu</a:t>
            </a:r>
            <a:endParaRPr kumimoji="1" lang="ja-JP" altLang="en-US" sz="200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CB8A9D1-97ED-7D87-E5B5-E2648409FEED}"/>
              </a:ext>
            </a:extLst>
          </p:cNvPr>
          <p:cNvSpPr>
            <a:spLocks noGrp="1"/>
          </p:cNvSpPr>
          <p:nvPr>
            <p:ph type="sldNum" sz="quarter" idx="4"/>
          </p:nvPr>
        </p:nvSpPr>
        <p:spPr/>
        <p:txBody>
          <a:bodyPr/>
          <a:lstStyle/>
          <a:p>
            <a:fld id="{E38BFB4B-70AE-4AFC-9806-78E9768488DC}" type="slidenum">
              <a:rPr lang="fr-FR" altLang="ja-JP" sz="1600" smtClean="0">
                <a:solidFill>
                  <a:schemeClr val="tx1"/>
                </a:solidFill>
              </a:rPr>
              <a:pPr/>
              <a:t>12</a:t>
            </a:fld>
            <a:endParaRPr lang="fr-FR" altLang="ja-JP" sz="1600">
              <a:solidFill>
                <a:schemeClr val="tx1"/>
              </a:solidFill>
            </a:endParaRPr>
          </a:p>
          <a:p>
            <a:r>
              <a:rPr lang="fr-FR" altLang="ja-JP" sz="1000"/>
              <a:t>©20</a:t>
            </a:r>
            <a:r>
              <a:rPr lang="en-US" altLang="ja-JP" sz="1000"/>
              <a:t>19</a:t>
            </a:r>
            <a:r>
              <a:rPr lang="fr-FR" altLang="ja-JP" sz="1000"/>
              <a:t> KYOCERA Document Solutions Inc.</a:t>
            </a:r>
            <a:endParaRPr lang="en-US" sz="1000"/>
          </a:p>
        </p:txBody>
      </p:sp>
      <p:sp>
        <p:nvSpPr>
          <p:cNvPr id="13" name="Speech Bubble: Rectangle 12">
            <a:extLst>
              <a:ext uri="{FF2B5EF4-FFF2-40B4-BE49-F238E27FC236}">
                <a16:creationId xmlns:a16="http://schemas.microsoft.com/office/drawing/2014/main" id="{06E56B06-B3FA-0007-4ED3-5719E73C41E0}"/>
              </a:ext>
            </a:extLst>
          </p:cNvPr>
          <p:cNvSpPr/>
          <p:nvPr/>
        </p:nvSpPr>
        <p:spPr>
          <a:xfrm>
            <a:off x="6165208" y="3604336"/>
            <a:ext cx="2827617" cy="2419124"/>
          </a:xfrm>
          <a:prstGeom prst="wedgeRectCallout">
            <a:avLst>
              <a:gd name="adj1" fmla="val -87576"/>
              <a:gd name="adj2" fmla="val -30728"/>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kumimoji="1" lang="en-US" altLang="ja-JP" sz="1400">
                <a:latin typeface="Times New Roman" panose="02020603050405020304" pitchFamily="18" charset="0"/>
                <a:cs typeface="Times New Roman" panose="02020603050405020304" pitchFamily="18" charset="0"/>
              </a:rPr>
              <a:t>_Trong folder tên hướng xuất, folder phutrach sẽ được tự động tạo khi chạy chức năng 4. folder capnhat sẽ tự động tạo khi chạy chức năng 5.</a:t>
            </a:r>
          </a:p>
          <a:p>
            <a:pPr algn="ctr">
              <a:lnSpc>
                <a:spcPct val="90000"/>
              </a:lnSpc>
            </a:pPr>
            <a:r>
              <a:rPr kumimoji="1" lang="en-US" altLang="ja-JP" sz="1400">
                <a:latin typeface="Times New Roman" panose="02020603050405020304" pitchFamily="18" charset="0"/>
                <a:cs typeface="Times New Roman" panose="02020603050405020304" pitchFamily="18" charset="0"/>
              </a:rPr>
              <a:t>※</a:t>
            </a:r>
            <a:r>
              <a:rPr kumimoji="1" lang="en-US" altLang="ja-JP" sz="1400">
                <a:solidFill>
                  <a:srgbClr val="FF0000"/>
                </a:solidFill>
                <a:highlight>
                  <a:srgbClr val="FFFF00"/>
                </a:highlight>
                <a:latin typeface="Times New Roman" panose="02020603050405020304" pitchFamily="18" charset="0"/>
                <a:cs typeface="Times New Roman" panose="02020603050405020304" pitchFamily="18" charset="0"/>
              </a:rPr>
              <a:t>Không tự ý thêm folder có tên PLM, R3, BOM</a:t>
            </a:r>
          </a:p>
          <a:p>
            <a:pPr algn="ctr">
              <a:lnSpc>
                <a:spcPct val="90000"/>
              </a:lnSpc>
            </a:pPr>
            <a:r>
              <a:rPr kumimoji="1" lang="ja-JP" altLang="en-US" sz="1400">
                <a:latin typeface="Times New Roman" panose="02020603050405020304" pitchFamily="18" charset="0"/>
                <a:cs typeface="Times New Roman" panose="02020603050405020304" pitchFamily="18" charset="0"/>
              </a:rPr>
              <a:t>➞</a:t>
            </a:r>
            <a:r>
              <a:rPr kumimoji="1" lang="en-US" altLang="ja-JP" sz="1400">
                <a:latin typeface="Times New Roman" panose="02020603050405020304" pitchFamily="18" charset="0"/>
                <a:cs typeface="Times New Roman" panose="02020603050405020304" pitchFamily="18" charset="0"/>
              </a:rPr>
              <a:t>Chương trình tạo folder </a:t>
            </a:r>
            <a:r>
              <a:rPr kumimoji="1" lang="en-US" altLang="ja-JP" sz="1400">
                <a:solidFill>
                  <a:srgbClr val="FF0000"/>
                </a:solidFill>
                <a:highlight>
                  <a:srgbClr val="FFFF00"/>
                </a:highlight>
                <a:latin typeface="Times New Roman" panose="02020603050405020304" pitchFamily="18" charset="0"/>
                <a:cs typeface="Times New Roman" panose="02020603050405020304" pitchFamily="18" charset="0"/>
              </a:rPr>
              <a:t>capnhat</a:t>
            </a:r>
            <a:r>
              <a:rPr kumimoji="1" lang="en-US" altLang="ja-JP" sz="1400">
                <a:highlight>
                  <a:srgbClr val="FFFF00"/>
                </a:highlight>
                <a:latin typeface="Times New Roman" panose="02020603050405020304" pitchFamily="18" charset="0"/>
                <a:cs typeface="Times New Roman" panose="02020603050405020304" pitchFamily="18" charset="0"/>
              </a:rPr>
              <a:t> </a:t>
            </a:r>
            <a:r>
              <a:rPr kumimoji="1" lang="en-US" altLang="ja-JP" sz="1400">
                <a:latin typeface="Times New Roman" panose="02020603050405020304" pitchFamily="18" charset="0"/>
                <a:cs typeface="Times New Roman" panose="02020603050405020304" pitchFamily="18" charset="0"/>
              </a:rPr>
              <a:t>để lưu trữ file PLM và R3 khi tạo BOM lần đầu và khi cập nhật mới PLM,R3, Folder </a:t>
            </a:r>
            <a:r>
              <a:rPr kumimoji="1" lang="en-US" altLang="ja-JP" sz="1400">
                <a:solidFill>
                  <a:srgbClr val="FF0000"/>
                </a:solidFill>
                <a:highlight>
                  <a:srgbClr val="FFFF00"/>
                </a:highlight>
                <a:latin typeface="Times New Roman" panose="02020603050405020304" pitchFamily="18" charset="0"/>
                <a:cs typeface="Times New Roman" panose="02020603050405020304" pitchFamily="18" charset="0"/>
              </a:rPr>
              <a:t>phutrach</a:t>
            </a:r>
            <a:r>
              <a:rPr kumimoji="1" lang="en-US" altLang="ja-JP" sz="1400">
                <a:latin typeface="Times New Roman" panose="02020603050405020304" pitchFamily="18" charset="0"/>
                <a:cs typeface="Times New Roman" panose="02020603050405020304" pitchFamily="18" charset="0"/>
              </a:rPr>
              <a:t> để lưu trữ file người phụ trách.</a:t>
            </a:r>
            <a:endParaRPr kumimoji="1" lang="ja-JP" altLang="en-US" sz="1400">
              <a:solidFill>
                <a:srgbClr val="FF0000"/>
              </a:solidFill>
              <a:highlight>
                <a:srgbClr val="FFFF00"/>
              </a:highlight>
              <a:latin typeface="Times New Roman" panose="02020603050405020304" pitchFamily="18" charset="0"/>
              <a:cs typeface="Times New Roman" panose="02020603050405020304" pitchFamily="18" charset="0"/>
            </a:endParaRPr>
          </a:p>
          <a:p>
            <a:pPr algn="ctr">
              <a:lnSpc>
                <a:spcPct val="90000"/>
              </a:lnSpc>
            </a:pPr>
            <a:endParaRPr kumimoji="1" lang="ja-JP" altLang="en-US" sz="1400">
              <a:solidFill>
                <a:srgbClr val="FF0000"/>
              </a:solidFill>
              <a:highlight>
                <a:srgbClr val="FFFF00"/>
              </a:highlight>
              <a:latin typeface="Times New Roman" panose="02020603050405020304" pitchFamily="18" charset="0"/>
              <a:cs typeface="Times New Roman" panose="02020603050405020304" pitchFamily="18" charset="0"/>
            </a:endParaRPr>
          </a:p>
        </p:txBody>
      </p:sp>
      <p:cxnSp>
        <p:nvCxnSpPr>
          <p:cNvPr id="3" name="Straight Connector 2">
            <a:extLst>
              <a:ext uri="{FF2B5EF4-FFF2-40B4-BE49-F238E27FC236}">
                <a16:creationId xmlns:a16="http://schemas.microsoft.com/office/drawing/2014/main" id="{77ADBE0A-45AF-7260-A4BC-1044AD0FE2EF}"/>
              </a:ext>
            </a:extLst>
          </p:cNvPr>
          <p:cNvCxnSpPr/>
          <p:nvPr/>
        </p:nvCxnSpPr>
        <p:spPr>
          <a:xfrm>
            <a:off x="0" y="472118"/>
            <a:ext cx="914400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B1960843-AFA8-E786-9BC7-9DCE718072BF}"/>
              </a:ext>
            </a:extLst>
          </p:cNvPr>
          <p:cNvPicPr>
            <a:picLocks noChangeAspect="1"/>
          </p:cNvPicPr>
          <p:nvPr/>
        </p:nvPicPr>
        <p:blipFill>
          <a:blip r:embed="rId4"/>
          <a:stretch>
            <a:fillRect/>
          </a:stretch>
        </p:blipFill>
        <p:spPr>
          <a:xfrm>
            <a:off x="151175" y="1273589"/>
            <a:ext cx="1981477" cy="1267002"/>
          </a:xfrm>
          <a:prstGeom prst="rect">
            <a:avLst/>
          </a:prstGeom>
        </p:spPr>
      </p:pic>
      <p:sp>
        <p:nvSpPr>
          <p:cNvPr id="9" name="Rectangle 8">
            <a:extLst>
              <a:ext uri="{FF2B5EF4-FFF2-40B4-BE49-F238E27FC236}">
                <a16:creationId xmlns:a16="http://schemas.microsoft.com/office/drawing/2014/main" id="{22AB436C-450F-08F4-724C-32B72D8CFA9D}"/>
              </a:ext>
            </a:extLst>
          </p:cNvPr>
          <p:cNvSpPr/>
          <p:nvPr/>
        </p:nvSpPr>
        <p:spPr>
          <a:xfrm>
            <a:off x="265614" y="1716789"/>
            <a:ext cx="1752600" cy="805237"/>
          </a:xfrm>
          <a:prstGeom prst="rect">
            <a:avLst/>
          </a:prstGeom>
          <a:noFill/>
          <a:ln>
            <a:solidFill>
              <a:srgbClr val="FF0000">
                <a:alpha val="98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Speech Bubble: Rectangle 7">
            <a:extLst>
              <a:ext uri="{FF2B5EF4-FFF2-40B4-BE49-F238E27FC236}">
                <a16:creationId xmlns:a16="http://schemas.microsoft.com/office/drawing/2014/main" id="{9A720391-8591-0732-4D8E-81F3118957C5}"/>
              </a:ext>
            </a:extLst>
          </p:cNvPr>
          <p:cNvSpPr/>
          <p:nvPr/>
        </p:nvSpPr>
        <p:spPr>
          <a:xfrm>
            <a:off x="352074" y="2493711"/>
            <a:ext cx="2455815" cy="1319398"/>
          </a:xfrm>
          <a:prstGeom prst="wedgeRectCallout">
            <a:avLst>
              <a:gd name="adj1" fmla="val -24560"/>
              <a:gd name="adj2" fmla="val -73208"/>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pPr>
            <a:r>
              <a:rPr kumimoji="1" lang="en-US" altLang="ja-JP" sz="1500">
                <a:latin typeface="Times New Roman" panose="02020603050405020304" pitchFamily="18" charset="0"/>
                <a:cs typeface="Times New Roman" panose="02020603050405020304" pitchFamily="18" charset="0"/>
              </a:rPr>
              <a:t>Với cách so sánh BOM hiện tại, mỗi file excel BOM được tạo ra chung 1 folder tháng năm sản xuất</a:t>
            </a:r>
            <a:endParaRPr kumimoji="1" lang="ja-JP" altLang="en-US" sz="1500">
              <a:latin typeface="Times New Roman" panose="02020603050405020304" pitchFamily="18" charset="0"/>
              <a:cs typeface="Times New Roman" panose="02020603050405020304" pitchFamily="18" charset="0"/>
            </a:endParaRPr>
          </a:p>
        </p:txBody>
      </p:sp>
      <p:sp>
        <p:nvSpPr>
          <p:cNvPr id="15" name="Rectangle: Rounded Corners 14">
            <a:extLst>
              <a:ext uri="{FF2B5EF4-FFF2-40B4-BE49-F238E27FC236}">
                <a16:creationId xmlns:a16="http://schemas.microsoft.com/office/drawing/2014/main" id="{D8602031-80D2-4026-7915-4B1E0DB70EE6}"/>
              </a:ext>
            </a:extLst>
          </p:cNvPr>
          <p:cNvSpPr/>
          <p:nvPr/>
        </p:nvSpPr>
        <p:spPr>
          <a:xfrm>
            <a:off x="151174" y="527098"/>
            <a:ext cx="1981477" cy="715089"/>
          </a:xfrm>
          <a:prstGeom prst="roundRect">
            <a:avLst/>
          </a:prstGeom>
          <a:ln/>
        </p:spPr>
        <p:style>
          <a:lnRef idx="3">
            <a:schemeClr val="lt1"/>
          </a:lnRef>
          <a:fillRef idx="1">
            <a:schemeClr val="accent5"/>
          </a:fillRef>
          <a:effectRef idx="1">
            <a:schemeClr val="accent5"/>
          </a:effectRef>
          <a:fontRef idx="minor">
            <a:schemeClr val="lt1"/>
          </a:fontRef>
        </p:style>
        <p:txBody>
          <a:bodyPr wrap="square" rtlCol="0" anchor="ctr">
            <a:spAutoFit/>
          </a:bodyPr>
          <a:lstStyle/>
          <a:p>
            <a:pPr algn="ctr"/>
            <a:r>
              <a:rPr kumimoji="1" lang="en-US" altLang="ja-JP">
                <a:latin typeface="Times New Roman" panose="02020603050405020304" pitchFamily="18" charset="0"/>
                <a:cs typeface="Times New Roman" panose="02020603050405020304" pitchFamily="18" charset="0"/>
              </a:rPr>
              <a:t>So sánh BOM hiện tại</a:t>
            </a:r>
            <a:endParaRPr kumimoji="1" lang="ja-JP" altLang="en-US">
              <a:latin typeface="Times New Roman" panose="02020603050405020304" pitchFamily="18" charset="0"/>
              <a:cs typeface="Times New Roman" panose="02020603050405020304" pitchFamily="18" charset="0"/>
            </a:endParaRPr>
          </a:p>
        </p:txBody>
      </p:sp>
      <p:sp>
        <p:nvSpPr>
          <p:cNvPr id="20" name="Rectangle: Rounded Corners 19">
            <a:extLst>
              <a:ext uri="{FF2B5EF4-FFF2-40B4-BE49-F238E27FC236}">
                <a16:creationId xmlns:a16="http://schemas.microsoft.com/office/drawing/2014/main" id="{7FB44D59-4321-F9FE-6665-F0BB0735C116}"/>
              </a:ext>
            </a:extLst>
          </p:cNvPr>
          <p:cNvSpPr/>
          <p:nvPr/>
        </p:nvSpPr>
        <p:spPr>
          <a:xfrm>
            <a:off x="2920384" y="527098"/>
            <a:ext cx="1981477" cy="715089"/>
          </a:xfrm>
          <a:prstGeom prst="roundRect">
            <a:avLst/>
          </a:prstGeom>
          <a:ln/>
        </p:spPr>
        <p:style>
          <a:lnRef idx="3">
            <a:schemeClr val="lt1"/>
          </a:lnRef>
          <a:fillRef idx="1">
            <a:schemeClr val="accent6"/>
          </a:fillRef>
          <a:effectRef idx="1">
            <a:schemeClr val="accent6"/>
          </a:effectRef>
          <a:fontRef idx="minor">
            <a:schemeClr val="lt1"/>
          </a:fontRef>
        </p:style>
        <p:txBody>
          <a:bodyPr wrap="square" rtlCol="0" anchor="ctr">
            <a:spAutoFit/>
          </a:bodyPr>
          <a:lstStyle/>
          <a:p>
            <a:pPr algn="ctr"/>
            <a:r>
              <a:rPr kumimoji="1" lang="en-US" altLang="ja-JP">
                <a:latin typeface="Times New Roman" panose="02020603050405020304" pitchFamily="18" charset="0"/>
                <a:cs typeface="Times New Roman" panose="02020603050405020304" pitchFamily="18" charset="0"/>
              </a:rPr>
              <a:t>So sánh BOM tự động</a:t>
            </a:r>
            <a:endParaRPr kumimoji="1" lang="ja-JP" altLang="en-US">
              <a:latin typeface="Times New Roman" panose="02020603050405020304" pitchFamily="18" charset="0"/>
              <a:cs typeface="Times New Roman" panose="02020603050405020304" pitchFamily="18" charset="0"/>
            </a:endParaRPr>
          </a:p>
        </p:txBody>
      </p:sp>
      <p:sp>
        <p:nvSpPr>
          <p:cNvPr id="7" name="Speech Bubble: Rectangle 6">
            <a:extLst>
              <a:ext uri="{FF2B5EF4-FFF2-40B4-BE49-F238E27FC236}">
                <a16:creationId xmlns:a16="http://schemas.microsoft.com/office/drawing/2014/main" id="{E2FA7CD6-7A7F-9C4A-E02C-ABCBE03D1BC4}"/>
              </a:ext>
            </a:extLst>
          </p:cNvPr>
          <p:cNvSpPr/>
          <p:nvPr/>
        </p:nvSpPr>
        <p:spPr>
          <a:xfrm>
            <a:off x="5349739" y="506706"/>
            <a:ext cx="3643086" cy="2800767"/>
          </a:xfrm>
          <a:prstGeom prst="wedgeRectCallout">
            <a:avLst>
              <a:gd name="adj1" fmla="val -80529"/>
              <a:gd name="adj2" fmla="val -247"/>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lgn="ctr"/>
            <a:r>
              <a:rPr kumimoji="1" lang="en-US" altLang="ja-JP" sz="1600">
                <a:latin typeface="Times New Roman" panose="02020603050405020304" pitchFamily="18" charset="0"/>
                <a:cs typeface="Times New Roman" panose="02020603050405020304" pitchFamily="18" charset="0"/>
              </a:rPr>
              <a:t>Với cách so sánh BOM sau cải tiến mỗi một hướng xuất sẽ phải tạo 1 thư mục riêng, mục đích:</a:t>
            </a:r>
          </a:p>
          <a:p>
            <a:pPr algn="ctr"/>
            <a:r>
              <a:rPr kumimoji="1" lang="ja-JP" altLang="en-US" sz="1600">
                <a:latin typeface="Times New Roman" panose="02020603050405020304" pitchFamily="18" charset="0"/>
                <a:cs typeface="Times New Roman" panose="02020603050405020304" pitchFamily="18" charset="0"/>
              </a:rPr>
              <a:t>①</a:t>
            </a:r>
            <a:r>
              <a:rPr kumimoji="1" lang="en-US" altLang="ja-JP" sz="1600">
                <a:latin typeface="Times New Roman" panose="02020603050405020304" pitchFamily="18" charset="0"/>
                <a:cs typeface="Times New Roman" panose="02020603050405020304" pitchFamily="18" charset="0"/>
              </a:rPr>
              <a:t>Tự động đặt tên file So sánh BOM tổng sau khi chạy chương trình.</a:t>
            </a:r>
          </a:p>
          <a:p>
            <a:pPr algn="ctr"/>
            <a:r>
              <a:rPr kumimoji="1" lang="ja-JP" altLang="en-US" sz="1600">
                <a:latin typeface="Times New Roman" panose="02020603050405020304" pitchFamily="18" charset="0"/>
                <a:cs typeface="Times New Roman" panose="02020603050405020304" pitchFamily="18" charset="0"/>
              </a:rPr>
              <a:t>②</a:t>
            </a:r>
            <a:r>
              <a:rPr kumimoji="1" lang="en-US" altLang="ja-JP" sz="1600">
                <a:latin typeface="Times New Roman" panose="02020603050405020304" pitchFamily="18" charset="0"/>
                <a:cs typeface="Times New Roman" panose="02020603050405020304" pitchFamily="18" charset="0"/>
              </a:rPr>
              <a:t>Tự động chuyển file R3 vào đúng hướng xuất khi chạy chức năng tự động download R3.</a:t>
            </a:r>
          </a:p>
          <a:p>
            <a:pPr algn="ctr"/>
            <a:r>
              <a:rPr kumimoji="1" lang="ja-JP" altLang="en-US" sz="1600">
                <a:latin typeface="Times New Roman" panose="02020603050405020304" pitchFamily="18" charset="0"/>
                <a:cs typeface="Times New Roman" panose="02020603050405020304" pitchFamily="18" charset="0"/>
              </a:rPr>
              <a:t>③</a:t>
            </a:r>
            <a:r>
              <a:rPr kumimoji="1" lang="en-US" altLang="ja-JP" sz="1600">
                <a:latin typeface="Times New Roman" panose="02020603050405020304" pitchFamily="18" charset="0"/>
                <a:cs typeface="Times New Roman" panose="02020603050405020304" pitchFamily="18" charset="0"/>
              </a:rPr>
              <a:t>Tự động chuyển file PLM vào đúng hướng xuất khi chạy chức năng hoàn thành BOM FULL TC14</a:t>
            </a:r>
            <a:endParaRPr kumimoji="1" lang="ja-JP" altLang="en-US" sz="1600">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D6CC72B8-07CD-B471-A967-A82D5D5091B7}"/>
              </a:ext>
            </a:extLst>
          </p:cNvPr>
          <p:cNvSpPr/>
          <p:nvPr/>
        </p:nvSpPr>
        <p:spPr>
          <a:xfrm>
            <a:off x="2983312" y="1326695"/>
            <a:ext cx="1114581" cy="869431"/>
          </a:xfrm>
          <a:prstGeom prst="rect">
            <a:avLst/>
          </a:prstGeom>
          <a:noFill/>
          <a:ln>
            <a:solidFill>
              <a:srgbClr val="FF0000">
                <a:alpha val="98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2" name="Picture 21">
            <a:extLst>
              <a:ext uri="{FF2B5EF4-FFF2-40B4-BE49-F238E27FC236}">
                <a16:creationId xmlns:a16="http://schemas.microsoft.com/office/drawing/2014/main" id="{0C7B782F-2B2B-CD6D-0446-0442677F65A6}"/>
              </a:ext>
            </a:extLst>
          </p:cNvPr>
          <p:cNvPicPr>
            <a:picLocks noChangeAspect="1"/>
          </p:cNvPicPr>
          <p:nvPr/>
        </p:nvPicPr>
        <p:blipFill>
          <a:blip r:embed="rId5"/>
          <a:stretch>
            <a:fillRect/>
          </a:stretch>
        </p:blipFill>
        <p:spPr>
          <a:xfrm>
            <a:off x="2946732" y="3896024"/>
            <a:ext cx="1038370" cy="219106"/>
          </a:xfrm>
          <a:prstGeom prst="rect">
            <a:avLst/>
          </a:prstGeom>
        </p:spPr>
      </p:pic>
      <p:grpSp>
        <p:nvGrpSpPr>
          <p:cNvPr id="23" name="Group 22">
            <a:extLst>
              <a:ext uri="{FF2B5EF4-FFF2-40B4-BE49-F238E27FC236}">
                <a16:creationId xmlns:a16="http://schemas.microsoft.com/office/drawing/2014/main" id="{6A9BCDB1-21E6-DD61-D051-0C9EEF8FDE94}"/>
              </a:ext>
            </a:extLst>
          </p:cNvPr>
          <p:cNvGrpSpPr>
            <a:grpSpLocks noChangeAspect="1"/>
          </p:cNvGrpSpPr>
          <p:nvPr/>
        </p:nvGrpSpPr>
        <p:grpSpPr bwMode="auto">
          <a:xfrm rot="2162947">
            <a:off x="3345865" y="4133852"/>
            <a:ext cx="525659" cy="556684"/>
            <a:chOff x="258535" y="462642"/>
            <a:chExt cx="1538" cy="1581"/>
          </a:xfrm>
          <a:solidFill>
            <a:srgbClr val="FF0000"/>
          </a:solidFill>
        </p:grpSpPr>
        <p:sp>
          <p:nvSpPr>
            <p:cNvPr id="24" name="Freeform 82">
              <a:extLst>
                <a:ext uri="{FF2B5EF4-FFF2-40B4-BE49-F238E27FC236}">
                  <a16:creationId xmlns:a16="http://schemas.microsoft.com/office/drawing/2014/main" id="{642B7D4A-8D62-BF89-5D95-61E07B86C67C}"/>
                </a:ext>
              </a:extLst>
            </p:cNvPr>
            <p:cNvSpPr>
              <a:spLocks/>
            </p:cNvSpPr>
            <p:nvPr/>
          </p:nvSpPr>
          <p:spPr bwMode="auto">
            <a:xfrm>
              <a:off x="258535" y="462642"/>
              <a:ext cx="1046" cy="1479"/>
            </a:xfrm>
            <a:custGeom>
              <a:avLst/>
              <a:gdLst>
                <a:gd name="T0" fmla="*/ 648 w 858"/>
                <a:gd name="T1" fmla="*/ 980 h 1212"/>
                <a:gd name="T2" fmla="*/ 482 w 858"/>
                <a:gd name="T3" fmla="*/ 934 h 1212"/>
                <a:gd name="T4" fmla="*/ 276 w 858"/>
                <a:gd name="T5" fmla="*/ 861 h 1212"/>
                <a:gd name="T6" fmla="*/ 67 w 858"/>
                <a:gd name="T7" fmla="*/ 806 h 1212"/>
                <a:gd name="T8" fmla="*/ 36 w 858"/>
                <a:gd name="T9" fmla="*/ 761 h 1212"/>
                <a:gd name="T10" fmla="*/ 40 w 858"/>
                <a:gd name="T11" fmla="*/ 752 h 1212"/>
                <a:gd name="T12" fmla="*/ 51 w 858"/>
                <a:gd name="T13" fmla="*/ 735 h 1212"/>
                <a:gd name="T14" fmla="*/ 182 w 858"/>
                <a:gd name="T15" fmla="*/ 698 h 1212"/>
                <a:gd name="T16" fmla="*/ 312 w 858"/>
                <a:gd name="T17" fmla="*/ 720 h 1212"/>
                <a:gd name="T18" fmla="*/ 372 w 858"/>
                <a:gd name="T19" fmla="*/ 730 h 1212"/>
                <a:gd name="T20" fmla="*/ 390 w 858"/>
                <a:gd name="T21" fmla="*/ 723 h 1212"/>
                <a:gd name="T22" fmla="*/ 404 w 858"/>
                <a:gd name="T23" fmla="*/ 710 h 1212"/>
                <a:gd name="T24" fmla="*/ 419 w 858"/>
                <a:gd name="T25" fmla="*/ 659 h 1212"/>
                <a:gd name="T26" fmla="*/ 406 w 858"/>
                <a:gd name="T27" fmla="*/ 614 h 1212"/>
                <a:gd name="T28" fmla="*/ 400 w 858"/>
                <a:gd name="T29" fmla="*/ 604 h 1212"/>
                <a:gd name="T30" fmla="*/ 364 w 858"/>
                <a:gd name="T31" fmla="*/ 541 h 1212"/>
                <a:gd name="T32" fmla="*/ 136 w 858"/>
                <a:gd name="T33" fmla="*/ 173 h 1212"/>
                <a:gd name="T34" fmla="*/ 110 w 858"/>
                <a:gd name="T35" fmla="*/ 83 h 1212"/>
                <a:gd name="T36" fmla="*/ 141 w 858"/>
                <a:gd name="T37" fmla="*/ 54 h 1212"/>
                <a:gd name="T38" fmla="*/ 169 w 858"/>
                <a:gd name="T39" fmla="*/ 58 h 1212"/>
                <a:gd name="T40" fmla="*/ 237 w 858"/>
                <a:gd name="T41" fmla="*/ 138 h 1212"/>
                <a:gd name="T42" fmla="*/ 440 w 858"/>
                <a:gd name="T43" fmla="*/ 456 h 1212"/>
                <a:gd name="T44" fmla="*/ 498 w 858"/>
                <a:gd name="T45" fmla="*/ 490 h 1212"/>
                <a:gd name="T46" fmla="*/ 392 w 858"/>
                <a:gd name="T47" fmla="*/ 281 h 1212"/>
                <a:gd name="T48" fmla="*/ 255 w 858"/>
                <a:gd name="T49" fmla="*/ 67 h 1212"/>
                <a:gd name="T50" fmla="*/ 207 w 858"/>
                <a:gd name="T51" fmla="*/ 17 h 1212"/>
                <a:gd name="T52" fmla="*/ 143 w 858"/>
                <a:gd name="T53" fmla="*/ 0 h 1212"/>
                <a:gd name="T54" fmla="*/ 69 w 858"/>
                <a:gd name="T55" fmla="*/ 43 h 1212"/>
                <a:gd name="T56" fmla="*/ 57 w 858"/>
                <a:gd name="T57" fmla="*/ 126 h 1212"/>
                <a:gd name="T58" fmla="*/ 121 w 858"/>
                <a:gd name="T59" fmla="*/ 252 h 1212"/>
                <a:gd name="T60" fmla="*/ 349 w 858"/>
                <a:gd name="T61" fmla="*/ 620 h 1212"/>
                <a:gd name="T62" fmla="*/ 366 w 858"/>
                <a:gd name="T63" fmla="*/ 659 h 1212"/>
                <a:gd name="T64" fmla="*/ 365 w 858"/>
                <a:gd name="T65" fmla="*/ 675 h 1212"/>
                <a:gd name="T66" fmla="*/ 345 w 858"/>
                <a:gd name="T67" fmla="*/ 680 h 1212"/>
                <a:gd name="T68" fmla="*/ 239 w 858"/>
                <a:gd name="T69" fmla="*/ 657 h 1212"/>
                <a:gd name="T70" fmla="*/ 52 w 858"/>
                <a:gd name="T71" fmla="*/ 684 h 1212"/>
                <a:gd name="T72" fmla="*/ 2 w 858"/>
                <a:gd name="T73" fmla="*/ 753 h 1212"/>
                <a:gd name="T74" fmla="*/ 58 w 858"/>
                <a:gd name="T75" fmla="*/ 838 h 1212"/>
                <a:gd name="T76" fmla="*/ 327 w 858"/>
                <a:gd name="T77" fmla="*/ 906 h 1212"/>
                <a:gd name="T78" fmla="*/ 459 w 858"/>
                <a:gd name="T79" fmla="*/ 954 h 1212"/>
                <a:gd name="T80" fmla="*/ 596 w 858"/>
                <a:gd name="T81" fmla="*/ 985 h 1212"/>
                <a:gd name="T82" fmla="*/ 810 w 858"/>
                <a:gd name="T83" fmla="*/ 1153 h 1212"/>
                <a:gd name="T84" fmla="*/ 847 w 858"/>
                <a:gd name="T85" fmla="*/ 1210 h 1212"/>
                <a:gd name="T86" fmla="*/ 756 w 858"/>
                <a:gd name="T87" fmla="*/ 1057 h 1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8" h="1212">
                  <a:moveTo>
                    <a:pt x="756" y="1057"/>
                  </a:moveTo>
                  <a:cubicBezTo>
                    <a:pt x="736" y="1036"/>
                    <a:pt x="713" y="1017"/>
                    <a:pt x="687" y="1001"/>
                  </a:cubicBezTo>
                  <a:cubicBezTo>
                    <a:pt x="675" y="993"/>
                    <a:pt x="661" y="986"/>
                    <a:pt x="648" y="980"/>
                  </a:cubicBezTo>
                  <a:cubicBezTo>
                    <a:pt x="634" y="973"/>
                    <a:pt x="619" y="968"/>
                    <a:pt x="605" y="964"/>
                  </a:cubicBezTo>
                  <a:cubicBezTo>
                    <a:pt x="576" y="956"/>
                    <a:pt x="548" y="951"/>
                    <a:pt x="521" y="945"/>
                  </a:cubicBezTo>
                  <a:cubicBezTo>
                    <a:pt x="507" y="942"/>
                    <a:pt x="494" y="938"/>
                    <a:pt x="482" y="934"/>
                  </a:cubicBezTo>
                  <a:cubicBezTo>
                    <a:pt x="469" y="929"/>
                    <a:pt x="456" y="924"/>
                    <a:pt x="442" y="918"/>
                  </a:cubicBezTo>
                  <a:cubicBezTo>
                    <a:pt x="416" y="908"/>
                    <a:pt x="389" y="896"/>
                    <a:pt x="360" y="887"/>
                  </a:cubicBezTo>
                  <a:cubicBezTo>
                    <a:pt x="332" y="878"/>
                    <a:pt x="304" y="869"/>
                    <a:pt x="276" y="861"/>
                  </a:cubicBezTo>
                  <a:cubicBezTo>
                    <a:pt x="220" y="845"/>
                    <a:pt x="163" y="831"/>
                    <a:pt x="107" y="817"/>
                  </a:cubicBezTo>
                  <a:cubicBezTo>
                    <a:pt x="86" y="812"/>
                    <a:pt x="86" y="812"/>
                    <a:pt x="86" y="812"/>
                  </a:cubicBezTo>
                  <a:cubicBezTo>
                    <a:pt x="79" y="810"/>
                    <a:pt x="73" y="808"/>
                    <a:pt x="67" y="806"/>
                  </a:cubicBezTo>
                  <a:cubicBezTo>
                    <a:pt x="55" y="802"/>
                    <a:pt x="46" y="796"/>
                    <a:pt x="42" y="791"/>
                  </a:cubicBezTo>
                  <a:cubicBezTo>
                    <a:pt x="37" y="785"/>
                    <a:pt x="34" y="775"/>
                    <a:pt x="36" y="765"/>
                  </a:cubicBezTo>
                  <a:cubicBezTo>
                    <a:pt x="36" y="764"/>
                    <a:pt x="36" y="762"/>
                    <a:pt x="36" y="761"/>
                  </a:cubicBezTo>
                  <a:cubicBezTo>
                    <a:pt x="37" y="759"/>
                    <a:pt x="37" y="759"/>
                    <a:pt x="37" y="759"/>
                  </a:cubicBezTo>
                  <a:cubicBezTo>
                    <a:pt x="38" y="757"/>
                    <a:pt x="38" y="757"/>
                    <a:pt x="38" y="757"/>
                  </a:cubicBezTo>
                  <a:cubicBezTo>
                    <a:pt x="40" y="752"/>
                    <a:pt x="40" y="752"/>
                    <a:pt x="40" y="752"/>
                  </a:cubicBezTo>
                  <a:cubicBezTo>
                    <a:pt x="40" y="750"/>
                    <a:pt x="41" y="749"/>
                    <a:pt x="42" y="747"/>
                  </a:cubicBezTo>
                  <a:cubicBezTo>
                    <a:pt x="43" y="744"/>
                    <a:pt x="46" y="742"/>
                    <a:pt x="47" y="739"/>
                  </a:cubicBezTo>
                  <a:cubicBezTo>
                    <a:pt x="48" y="738"/>
                    <a:pt x="50" y="736"/>
                    <a:pt x="51" y="735"/>
                  </a:cubicBezTo>
                  <a:cubicBezTo>
                    <a:pt x="52" y="734"/>
                    <a:pt x="53" y="733"/>
                    <a:pt x="54" y="731"/>
                  </a:cubicBezTo>
                  <a:cubicBezTo>
                    <a:pt x="68" y="717"/>
                    <a:pt x="89" y="709"/>
                    <a:pt x="112" y="704"/>
                  </a:cubicBezTo>
                  <a:cubicBezTo>
                    <a:pt x="134" y="699"/>
                    <a:pt x="158" y="698"/>
                    <a:pt x="182" y="698"/>
                  </a:cubicBezTo>
                  <a:cubicBezTo>
                    <a:pt x="207" y="699"/>
                    <a:pt x="231" y="702"/>
                    <a:pt x="256" y="706"/>
                  </a:cubicBezTo>
                  <a:cubicBezTo>
                    <a:pt x="268" y="709"/>
                    <a:pt x="281" y="711"/>
                    <a:pt x="293" y="715"/>
                  </a:cubicBezTo>
                  <a:cubicBezTo>
                    <a:pt x="300" y="716"/>
                    <a:pt x="306" y="718"/>
                    <a:pt x="312" y="720"/>
                  </a:cubicBezTo>
                  <a:cubicBezTo>
                    <a:pt x="315" y="721"/>
                    <a:pt x="318" y="722"/>
                    <a:pt x="321" y="723"/>
                  </a:cubicBezTo>
                  <a:cubicBezTo>
                    <a:pt x="325" y="724"/>
                    <a:pt x="325" y="725"/>
                    <a:pt x="334" y="728"/>
                  </a:cubicBezTo>
                  <a:cubicBezTo>
                    <a:pt x="346" y="732"/>
                    <a:pt x="359" y="733"/>
                    <a:pt x="372" y="730"/>
                  </a:cubicBezTo>
                  <a:cubicBezTo>
                    <a:pt x="375" y="729"/>
                    <a:pt x="378" y="728"/>
                    <a:pt x="381" y="727"/>
                  </a:cubicBezTo>
                  <a:cubicBezTo>
                    <a:pt x="382" y="726"/>
                    <a:pt x="384" y="726"/>
                    <a:pt x="385" y="725"/>
                  </a:cubicBezTo>
                  <a:cubicBezTo>
                    <a:pt x="390" y="723"/>
                    <a:pt x="390" y="723"/>
                    <a:pt x="390" y="723"/>
                  </a:cubicBezTo>
                  <a:cubicBezTo>
                    <a:pt x="391" y="722"/>
                    <a:pt x="392" y="721"/>
                    <a:pt x="394" y="720"/>
                  </a:cubicBezTo>
                  <a:cubicBezTo>
                    <a:pt x="397" y="717"/>
                    <a:pt x="397" y="717"/>
                    <a:pt x="397" y="717"/>
                  </a:cubicBezTo>
                  <a:cubicBezTo>
                    <a:pt x="400" y="715"/>
                    <a:pt x="402" y="713"/>
                    <a:pt x="404" y="710"/>
                  </a:cubicBezTo>
                  <a:cubicBezTo>
                    <a:pt x="412" y="700"/>
                    <a:pt x="417" y="688"/>
                    <a:pt x="418" y="674"/>
                  </a:cubicBezTo>
                  <a:cubicBezTo>
                    <a:pt x="419" y="671"/>
                    <a:pt x="419" y="668"/>
                    <a:pt x="419" y="664"/>
                  </a:cubicBezTo>
                  <a:cubicBezTo>
                    <a:pt x="419" y="663"/>
                    <a:pt x="419" y="661"/>
                    <a:pt x="419" y="659"/>
                  </a:cubicBezTo>
                  <a:cubicBezTo>
                    <a:pt x="418" y="654"/>
                    <a:pt x="418" y="654"/>
                    <a:pt x="418" y="654"/>
                  </a:cubicBezTo>
                  <a:cubicBezTo>
                    <a:pt x="417" y="649"/>
                    <a:pt x="417" y="645"/>
                    <a:pt x="415" y="640"/>
                  </a:cubicBezTo>
                  <a:cubicBezTo>
                    <a:pt x="413" y="631"/>
                    <a:pt x="410" y="622"/>
                    <a:pt x="406" y="614"/>
                  </a:cubicBezTo>
                  <a:cubicBezTo>
                    <a:pt x="404" y="611"/>
                    <a:pt x="404" y="611"/>
                    <a:pt x="404" y="611"/>
                  </a:cubicBezTo>
                  <a:cubicBezTo>
                    <a:pt x="403" y="608"/>
                    <a:pt x="403" y="608"/>
                    <a:pt x="403" y="608"/>
                  </a:cubicBezTo>
                  <a:cubicBezTo>
                    <a:pt x="400" y="604"/>
                    <a:pt x="400" y="604"/>
                    <a:pt x="400" y="604"/>
                  </a:cubicBezTo>
                  <a:cubicBezTo>
                    <a:pt x="395" y="595"/>
                    <a:pt x="395" y="595"/>
                    <a:pt x="395" y="595"/>
                  </a:cubicBezTo>
                  <a:cubicBezTo>
                    <a:pt x="385" y="577"/>
                    <a:pt x="385" y="577"/>
                    <a:pt x="385" y="577"/>
                  </a:cubicBezTo>
                  <a:cubicBezTo>
                    <a:pt x="364" y="541"/>
                    <a:pt x="364" y="541"/>
                    <a:pt x="364" y="541"/>
                  </a:cubicBezTo>
                  <a:cubicBezTo>
                    <a:pt x="337" y="494"/>
                    <a:pt x="308" y="447"/>
                    <a:pt x="279" y="401"/>
                  </a:cubicBezTo>
                  <a:cubicBezTo>
                    <a:pt x="255" y="362"/>
                    <a:pt x="231" y="324"/>
                    <a:pt x="207" y="287"/>
                  </a:cubicBezTo>
                  <a:cubicBezTo>
                    <a:pt x="183" y="249"/>
                    <a:pt x="160" y="211"/>
                    <a:pt x="136" y="173"/>
                  </a:cubicBezTo>
                  <a:cubicBezTo>
                    <a:pt x="126" y="156"/>
                    <a:pt x="117" y="140"/>
                    <a:pt x="112" y="125"/>
                  </a:cubicBezTo>
                  <a:cubicBezTo>
                    <a:pt x="110" y="118"/>
                    <a:pt x="108" y="110"/>
                    <a:pt x="108" y="103"/>
                  </a:cubicBezTo>
                  <a:cubicBezTo>
                    <a:pt x="108" y="96"/>
                    <a:pt x="108" y="89"/>
                    <a:pt x="110" y="83"/>
                  </a:cubicBezTo>
                  <a:cubicBezTo>
                    <a:pt x="114" y="71"/>
                    <a:pt x="121" y="62"/>
                    <a:pt x="132" y="57"/>
                  </a:cubicBezTo>
                  <a:cubicBezTo>
                    <a:pt x="136" y="56"/>
                    <a:pt x="136" y="56"/>
                    <a:pt x="136" y="56"/>
                  </a:cubicBezTo>
                  <a:cubicBezTo>
                    <a:pt x="141" y="54"/>
                    <a:pt x="141" y="54"/>
                    <a:pt x="141" y="54"/>
                  </a:cubicBezTo>
                  <a:cubicBezTo>
                    <a:pt x="142" y="54"/>
                    <a:pt x="144" y="54"/>
                    <a:pt x="146" y="54"/>
                  </a:cubicBezTo>
                  <a:cubicBezTo>
                    <a:pt x="147" y="54"/>
                    <a:pt x="149" y="53"/>
                    <a:pt x="150" y="53"/>
                  </a:cubicBezTo>
                  <a:cubicBezTo>
                    <a:pt x="156" y="53"/>
                    <a:pt x="163" y="55"/>
                    <a:pt x="169" y="58"/>
                  </a:cubicBezTo>
                  <a:cubicBezTo>
                    <a:pt x="175" y="60"/>
                    <a:pt x="181" y="64"/>
                    <a:pt x="187" y="70"/>
                  </a:cubicBezTo>
                  <a:cubicBezTo>
                    <a:pt x="193" y="75"/>
                    <a:pt x="199" y="82"/>
                    <a:pt x="204" y="89"/>
                  </a:cubicBezTo>
                  <a:cubicBezTo>
                    <a:pt x="215" y="103"/>
                    <a:pt x="225" y="120"/>
                    <a:pt x="237" y="138"/>
                  </a:cubicBezTo>
                  <a:cubicBezTo>
                    <a:pt x="303" y="240"/>
                    <a:pt x="303" y="240"/>
                    <a:pt x="303" y="240"/>
                  </a:cubicBezTo>
                  <a:cubicBezTo>
                    <a:pt x="367" y="343"/>
                    <a:pt x="367" y="343"/>
                    <a:pt x="367" y="343"/>
                  </a:cubicBezTo>
                  <a:cubicBezTo>
                    <a:pt x="390" y="381"/>
                    <a:pt x="414" y="420"/>
                    <a:pt x="440" y="456"/>
                  </a:cubicBezTo>
                  <a:cubicBezTo>
                    <a:pt x="447" y="466"/>
                    <a:pt x="456" y="479"/>
                    <a:pt x="466" y="484"/>
                  </a:cubicBezTo>
                  <a:cubicBezTo>
                    <a:pt x="472" y="487"/>
                    <a:pt x="478" y="490"/>
                    <a:pt x="485" y="492"/>
                  </a:cubicBezTo>
                  <a:cubicBezTo>
                    <a:pt x="490" y="493"/>
                    <a:pt x="495" y="494"/>
                    <a:pt x="498" y="490"/>
                  </a:cubicBezTo>
                  <a:cubicBezTo>
                    <a:pt x="502" y="485"/>
                    <a:pt x="499" y="475"/>
                    <a:pt x="496" y="468"/>
                  </a:cubicBezTo>
                  <a:cubicBezTo>
                    <a:pt x="490" y="450"/>
                    <a:pt x="480" y="433"/>
                    <a:pt x="471" y="416"/>
                  </a:cubicBezTo>
                  <a:cubicBezTo>
                    <a:pt x="445" y="371"/>
                    <a:pt x="419" y="326"/>
                    <a:pt x="392" y="281"/>
                  </a:cubicBezTo>
                  <a:cubicBezTo>
                    <a:pt x="379" y="259"/>
                    <a:pt x="365" y="237"/>
                    <a:pt x="351" y="215"/>
                  </a:cubicBezTo>
                  <a:cubicBezTo>
                    <a:pt x="288" y="117"/>
                    <a:pt x="288" y="117"/>
                    <a:pt x="288" y="117"/>
                  </a:cubicBezTo>
                  <a:cubicBezTo>
                    <a:pt x="277" y="101"/>
                    <a:pt x="267" y="84"/>
                    <a:pt x="255" y="67"/>
                  </a:cubicBezTo>
                  <a:cubicBezTo>
                    <a:pt x="249" y="58"/>
                    <a:pt x="242" y="49"/>
                    <a:pt x="235" y="41"/>
                  </a:cubicBezTo>
                  <a:cubicBezTo>
                    <a:pt x="231" y="37"/>
                    <a:pt x="227" y="33"/>
                    <a:pt x="222" y="29"/>
                  </a:cubicBezTo>
                  <a:cubicBezTo>
                    <a:pt x="218" y="25"/>
                    <a:pt x="213" y="21"/>
                    <a:pt x="207" y="17"/>
                  </a:cubicBezTo>
                  <a:cubicBezTo>
                    <a:pt x="197" y="11"/>
                    <a:pt x="185" y="5"/>
                    <a:pt x="173" y="2"/>
                  </a:cubicBezTo>
                  <a:cubicBezTo>
                    <a:pt x="166" y="1"/>
                    <a:pt x="160" y="0"/>
                    <a:pt x="153" y="0"/>
                  </a:cubicBezTo>
                  <a:cubicBezTo>
                    <a:pt x="150" y="0"/>
                    <a:pt x="146" y="0"/>
                    <a:pt x="143" y="0"/>
                  </a:cubicBezTo>
                  <a:cubicBezTo>
                    <a:pt x="140" y="0"/>
                    <a:pt x="137" y="1"/>
                    <a:pt x="133" y="1"/>
                  </a:cubicBezTo>
                  <a:cubicBezTo>
                    <a:pt x="121" y="3"/>
                    <a:pt x="108" y="8"/>
                    <a:pt x="97" y="15"/>
                  </a:cubicBezTo>
                  <a:cubicBezTo>
                    <a:pt x="86" y="22"/>
                    <a:pt x="76" y="32"/>
                    <a:pt x="69" y="43"/>
                  </a:cubicBezTo>
                  <a:cubicBezTo>
                    <a:pt x="61" y="56"/>
                    <a:pt x="57" y="71"/>
                    <a:pt x="55" y="85"/>
                  </a:cubicBezTo>
                  <a:cubicBezTo>
                    <a:pt x="54" y="92"/>
                    <a:pt x="54" y="99"/>
                    <a:pt x="54" y="106"/>
                  </a:cubicBezTo>
                  <a:cubicBezTo>
                    <a:pt x="55" y="113"/>
                    <a:pt x="56" y="119"/>
                    <a:pt x="57" y="126"/>
                  </a:cubicBezTo>
                  <a:cubicBezTo>
                    <a:pt x="60" y="139"/>
                    <a:pt x="64" y="151"/>
                    <a:pt x="69" y="163"/>
                  </a:cubicBezTo>
                  <a:cubicBezTo>
                    <a:pt x="74" y="174"/>
                    <a:pt x="80" y="185"/>
                    <a:pt x="86" y="194"/>
                  </a:cubicBezTo>
                  <a:cubicBezTo>
                    <a:pt x="121" y="252"/>
                    <a:pt x="121" y="252"/>
                    <a:pt x="121" y="252"/>
                  </a:cubicBezTo>
                  <a:cubicBezTo>
                    <a:pt x="133" y="271"/>
                    <a:pt x="145" y="290"/>
                    <a:pt x="157" y="309"/>
                  </a:cubicBezTo>
                  <a:cubicBezTo>
                    <a:pt x="218" y="407"/>
                    <a:pt x="281" y="504"/>
                    <a:pt x="339" y="603"/>
                  </a:cubicBezTo>
                  <a:cubicBezTo>
                    <a:pt x="349" y="620"/>
                    <a:pt x="349" y="620"/>
                    <a:pt x="349" y="620"/>
                  </a:cubicBezTo>
                  <a:cubicBezTo>
                    <a:pt x="359" y="637"/>
                    <a:pt x="359" y="637"/>
                    <a:pt x="359" y="637"/>
                  </a:cubicBezTo>
                  <a:cubicBezTo>
                    <a:pt x="361" y="641"/>
                    <a:pt x="363" y="646"/>
                    <a:pt x="365" y="652"/>
                  </a:cubicBezTo>
                  <a:cubicBezTo>
                    <a:pt x="365" y="654"/>
                    <a:pt x="366" y="657"/>
                    <a:pt x="366" y="659"/>
                  </a:cubicBezTo>
                  <a:cubicBezTo>
                    <a:pt x="367" y="660"/>
                    <a:pt x="367" y="662"/>
                    <a:pt x="367" y="662"/>
                  </a:cubicBezTo>
                  <a:cubicBezTo>
                    <a:pt x="367" y="663"/>
                    <a:pt x="367" y="664"/>
                    <a:pt x="367" y="664"/>
                  </a:cubicBezTo>
                  <a:cubicBezTo>
                    <a:pt x="367" y="668"/>
                    <a:pt x="367" y="671"/>
                    <a:pt x="365" y="675"/>
                  </a:cubicBezTo>
                  <a:cubicBezTo>
                    <a:pt x="363" y="678"/>
                    <a:pt x="360" y="680"/>
                    <a:pt x="356" y="681"/>
                  </a:cubicBezTo>
                  <a:cubicBezTo>
                    <a:pt x="353" y="682"/>
                    <a:pt x="350" y="681"/>
                    <a:pt x="347" y="681"/>
                  </a:cubicBezTo>
                  <a:cubicBezTo>
                    <a:pt x="345" y="680"/>
                    <a:pt x="345" y="680"/>
                    <a:pt x="345" y="680"/>
                  </a:cubicBezTo>
                  <a:cubicBezTo>
                    <a:pt x="340" y="678"/>
                    <a:pt x="340" y="678"/>
                    <a:pt x="340" y="678"/>
                  </a:cubicBezTo>
                  <a:cubicBezTo>
                    <a:pt x="331" y="676"/>
                    <a:pt x="331" y="676"/>
                    <a:pt x="331" y="676"/>
                  </a:cubicBezTo>
                  <a:cubicBezTo>
                    <a:pt x="300" y="667"/>
                    <a:pt x="270" y="661"/>
                    <a:pt x="239" y="657"/>
                  </a:cubicBezTo>
                  <a:cubicBezTo>
                    <a:pt x="207" y="654"/>
                    <a:pt x="176" y="653"/>
                    <a:pt x="144" y="656"/>
                  </a:cubicBezTo>
                  <a:cubicBezTo>
                    <a:pt x="128" y="657"/>
                    <a:pt x="112" y="660"/>
                    <a:pt x="97" y="665"/>
                  </a:cubicBezTo>
                  <a:cubicBezTo>
                    <a:pt x="81" y="669"/>
                    <a:pt x="66" y="675"/>
                    <a:pt x="52" y="684"/>
                  </a:cubicBezTo>
                  <a:cubicBezTo>
                    <a:pt x="38" y="693"/>
                    <a:pt x="25" y="705"/>
                    <a:pt x="16" y="719"/>
                  </a:cubicBezTo>
                  <a:cubicBezTo>
                    <a:pt x="11" y="726"/>
                    <a:pt x="8" y="733"/>
                    <a:pt x="5" y="741"/>
                  </a:cubicBezTo>
                  <a:cubicBezTo>
                    <a:pt x="4" y="745"/>
                    <a:pt x="2" y="749"/>
                    <a:pt x="2" y="753"/>
                  </a:cubicBezTo>
                  <a:cubicBezTo>
                    <a:pt x="1" y="757"/>
                    <a:pt x="0" y="762"/>
                    <a:pt x="0" y="766"/>
                  </a:cubicBezTo>
                  <a:cubicBezTo>
                    <a:pt x="0" y="783"/>
                    <a:pt x="5" y="800"/>
                    <a:pt x="17" y="812"/>
                  </a:cubicBezTo>
                  <a:cubicBezTo>
                    <a:pt x="28" y="825"/>
                    <a:pt x="43" y="833"/>
                    <a:pt x="58" y="838"/>
                  </a:cubicBezTo>
                  <a:cubicBezTo>
                    <a:pt x="73" y="843"/>
                    <a:pt x="88" y="846"/>
                    <a:pt x="103" y="850"/>
                  </a:cubicBezTo>
                  <a:cubicBezTo>
                    <a:pt x="118" y="854"/>
                    <a:pt x="133" y="858"/>
                    <a:pt x="148" y="861"/>
                  </a:cubicBezTo>
                  <a:cubicBezTo>
                    <a:pt x="208" y="877"/>
                    <a:pt x="268" y="889"/>
                    <a:pt x="327" y="906"/>
                  </a:cubicBezTo>
                  <a:cubicBezTo>
                    <a:pt x="342" y="911"/>
                    <a:pt x="357" y="915"/>
                    <a:pt x="371" y="920"/>
                  </a:cubicBezTo>
                  <a:cubicBezTo>
                    <a:pt x="386" y="926"/>
                    <a:pt x="401" y="931"/>
                    <a:pt x="415" y="937"/>
                  </a:cubicBezTo>
                  <a:cubicBezTo>
                    <a:pt x="430" y="942"/>
                    <a:pt x="444" y="948"/>
                    <a:pt x="459" y="954"/>
                  </a:cubicBezTo>
                  <a:cubicBezTo>
                    <a:pt x="466" y="956"/>
                    <a:pt x="474" y="959"/>
                    <a:pt x="481" y="961"/>
                  </a:cubicBezTo>
                  <a:cubicBezTo>
                    <a:pt x="489" y="964"/>
                    <a:pt x="496" y="966"/>
                    <a:pt x="504" y="967"/>
                  </a:cubicBezTo>
                  <a:cubicBezTo>
                    <a:pt x="535" y="975"/>
                    <a:pt x="565" y="978"/>
                    <a:pt x="596" y="985"/>
                  </a:cubicBezTo>
                  <a:cubicBezTo>
                    <a:pt x="626" y="992"/>
                    <a:pt x="655" y="1004"/>
                    <a:pt x="681" y="1020"/>
                  </a:cubicBezTo>
                  <a:cubicBezTo>
                    <a:pt x="707" y="1036"/>
                    <a:pt x="731" y="1057"/>
                    <a:pt x="752" y="1079"/>
                  </a:cubicBezTo>
                  <a:cubicBezTo>
                    <a:pt x="774" y="1102"/>
                    <a:pt x="792" y="1127"/>
                    <a:pt x="810" y="1153"/>
                  </a:cubicBezTo>
                  <a:cubicBezTo>
                    <a:pt x="819" y="1165"/>
                    <a:pt x="827" y="1177"/>
                    <a:pt x="835" y="1190"/>
                  </a:cubicBezTo>
                  <a:cubicBezTo>
                    <a:pt x="842" y="1201"/>
                    <a:pt x="842" y="1201"/>
                    <a:pt x="842" y="1201"/>
                  </a:cubicBezTo>
                  <a:cubicBezTo>
                    <a:pt x="843" y="1203"/>
                    <a:pt x="845" y="1208"/>
                    <a:pt x="847" y="1210"/>
                  </a:cubicBezTo>
                  <a:cubicBezTo>
                    <a:pt x="849" y="1211"/>
                    <a:pt x="851" y="1212"/>
                    <a:pt x="853" y="1211"/>
                  </a:cubicBezTo>
                  <a:cubicBezTo>
                    <a:pt x="857" y="1211"/>
                    <a:pt x="858" y="1205"/>
                    <a:pt x="855" y="1199"/>
                  </a:cubicBezTo>
                  <a:cubicBezTo>
                    <a:pt x="827" y="1150"/>
                    <a:pt x="797" y="1100"/>
                    <a:pt x="756" y="10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ja-JP" altLang="en-US"/>
            </a:p>
          </p:txBody>
        </p:sp>
        <p:sp>
          <p:nvSpPr>
            <p:cNvPr id="25" name="Freeform 83">
              <a:extLst>
                <a:ext uri="{FF2B5EF4-FFF2-40B4-BE49-F238E27FC236}">
                  <a16:creationId xmlns:a16="http://schemas.microsoft.com/office/drawing/2014/main" id="{7F69D393-B659-F4A3-B664-B9D6E332DBF1}"/>
                </a:ext>
              </a:extLst>
            </p:cNvPr>
            <p:cNvSpPr>
              <a:spLocks/>
            </p:cNvSpPr>
            <p:nvPr/>
          </p:nvSpPr>
          <p:spPr bwMode="auto">
            <a:xfrm>
              <a:off x="258996" y="462807"/>
              <a:ext cx="1077" cy="1416"/>
            </a:xfrm>
            <a:custGeom>
              <a:avLst/>
              <a:gdLst>
                <a:gd name="T0" fmla="*/ 878 w 884"/>
                <a:gd name="T1" fmla="*/ 892 h 1161"/>
                <a:gd name="T2" fmla="*/ 864 w 884"/>
                <a:gd name="T3" fmla="*/ 871 h 1161"/>
                <a:gd name="T4" fmla="*/ 822 w 884"/>
                <a:gd name="T5" fmla="*/ 784 h 1161"/>
                <a:gd name="T6" fmla="*/ 820 w 884"/>
                <a:gd name="T7" fmla="*/ 765 h 1161"/>
                <a:gd name="T8" fmla="*/ 823 w 884"/>
                <a:gd name="T9" fmla="*/ 748 h 1161"/>
                <a:gd name="T10" fmla="*/ 849 w 884"/>
                <a:gd name="T11" fmla="*/ 604 h 1161"/>
                <a:gd name="T12" fmla="*/ 800 w 884"/>
                <a:gd name="T13" fmla="*/ 461 h 1161"/>
                <a:gd name="T14" fmla="*/ 691 w 884"/>
                <a:gd name="T15" fmla="*/ 286 h 1161"/>
                <a:gd name="T16" fmla="*/ 552 w 884"/>
                <a:gd name="T17" fmla="*/ 70 h 1161"/>
                <a:gd name="T18" fmla="*/ 458 w 884"/>
                <a:gd name="T19" fmla="*/ 56 h 1161"/>
                <a:gd name="T20" fmla="*/ 409 w 884"/>
                <a:gd name="T21" fmla="*/ 113 h 1161"/>
                <a:gd name="T22" fmla="*/ 367 w 884"/>
                <a:gd name="T23" fmla="*/ 53 h 1161"/>
                <a:gd name="T24" fmla="*/ 321 w 884"/>
                <a:gd name="T25" fmla="*/ 12 h 1161"/>
                <a:gd name="T26" fmla="*/ 270 w 884"/>
                <a:gd name="T27" fmla="*/ 0 h 1161"/>
                <a:gd name="T28" fmla="*/ 226 w 884"/>
                <a:gd name="T29" fmla="*/ 15 h 1161"/>
                <a:gd name="T30" fmla="*/ 190 w 884"/>
                <a:gd name="T31" fmla="*/ 66 h 1161"/>
                <a:gd name="T32" fmla="*/ 138 w 884"/>
                <a:gd name="T33" fmla="*/ 41 h 1161"/>
                <a:gd name="T34" fmla="*/ 69 w 884"/>
                <a:gd name="T35" fmla="*/ 30 h 1161"/>
                <a:gd name="T36" fmla="*/ 2 w 884"/>
                <a:gd name="T37" fmla="*/ 101 h 1161"/>
                <a:gd name="T38" fmla="*/ 0 w 884"/>
                <a:gd name="T39" fmla="*/ 114 h 1161"/>
                <a:gd name="T40" fmla="*/ 23 w 884"/>
                <a:gd name="T41" fmla="*/ 92 h 1161"/>
                <a:gd name="T42" fmla="*/ 61 w 884"/>
                <a:gd name="T43" fmla="*/ 62 h 1161"/>
                <a:gd name="T44" fmla="*/ 114 w 884"/>
                <a:gd name="T45" fmla="*/ 67 h 1161"/>
                <a:gd name="T46" fmla="*/ 149 w 884"/>
                <a:gd name="T47" fmla="*/ 118 h 1161"/>
                <a:gd name="T48" fmla="*/ 236 w 884"/>
                <a:gd name="T49" fmla="*/ 247 h 1161"/>
                <a:gd name="T50" fmla="*/ 294 w 884"/>
                <a:gd name="T51" fmla="*/ 317 h 1161"/>
                <a:gd name="T52" fmla="*/ 327 w 884"/>
                <a:gd name="T53" fmla="*/ 309 h 1161"/>
                <a:gd name="T54" fmla="*/ 319 w 884"/>
                <a:gd name="T55" fmla="*/ 265 h 1161"/>
                <a:gd name="T56" fmla="*/ 283 w 884"/>
                <a:gd name="T57" fmla="*/ 221 h 1161"/>
                <a:gd name="T58" fmla="*/ 207 w 884"/>
                <a:gd name="T59" fmla="*/ 113 h 1161"/>
                <a:gd name="T60" fmla="*/ 206 w 884"/>
                <a:gd name="T61" fmla="*/ 84 h 1161"/>
                <a:gd name="T62" fmla="*/ 222 w 884"/>
                <a:gd name="T63" fmla="*/ 52 h 1161"/>
                <a:gd name="T64" fmla="*/ 240 w 884"/>
                <a:gd name="T65" fmla="*/ 40 h 1161"/>
                <a:gd name="T66" fmla="*/ 268 w 884"/>
                <a:gd name="T67" fmla="*/ 32 h 1161"/>
                <a:gd name="T68" fmla="*/ 272 w 884"/>
                <a:gd name="T69" fmla="*/ 33 h 1161"/>
                <a:gd name="T70" fmla="*/ 298 w 884"/>
                <a:gd name="T71" fmla="*/ 43 h 1161"/>
                <a:gd name="T72" fmla="*/ 305 w 884"/>
                <a:gd name="T73" fmla="*/ 50 h 1161"/>
                <a:gd name="T74" fmla="*/ 335 w 884"/>
                <a:gd name="T75" fmla="*/ 96 h 1161"/>
                <a:gd name="T76" fmla="*/ 388 w 884"/>
                <a:gd name="T77" fmla="*/ 181 h 1161"/>
                <a:gd name="T78" fmla="*/ 458 w 884"/>
                <a:gd name="T79" fmla="*/ 274 h 1161"/>
                <a:gd name="T80" fmla="*/ 498 w 884"/>
                <a:gd name="T81" fmla="*/ 292 h 1161"/>
                <a:gd name="T82" fmla="*/ 514 w 884"/>
                <a:gd name="T83" fmla="*/ 266 h 1161"/>
                <a:gd name="T84" fmla="*/ 477 w 884"/>
                <a:gd name="T85" fmla="*/ 211 h 1161"/>
                <a:gd name="T86" fmla="*/ 422 w 884"/>
                <a:gd name="T87" fmla="*/ 133 h 1161"/>
                <a:gd name="T88" fmla="*/ 455 w 884"/>
                <a:gd name="T89" fmla="*/ 78 h 1161"/>
                <a:gd name="T90" fmla="*/ 505 w 884"/>
                <a:gd name="T91" fmla="*/ 65 h 1161"/>
                <a:gd name="T92" fmla="*/ 581 w 884"/>
                <a:gd name="T93" fmla="*/ 161 h 1161"/>
                <a:gd name="T94" fmla="*/ 700 w 884"/>
                <a:gd name="T95" fmla="*/ 370 h 1161"/>
                <a:gd name="T96" fmla="*/ 796 w 884"/>
                <a:gd name="T97" fmla="*/ 573 h 1161"/>
                <a:gd name="T98" fmla="*/ 773 w 884"/>
                <a:gd name="T99" fmla="*/ 723 h 1161"/>
                <a:gd name="T100" fmla="*/ 767 w 884"/>
                <a:gd name="T101" fmla="*/ 752 h 1161"/>
                <a:gd name="T102" fmla="*/ 803 w 884"/>
                <a:gd name="T103" fmla="*/ 878 h 1161"/>
                <a:gd name="T104" fmla="*/ 821 w 884"/>
                <a:gd name="T105" fmla="*/ 904 h 1161"/>
                <a:gd name="T106" fmla="*/ 822 w 884"/>
                <a:gd name="T107" fmla="*/ 905 h 1161"/>
                <a:gd name="T108" fmla="*/ 802 w 884"/>
                <a:gd name="T109" fmla="*/ 925 h 1161"/>
                <a:gd name="T110" fmla="*/ 592 w 884"/>
                <a:gd name="T111" fmla="*/ 1070 h 1161"/>
                <a:gd name="T112" fmla="*/ 516 w 884"/>
                <a:gd name="T113" fmla="*/ 1145 h 1161"/>
                <a:gd name="T114" fmla="*/ 564 w 884"/>
                <a:gd name="T115" fmla="*/ 1148 h 1161"/>
                <a:gd name="T116" fmla="*/ 728 w 884"/>
                <a:gd name="T117" fmla="*/ 1044 h 1161"/>
                <a:gd name="T118" fmla="*/ 844 w 884"/>
                <a:gd name="T119" fmla="*/ 960 h 1161"/>
                <a:gd name="T120" fmla="*/ 883 w 884"/>
                <a:gd name="T121" fmla="*/ 918 h 1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884" h="1161">
                  <a:moveTo>
                    <a:pt x="882" y="901"/>
                  </a:moveTo>
                  <a:cubicBezTo>
                    <a:pt x="881" y="899"/>
                    <a:pt x="881" y="898"/>
                    <a:pt x="880" y="896"/>
                  </a:cubicBezTo>
                  <a:cubicBezTo>
                    <a:pt x="878" y="892"/>
                    <a:pt x="878" y="892"/>
                    <a:pt x="878" y="892"/>
                  </a:cubicBezTo>
                  <a:cubicBezTo>
                    <a:pt x="873" y="884"/>
                    <a:pt x="873" y="884"/>
                    <a:pt x="873" y="884"/>
                  </a:cubicBezTo>
                  <a:cubicBezTo>
                    <a:pt x="871" y="881"/>
                    <a:pt x="869" y="879"/>
                    <a:pt x="867" y="876"/>
                  </a:cubicBezTo>
                  <a:cubicBezTo>
                    <a:pt x="864" y="871"/>
                    <a:pt x="864" y="871"/>
                    <a:pt x="864" y="871"/>
                  </a:cubicBezTo>
                  <a:cubicBezTo>
                    <a:pt x="857" y="861"/>
                    <a:pt x="857" y="861"/>
                    <a:pt x="857" y="861"/>
                  </a:cubicBezTo>
                  <a:cubicBezTo>
                    <a:pt x="849" y="848"/>
                    <a:pt x="841" y="836"/>
                    <a:pt x="835" y="823"/>
                  </a:cubicBezTo>
                  <a:cubicBezTo>
                    <a:pt x="829" y="810"/>
                    <a:pt x="824" y="797"/>
                    <a:pt x="822" y="784"/>
                  </a:cubicBezTo>
                  <a:cubicBezTo>
                    <a:pt x="821" y="782"/>
                    <a:pt x="821" y="781"/>
                    <a:pt x="821" y="779"/>
                  </a:cubicBezTo>
                  <a:cubicBezTo>
                    <a:pt x="821" y="774"/>
                    <a:pt x="821" y="774"/>
                    <a:pt x="821" y="774"/>
                  </a:cubicBezTo>
                  <a:cubicBezTo>
                    <a:pt x="820" y="771"/>
                    <a:pt x="821" y="768"/>
                    <a:pt x="820" y="765"/>
                  </a:cubicBezTo>
                  <a:cubicBezTo>
                    <a:pt x="821" y="761"/>
                    <a:pt x="821" y="758"/>
                    <a:pt x="821" y="755"/>
                  </a:cubicBezTo>
                  <a:cubicBezTo>
                    <a:pt x="823" y="751"/>
                    <a:pt x="823" y="751"/>
                    <a:pt x="823" y="751"/>
                  </a:cubicBezTo>
                  <a:cubicBezTo>
                    <a:pt x="823" y="748"/>
                    <a:pt x="823" y="748"/>
                    <a:pt x="823" y="748"/>
                  </a:cubicBezTo>
                  <a:cubicBezTo>
                    <a:pt x="823" y="747"/>
                    <a:pt x="823" y="747"/>
                    <a:pt x="824" y="746"/>
                  </a:cubicBezTo>
                  <a:cubicBezTo>
                    <a:pt x="833" y="715"/>
                    <a:pt x="841" y="683"/>
                    <a:pt x="845" y="650"/>
                  </a:cubicBezTo>
                  <a:cubicBezTo>
                    <a:pt x="847" y="635"/>
                    <a:pt x="849" y="619"/>
                    <a:pt x="849" y="604"/>
                  </a:cubicBezTo>
                  <a:cubicBezTo>
                    <a:pt x="849" y="588"/>
                    <a:pt x="846" y="572"/>
                    <a:pt x="842" y="557"/>
                  </a:cubicBezTo>
                  <a:cubicBezTo>
                    <a:pt x="838" y="539"/>
                    <a:pt x="832" y="522"/>
                    <a:pt x="824" y="506"/>
                  </a:cubicBezTo>
                  <a:cubicBezTo>
                    <a:pt x="817" y="490"/>
                    <a:pt x="809" y="475"/>
                    <a:pt x="800" y="461"/>
                  </a:cubicBezTo>
                  <a:cubicBezTo>
                    <a:pt x="790" y="446"/>
                    <a:pt x="781" y="432"/>
                    <a:pt x="771" y="417"/>
                  </a:cubicBezTo>
                  <a:cubicBezTo>
                    <a:pt x="761" y="403"/>
                    <a:pt x="752" y="389"/>
                    <a:pt x="742" y="374"/>
                  </a:cubicBezTo>
                  <a:cubicBezTo>
                    <a:pt x="724" y="346"/>
                    <a:pt x="708" y="316"/>
                    <a:pt x="691" y="286"/>
                  </a:cubicBezTo>
                  <a:cubicBezTo>
                    <a:pt x="674" y="257"/>
                    <a:pt x="655" y="229"/>
                    <a:pt x="637" y="200"/>
                  </a:cubicBezTo>
                  <a:cubicBezTo>
                    <a:pt x="619" y="171"/>
                    <a:pt x="601" y="141"/>
                    <a:pt x="583" y="112"/>
                  </a:cubicBezTo>
                  <a:cubicBezTo>
                    <a:pt x="574" y="97"/>
                    <a:pt x="564" y="83"/>
                    <a:pt x="552" y="70"/>
                  </a:cubicBezTo>
                  <a:cubicBezTo>
                    <a:pt x="546" y="64"/>
                    <a:pt x="539" y="59"/>
                    <a:pt x="531" y="54"/>
                  </a:cubicBezTo>
                  <a:cubicBezTo>
                    <a:pt x="524" y="50"/>
                    <a:pt x="516" y="47"/>
                    <a:pt x="507" y="45"/>
                  </a:cubicBezTo>
                  <a:cubicBezTo>
                    <a:pt x="490" y="43"/>
                    <a:pt x="472" y="47"/>
                    <a:pt x="458" y="56"/>
                  </a:cubicBezTo>
                  <a:cubicBezTo>
                    <a:pt x="443" y="64"/>
                    <a:pt x="432" y="77"/>
                    <a:pt x="423" y="91"/>
                  </a:cubicBezTo>
                  <a:cubicBezTo>
                    <a:pt x="418" y="97"/>
                    <a:pt x="414" y="104"/>
                    <a:pt x="410" y="111"/>
                  </a:cubicBezTo>
                  <a:cubicBezTo>
                    <a:pt x="409" y="113"/>
                    <a:pt x="409" y="113"/>
                    <a:pt x="409" y="113"/>
                  </a:cubicBezTo>
                  <a:cubicBezTo>
                    <a:pt x="385" y="78"/>
                    <a:pt x="385" y="78"/>
                    <a:pt x="385" y="78"/>
                  </a:cubicBezTo>
                  <a:cubicBezTo>
                    <a:pt x="377" y="65"/>
                    <a:pt x="377" y="65"/>
                    <a:pt x="377" y="65"/>
                  </a:cubicBezTo>
                  <a:cubicBezTo>
                    <a:pt x="374" y="61"/>
                    <a:pt x="370" y="57"/>
                    <a:pt x="367" y="53"/>
                  </a:cubicBezTo>
                  <a:cubicBezTo>
                    <a:pt x="359" y="44"/>
                    <a:pt x="351" y="34"/>
                    <a:pt x="342" y="26"/>
                  </a:cubicBezTo>
                  <a:cubicBezTo>
                    <a:pt x="337" y="21"/>
                    <a:pt x="331" y="18"/>
                    <a:pt x="326" y="14"/>
                  </a:cubicBezTo>
                  <a:cubicBezTo>
                    <a:pt x="321" y="12"/>
                    <a:pt x="321" y="12"/>
                    <a:pt x="321" y="12"/>
                  </a:cubicBezTo>
                  <a:cubicBezTo>
                    <a:pt x="320" y="11"/>
                    <a:pt x="318" y="10"/>
                    <a:pt x="317" y="10"/>
                  </a:cubicBezTo>
                  <a:cubicBezTo>
                    <a:pt x="313" y="9"/>
                    <a:pt x="310" y="7"/>
                    <a:pt x="307" y="7"/>
                  </a:cubicBezTo>
                  <a:cubicBezTo>
                    <a:pt x="295" y="3"/>
                    <a:pt x="283" y="0"/>
                    <a:pt x="270" y="0"/>
                  </a:cubicBezTo>
                  <a:cubicBezTo>
                    <a:pt x="263" y="0"/>
                    <a:pt x="257" y="2"/>
                    <a:pt x="252" y="4"/>
                  </a:cubicBezTo>
                  <a:cubicBezTo>
                    <a:pt x="246" y="6"/>
                    <a:pt x="240" y="8"/>
                    <a:pt x="235" y="11"/>
                  </a:cubicBezTo>
                  <a:cubicBezTo>
                    <a:pt x="232" y="12"/>
                    <a:pt x="229" y="14"/>
                    <a:pt x="226" y="15"/>
                  </a:cubicBezTo>
                  <a:cubicBezTo>
                    <a:pt x="224" y="17"/>
                    <a:pt x="221" y="19"/>
                    <a:pt x="219" y="20"/>
                  </a:cubicBezTo>
                  <a:cubicBezTo>
                    <a:pt x="214" y="24"/>
                    <a:pt x="209" y="28"/>
                    <a:pt x="205" y="33"/>
                  </a:cubicBezTo>
                  <a:cubicBezTo>
                    <a:pt x="196" y="42"/>
                    <a:pt x="191" y="54"/>
                    <a:pt x="190" y="66"/>
                  </a:cubicBezTo>
                  <a:cubicBezTo>
                    <a:pt x="189" y="74"/>
                    <a:pt x="188" y="82"/>
                    <a:pt x="189" y="90"/>
                  </a:cubicBezTo>
                  <a:cubicBezTo>
                    <a:pt x="181" y="81"/>
                    <a:pt x="175" y="72"/>
                    <a:pt x="167" y="64"/>
                  </a:cubicBezTo>
                  <a:cubicBezTo>
                    <a:pt x="159" y="55"/>
                    <a:pt x="149" y="47"/>
                    <a:pt x="138" y="41"/>
                  </a:cubicBezTo>
                  <a:cubicBezTo>
                    <a:pt x="127" y="36"/>
                    <a:pt x="117" y="30"/>
                    <a:pt x="105" y="27"/>
                  </a:cubicBezTo>
                  <a:cubicBezTo>
                    <a:pt x="99" y="26"/>
                    <a:pt x="93" y="26"/>
                    <a:pt x="87" y="26"/>
                  </a:cubicBezTo>
                  <a:cubicBezTo>
                    <a:pt x="81" y="27"/>
                    <a:pt x="75" y="28"/>
                    <a:pt x="69" y="30"/>
                  </a:cubicBezTo>
                  <a:cubicBezTo>
                    <a:pt x="58" y="32"/>
                    <a:pt x="47" y="38"/>
                    <a:pt x="37" y="45"/>
                  </a:cubicBezTo>
                  <a:cubicBezTo>
                    <a:pt x="28" y="52"/>
                    <a:pt x="20" y="60"/>
                    <a:pt x="14" y="70"/>
                  </a:cubicBezTo>
                  <a:cubicBezTo>
                    <a:pt x="8" y="80"/>
                    <a:pt x="4" y="90"/>
                    <a:pt x="2" y="101"/>
                  </a:cubicBezTo>
                  <a:cubicBezTo>
                    <a:pt x="2" y="104"/>
                    <a:pt x="1" y="107"/>
                    <a:pt x="1" y="109"/>
                  </a:cubicBezTo>
                  <a:cubicBezTo>
                    <a:pt x="1" y="112"/>
                    <a:pt x="1" y="112"/>
                    <a:pt x="1" y="112"/>
                  </a:cubicBezTo>
                  <a:cubicBezTo>
                    <a:pt x="1" y="112"/>
                    <a:pt x="0" y="113"/>
                    <a:pt x="0" y="114"/>
                  </a:cubicBezTo>
                  <a:cubicBezTo>
                    <a:pt x="1" y="114"/>
                    <a:pt x="2" y="115"/>
                    <a:pt x="4" y="116"/>
                  </a:cubicBezTo>
                  <a:cubicBezTo>
                    <a:pt x="8" y="117"/>
                    <a:pt x="11" y="118"/>
                    <a:pt x="12" y="117"/>
                  </a:cubicBezTo>
                  <a:cubicBezTo>
                    <a:pt x="15" y="108"/>
                    <a:pt x="18" y="100"/>
                    <a:pt x="23" y="92"/>
                  </a:cubicBezTo>
                  <a:cubicBezTo>
                    <a:pt x="27" y="85"/>
                    <a:pt x="33" y="78"/>
                    <a:pt x="40" y="73"/>
                  </a:cubicBezTo>
                  <a:cubicBezTo>
                    <a:pt x="43" y="71"/>
                    <a:pt x="47" y="69"/>
                    <a:pt x="51" y="67"/>
                  </a:cubicBezTo>
                  <a:cubicBezTo>
                    <a:pt x="54" y="65"/>
                    <a:pt x="58" y="63"/>
                    <a:pt x="61" y="62"/>
                  </a:cubicBezTo>
                  <a:cubicBezTo>
                    <a:pt x="68" y="59"/>
                    <a:pt x="75" y="57"/>
                    <a:pt x="83" y="57"/>
                  </a:cubicBezTo>
                  <a:cubicBezTo>
                    <a:pt x="91" y="57"/>
                    <a:pt x="98" y="59"/>
                    <a:pt x="105" y="62"/>
                  </a:cubicBezTo>
                  <a:cubicBezTo>
                    <a:pt x="109" y="63"/>
                    <a:pt x="112" y="65"/>
                    <a:pt x="114" y="67"/>
                  </a:cubicBezTo>
                  <a:cubicBezTo>
                    <a:pt x="117" y="69"/>
                    <a:pt x="120" y="73"/>
                    <a:pt x="123" y="76"/>
                  </a:cubicBezTo>
                  <a:cubicBezTo>
                    <a:pt x="126" y="81"/>
                    <a:pt x="131" y="87"/>
                    <a:pt x="135" y="93"/>
                  </a:cubicBezTo>
                  <a:cubicBezTo>
                    <a:pt x="139" y="100"/>
                    <a:pt x="144" y="109"/>
                    <a:pt x="149" y="118"/>
                  </a:cubicBezTo>
                  <a:cubicBezTo>
                    <a:pt x="159" y="137"/>
                    <a:pt x="170" y="154"/>
                    <a:pt x="181" y="172"/>
                  </a:cubicBezTo>
                  <a:cubicBezTo>
                    <a:pt x="190" y="186"/>
                    <a:pt x="199" y="199"/>
                    <a:pt x="209" y="212"/>
                  </a:cubicBezTo>
                  <a:cubicBezTo>
                    <a:pt x="218" y="224"/>
                    <a:pt x="227" y="236"/>
                    <a:pt x="236" y="247"/>
                  </a:cubicBezTo>
                  <a:cubicBezTo>
                    <a:pt x="245" y="259"/>
                    <a:pt x="254" y="271"/>
                    <a:pt x="263" y="282"/>
                  </a:cubicBezTo>
                  <a:cubicBezTo>
                    <a:pt x="277" y="299"/>
                    <a:pt x="277" y="299"/>
                    <a:pt x="277" y="299"/>
                  </a:cubicBezTo>
                  <a:cubicBezTo>
                    <a:pt x="282" y="306"/>
                    <a:pt x="286" y="313"/>
                    <a:pt x="294" y="317"/>
                  </a:cubicBezTo>
                  <a:cubicBezTo>
                    <a:pt x="296" y="319"/>
                    <a:pt x="298" y="321"/>
                    <a:pt x="304" y="319"/>
                  </a:cubicBezTo>
                  <a:cubicBezTo>
                    <a:pt x="308" y="318"/>
                    <a:pt x="312" y="317"/>
                    <a:pt x="316" y="315"/>
                  </a:cubicBezTo>
                  <a:cubicBezTo>
                    <a:pt x="320" y="314"/>
                    <a:pt x="324" y="312"/>
                    <a:pt x="327" y="309"/>
                  </a:cubicBezTo>
                  <a:cubicBezTo>
                    <a:pt x="332" y="306"/>
                    <a:pt x="333" y="303"/>
                    <a:pt x="334" y="301"/>
                  </a:cubicBezTo>
                  <a:cubicBezTo>
                    <a:pt x="335" y="296"/>
                    <a:pt x="334" y="293"/>
                    <a:pt x="332" y="290"/>
                  </a:cubicBezTo>
                  <a:cubicBezTo>
                    <a:pt x="328" y="282"/>
                    <a:pt x="324" y="273"/>
                    <a:pt x="319" y="265"/>
                  </a:cubicBezTo>
                  <a:cubicBezTo>
                    <a:pt x="316" y="261"/>
                    <a:pt x="313" y="258"/>
                    <a:pt x="310" y="254"/>
                  </a:cubicBezTo>
                  <a:cubicBezTo>
                    <a:pt x="296" y="238"/>
                    <a:pt x="296" y="238"/>
                    <a:pt x="296" y="238"/>
                  </a:cubicBezTo>
                  <a:cubicBezTo>
                    <a:pt x="283" y="221"/>
                    <a:pt x="283" y="221"/>
                    <a:pt x="283" y="221"/>
                  </a:cubicBezTo>
                  <a:cubicBezTo>
                    <a:pt x="270" y="204"/>
                    <a:pt x="270" y="204"/>
                    <a:pt x="270" y="204"/>
                  </a:cubicBezTo>
                  <a:cubicBezTo>
                    <a:pt x="260" y="192"/>
                    <a:pt x="251" y="178"/>
                    <a:pt x="242" y="165"/>
                  </a:cubicBezTo>
                  <a:cubicBezTo>
                    <a:pt x="207" y="113"/>
                    <a:pt x="207" y="113"/>
                    <a:pt x="207" y="113"/>
                  </a:cubicBezTo>
                  <a:cubicBezTo>
                    <a:pt x="205" y="111"/>
                    <a:pt x="205" y="111"/>
                    <a:pt x="205" y="111"/>
                  </a:cubicBezTo>
                  <a:cubicBezTo>
                    <a:pt x="206" y="111"/>
                    <a:pt x="206" y="111"/>
                    <a:pt x="206" y="110"/>
                  </a:cubicBezTo>
                  <a:cubicBezTo>
                    <a:pt x="205" y="103"/>
                    <a:pt x="205" y="93"/>
                    <a:pt x="206" y="84"/>
                  </a:cubicBezTo>
                  <a:cubicBezTo>
                    <a:pt x="207" y="79"/>
                    <a:pt x="207" y="74"/>
                    <a:pt x="209" y="70"/>
                  </a:cubicBezTo>
                  <a:cubicBezTo>
                    <a:pt x="210" y="66"/>
                    <a:pt x="212" y="62"/>
                    <a:pt x="214" y="59"/>
                  </a:cubicBezTo>
                  <a:cubicBezTo>
                    <a:pt x="217" y="56"/>
                    <a:pt x="220" y="54"/>
                    <a:pt x="222" y="52"/>
                  </a:cubicBezTo>
                  <a:cubicBezTo>
                    <a:pt x="225" y="49"/>
                    <a:pt x="228" y="47"/>
                    <a:pt x="232" y="45"/>
                  </a:cubicBezTo>
                  <a:cubicBezTo>
                    <a:pt x="233" y="43"/>
                    <a:pt x="235" y="42"/>
                    <a:pt x="237" y="41"/>
                  </a:cubicBezTo>
                  <a:cubicBezTo>
                    <a:pt x="240" y="40"/>
                    <a:pt x="240" y="40"/>
                    <a:pt x="240" y="40"/>
                  </a:cubicBezTo>
                  <a:cubicBezTo>
                    <a:pt x="242" y="39"/>
                    <a:pt x="242" y="39"/>
                    <a:pt x="242" y="39"/>
                  </a:cubicBezTo>
                  <a:cubicBezTo>
                    <a:pt x="246" y="37"/>
                    <a:pt x="250" y="36"/>
                    <a:pt x="255" y="35"/>
                  </a:cubicBezTo>
                  <a:cubicBezTo>
                    <a:pt x="259" y="34"/>
                    <a:pt x="264" y="33"/>
                    <a:pt x="268" y="32"/>
                  </a:cubicBezTo>
                  <a:cubicBezTo>
                    <a:pt x="269" y="32"/>
                    <a:pt x="270" y="32"/>
                    <a:pt x="270" y="32"/>
                  </a:cubicBezTo>
                  <a:cubicBezTo>
                    <a:pt x="270" y="32"/>
                    <a:pt x="270" y="32"/>
                    <a:pt x="271" y="32"/>
                  </a:cubicBezTo>
                  <a:cubicBezTo>
                    <a:pt x="272" y="33"/>
                    <a:pt x="272" y="33"/>
                    <a:pt x="272" y="33"/>
                  </a:cubicBezTo>
                  <a:cubicBezTo>
                    <a:pt x="275" y="33"/>
                    <a:pt x="277" y="33"/>
                    <a:pt x="279" y="33"/>
                  </a:cubicBezTo>
                  <a:cubicBezTo>
                    <a:pt x="283" y="34"/>
                    <a:pt x="287" y="35"/>
                    <a:pt x="290" y="37"/>
                  </a:cubicBezTo>
                  <a:cubicBezTo>
                    <a:pt x="293" y="38"/>
                    <a:pt x="297" y="41"/>
                    <a:pt x="298" y="43"/>
                  </a:cubicBezTo>
                  <a:cubicBezTo>
                    <a:pt x="299" y="44"/>
                    <a:pt x="300" y="44"/>
                    <a:pt x="300" y="45"/>
                  </a:cubicBezTo>
                  <a:cubicBezTo>
                    <a:pt x="301" y="45"/>
                    <a:pt x="301" y="46"/>
                    <a:pt x="302" y="46"/>
                  </a:cubicBezTo>
                  <a:cubicBezTo>
                    <a:pt x="303" y="48"/>
                    <a:pt x="304" y="49"/>
                    <a:pt x="305" y="50"/>
                  </a:cubicBezTo>
                  <a:cubicBezTo>
                    <a:pt x="308" y="53"/>
                    <a:pt x="310" y="56"/>
                    <a:pt x="313" y="59"/>
                  </a:cubicBezTo>
                  <a:cubicBezTo>
                    <a:pt x="317" y="65"/>
                    <a:pt x="322" y="72"/>
                    <a:pt x="327" y="81"/>
                  </a:cubicBezTo>
                  <a:cubicBezTo>
                    <a:pt x="329" y="86"/>
                    <a:pt x="332" y="91"/>
                    <a:pt x="335" y="96"/>
                  </a:cubicBezTo>
                  <a:cubicBezTo>
                    <a:pt x="337" y="100"/>
                    <a:pt x="340" y="105"/>
                    <a:pt x="343" y="110"/>
                  </a:cubicBezTo>
                  <a:cubicBezTo>
                    <a:pt x="348" y="120"/>
                    <a:pt x="354" y="129"/>
                    <a:pt x="360" y="138"/>
                  </a:cubicBezTo>
                  <a:cubicBezTo>
                    <a:pt x="369" y="153"/>
                    <a:pt x="378" y="167"/>
                    <a:pt x="388" y="181"/>
                  </a:cubicBezTo>
                  <a:cubicBezTo>
                    <a:pt x="397" y="194"/>
                    <a:pt x="406" y="206"/>
                    <a:pt x="415" y="219"/>
                  </a:cubicBezTo>
                  <a:cubicBezTo>
                    <a:pt x="425" y="231"/>
                    <a:pt x="434" y="244"/>
                    <a:pt x="443" y="256"/>
                  </a:cubicBezTo>
                  <a:cubicBezTo>
                    <a:pt x="458" y="274"/>
                    <a:pt x="458" y="274"/>
                    <a:pt x="458" y="274"/>
                  </a:cubicBezTo>
                  <a:cubicBezTo>
                    <a:pt x="463" y="281"/>
                    <a:pt x="467" y="288"/>
                    <a:pt x="475" y="294"/>
                  </a:cubicBezTo>
                  <a:cubicBezTo>
                    <a:pt x="477" y="295"/>
                    <a:pt x="479" y="297"/>
                    <a:pt x="486" y="295"/>
                  </a:cubicBezTo>
                  <a:cubicBezTo>
                    <a:pt x="490" y="294"/>
                    <a:pt x="494" y="293"/>
                    <a:pt x="498" y="292"/>
                  </a:cubicBezTo>
                  <a:cubicBezTo>
                    <a:pt x="501" y="291"/>
                    <a:pt x="505" y="289"/>
                    <a:pt x="509" y="286"/>
                  </a:cubicBezTo>
                  <a:cubicBezTo>
                    <a:pt x="514" y="283"/>
                    <a:pt x="515" y="280"/>
                    <a:pt x="516" y="278"/>
                  </a:cubicBezTo>
                  <a:cubicBezTo>
                    <a:pt x="517" y="273"/>
                    <a:pt x="515" y="270"/>
                    <a:pt x="514" y="266"/>
                  </a:cubicBezTo>
                  <a:cubicBezTo>
                    <a:pt x="509" y="258"/>
                    <a:pt x="505" y="249"/>
                    <a:pt x="500" y="240"/>
                  </a:cubicBezTo>
                  <a:cubicBezTo>
                    <a:pt x="497" y="236"/>
                    <a:pt x="494" y="232"/>
                    <a:pt x="491" y="228"/>
                  </a:cubicBezTo>
                  <a:cubicBezTo>
                    <a:pt x="477" y="211"/>
                    <a:pt x="477" y="211"/>
                    <a:pt x="477" y="211"/>
                  </a:cubicBezTo>
                  <a:cubicBezTo>
                    <a:pt x="463" y="193"/>
                    <a:pt x="463" y="193"/>
                    <a:pt x="463" y="193"/>
                  </a:cubicBezTo>
                  <a:cubicBezTo>
                    <a:pt x="450" y="175"/>
                    <a:pt x="450" y="175"/>
                    <a:pt x="450" y="175"/>
                  </a:cubicBezTo>
                  <a:cubicBezTo>
                    <a:pt x="440" y="162"/>
                    <a:pt x="431" y="147"/>
                    <a:pt x="422" y="133"/>
                  </a:cubicBezTo>
                  <a:cubicBezTo>
                    <a:pt x="416" y="125"/>
                    <a:pt x="416" y="125"/>
                    <a:pt x="416" y="125"/>
                  </a:cubicBezTo>
                  <a:cubicBezTo>
                    <a:pt x="424" y="113"/>
                    <a:pt x="432" y="101"/>
                    <a:pt x="441" y="92"/>
                  </a:cubicBezTo>
                  <a:cubicBezTo>
                    <a:pt x="445" y="86"/>
                    <a:pt x="450" y="82"/>
                    <a:pt x="455" y="78"/>
                  </a:cubicBezTo>
                  <a:cubicBezTo>
                    <a:pt x="460" y="74"/>
                    <a:pt x="465" y="71"/>
                    <a:pt x="471" y="69"/>
                  </a:cubicBezTo>
                  <a:cubicBezTo>
                    <a:pt x="477" y="66"/>
                    <a:pt x="483" y="65"/>
                    <a:pt x="488" y="64"/>
                  </a:cubicBezTo>
                  <a:cubicBezTo>
                    <a:pt x="494" y="63"/>
                    <a:pt x="500" y="64"/>
                    <a:pt x="505" y="65"/>
                  </a:cubicBezTo>
                  <a:cubicBezTo>
                    <a:pt x="516" y="68"/>
                    <a:pt x="526" y="75"/>
                    <a:pt x="534" y="85"/>
                  </a:cubicBezTo>
                  <a:cubicBezTo>
                    <a:pt x="543" y="95"/>
                    <a:pt x="550" y="107"/>
                    <a:pt x="558" y="120"/>
                  </a:cubicBezTo>
                  <a:cubicBezTo>
                    <a:pt x="581" y="161"/>
                    <a:pt x="581" y="161"/>
                    <a:pt x="581" y="161"/>
                  </a:cubicBezTo>
                  <a:cubicBezTo>
                    <a:pt x="629" y="244"/>
                    <a:pt x="629" y="244"/>
                    <a:pt x="629" y="244"/>
                  </a:cubicBezTo>
                  <a:cubicBezTo>
                    <a:pt x="645" y="271"/>
                    <a:pt x="661" y="299"/>
                    <a:pt x="677" y="327"/>
                  </a:cubicBezTo>
                  <a:cubicBezTo>
                    <a:pt x="700" y="370"/>
                    <a:pt x="700" y="370"/>
                    <a:pt x="700" y="370"/>
                  </a:cubicBezTo>
                  <a:cubicBezTo>
                    <a:pt x="708" y="384"/>
                    <a:pt x="718" y="404"/>
                    <a:pt x="729" y="423"/>
                  </a:cubicBezTo>
                  <a:cubicBezTo>
                    <a:pt x="744" y="451"/>
                    <a:pt x="759" y="475"/>
                    <a:pt x="771" y="499"/>
                  </a:cubicBezTo>
                  <a:cubicBezTo>
                    <a:pt x="783" y="523"/>
                    <a:pt x="793" y="547"/>
                    <a:pt x="796" y="573"/>
                  </a:cubicBezTo>
                  <a:cubicBezTo>
                    <a:pt x="799" y="599"/>
                    <a:pt x="796" y="628"/>
                    <a:pt x="790" y="657"/>
                  </a:cubicBezTo>
                  <a:cubicBezTo>
                    <a:pt x="787" y="672"/>
                    <a:pt x="784" y="686"/>
                    <a:pt x="780" y="701"/>
                  </a:cubicBezTo>
                  <a:cubicBezTo>
                    <a:pt x="778" y="709"/>
                    <a:pt x="776" y="716"/>
                    <a:pt x="773" y="723"/>
                  </a:cubicBezTo>
                  <a:cubicBezTo>
                    <a:pt x="772" y="727"/>
                    <a:pt x="771" y="730"/>
                    <a:pt x="770" y="736"/>
                  </a:cubicBezTo>
                  <a:cubicBezTo>
                    <a:pt x="768" y="744"/>
                    <a:pt x="768" y="744"/>
                    <a:pt x="768" y="744"/>
                  </a:cubicBezTo>
                  <a:cubicBezTo>
                    <a:pt x="767" y="746"/>
                    <a:pt x="767" y="749"/>
                    <a:pt x="767" y="752"/>
                  </a:cubicBezTo>
                  <a:cubicBezTo>
                    <a:pt x="764" y="768"/>
                    <a:pt x="765" y="785"/>
                    <a:pt x="769" y="800"/>
                  </a:cubicBezTo>
                  <a:cubicBezTo>
                    <a:pt x="772" y="815"/>
                    <a:pt x="777" y="829"/>
                    <a:pt x="783" y="842"/>
                  </a:cubicBezTo>
                  <a:cubicBezTo>
                    <a:pt x="789" y="855"/>
                    <a:pt x="796" y="867"/>
                    <a:pt x="803" y="878"/>
                  </a:cubicBezTo>
                  <a:cubicBezTo>
                    <a:pt x="807" y="884"/>
                    <a:pt x="811" y="889"/>
                    <a:pt x="814" y="894"/>
                  </a:cubicBezTo>
                  <a:cubicBezTo>
                    <a:pt x="820" y="902"/>
                    <a:pt x="820" y="902"/>
                    <a:pt x="820" y="902"/>
                  </a:cubicBezTo>
                  <a:cubicBezTo>
                    <a:pt x="821" y="904"/>
                    <a:pt x="821" y="904"/>
                    <a:pt x="821" y="904"/>
                  </a:cubicBezTo>
                  <a:cubicBezTo>
                    <a:pt x="821" y="904"/>
                    <a:pt x="821" y="904"/>
                    <a:pt x="821" y="904"/>
                  </a:cubicBezTo>
                  <a:cubicBezTo>
                    <a:pt x="821" y="905"/>
                    <a:pt x="821" y="905"/>
                    <a:pt x="821" y="905"/>
                  </a:cubicBezTo>
                  <a:cubicBezTo>
                    <a:pt x="822" y="905"/>
                    <a:pt x="822" y="905"/>
                    <a:pt x="822" y="905"/>
                  </a:cubicBezTo>
                  <a:cubicBezTo>
                    <a:pt x="822" y="905"/>
                    <a:pt x="823" y="906"/>
                    <a:pt x="823" y="907"/>
                  </a:cubicBezTo>
                  <a:cubicBezTo>
                    <a:pt x="823" y="908"/>
                    <a:pt x="823" y="908"/>
                    <a:pt x="822" y="909"/>
                  </a:cubicBezTo>
                  <a:cubicBezTo>
                    <a:pt x="815" y="915"/>
                    <a:pt x="809" y="920"/>
                    <a:pt x="802" y="925"/>
                  </a:cubicBezTo>
                  <a:cubicBezTo>
                    <a:pt x="757" y="957"/>
                    <a:pt x="757" y="957"/>
                    <a:pt x="757" y="957"/>
                  </a:cubicBezTo>
                  <a:cubicBezTo>
                    <a:pt x="721" y="983"/>
                    <a:pt x="684" y="1008"/>
                    <a:pt x="647" y="1033"/>
                  </a:cubicBezTo>
                  <a:cubicBezTo>
                    <a:pt x="629" y="1046"/>
                    <a:pt x="610" y="1058"/>
                    <a:pt x="592" y="1070"/>
                  </a:cubicBezTo>
                  <a:cubicBezTo>
                    <a:pt x="571" y="1084"/>
                    <a:pt x="550" y="1097"/>
                    <a:pt x="531" y="1112"/>
                  </a:cubicBezTo>
                  <a:cubicBezTo>
                    <a:pt x="526" y="1117"/>
                    <a:pt x="519" y="1122"/>
                    <a:pt x="518" y="1130"/>
                  </a:cubicBezTo>
                  <a:cubicBezTo>
                    <a:pt x="517" y="1135"/>
                    <a:pt x="516" y="1140"/>
                    <a:pt x="516" y="1145"/>
                  </a:cubicBezTo>
                  <a:cubicBezTo>
                    <a:pt x="516" y="1149"/>
                    <a:pt x="516" y="1154"/>
                    <a:pt x="520" y="1157"/>
                  </a:cubicBezTo>
                  <a:cubicBezTo>
                    <a:pt x="523" y="1161"/>
                    <a:pt x="530" y="1161"/>
                    <a:pt x="534" y="1160"/>
                  </a:cubicBezTo>
                  <a:cubicBezTo>
                    <a:pt x="545" y="1158"/>
                    <a:pt x="554" y="1153"/>
                    <a:pt x="564" y="1148"/>
                  </a:cubicBezTo>
                  <a:cubicBezTo>
                    <a:pt x="589" y="1134"/>
                    <a:pt x="614" y="1120"/>
                    <a:pt x="639" y="1105"/>
                  </a:cubicBezTo>
                  <a:cubicBezTo>
                    <a:pt x="651" y="1097"/>
                    <a:pt x="663" y="1089"/>
                    <a:pt x="675" y="1081"/>
                  </a:cubicBezTo>
                  <a:cubicBezTo>
                    <a:pt x="728" y="1044"/>
                    <a:pt x="728" y="1044"/>
                    <a:pt x="728" y="1044"/>
                  </a:cubicBezTo>
                  <a:cubicBezTo>
                    <a:pt x="781" y="1006"/>
                    <a:pt x="781" y="1006"/>
                    <a:pt x="781" y="1006"/>
                  </a:cubicBezTo>
                  <a:cubicBezTo>
                    <a:pt x="798" y="994"/>
                    <a:pt x="815" y="981"/>
                    <a:pt x="833" y="968"/>
                  </a:cubicBezTo>
                  <a:cubicBezTo>
                    <a:pt x="844" y="960"/>
                    <a:pt x="844" y="960"/>
                    <a:pt x="844" y="960"/>
                  </a:cubicBezTo>
                  <a:cubicBezTo>
                    <a:pt x="850" y="956"/>
                    <a:pt x="850" y="956"/>
                    <a:pt x="850" y="956"/>
                  </a:cubicBezTo>
                  <a:cubicBezTo>
                    <a:pt x="856" y="951"/>
                    <a:pt x="856" y="951"/>
                    <a:pt x="856" y="951"/>
                  </a:cubicBezTo>
                  <a:cubicBezTo>
                    <a:pt x="867" y="941"/>
                    <a:pt x="879" y="931"/>
                    <a:pt x="883" y="918"/>
                  </a:cubicBezTo>
                  <a:cubicBezTo>
                    <a:pt x="884" y="912"/>
                    <a:pt x="883" y="906"/>
                    <a:pt x="882" y="9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ja-JP" altLang="en-US"/>
            </a:p>
          </p:txBody>
        </p:sp>
      </p:grpSp>
      <p:sp>
        <p:nvSpPr>
          <p:cNvPr id="26" name="Arrow: Curved Down 25">
            <a:extLst>
              <a:ext uri="{FF2B5EF4-FFF2-40B4-BE49-F238E27FC236}">
                <a16:creationId xmlns:a16="http://schemas.microsoft.com/office/drawing/2014/main" id="{FFE6AC1A-5B9E-5383-DCBB-06ACCDE1D212}"/>
              </a:ext>
            </a:extLst>
          </p:cNvPr>
          <p:cNvSpPr/>
          <p:nvPr/>
        </p:nvSpPr>
        <p:spPr>
          <a:xfrm>
            <a:off x="3805322" y="3536335"/>
            <a:ext cx="801794" cy="321241"/>
          </a:xfrm>
          <a:prstGeom prst="curvedDownArrow">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cxnSp>
        <p:nvCxnSpPr>
          <p:cNvPr id="29" name="Straight Connector 28">
            <a:extLst>
              <a:ext uri="{FF2B5EF4-FFF2-40B4-BE49-F238E27FC236}">
                <a16:creationId xmlns:a16="http://schemas.microsoft.com/office/drawing/2014/main" id="{6B2E28B2-F24C-F0E9-A88A-A3915E607B93}"/>
              </a:ext>
            </a:extLst>
          </p:cNvPr>
          <p:cNvCxnSpPr>
            <a:cxnSpLocks/>
          </p:cNvCxnSpPr>
          <p:nvPr/>
        </p:nvCxnSpPr>
        <p:spPr>
          <a:xfrm>
            <a:off x="2895600" y="472118"/>
            <a:ext cx="0" cy="3340991"/>
          </a:xfrm>
          <a:prstGeom prst="line">
            <a:avLst/>
          </a:prstGeom>
          <a:ln w="38100">
            <a:solidFill>
              <a:srgbClr val="FF0000"/>
            </a:solidFill>
            <a:prstDash val="lgDash"/>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D45AAC1-DC79-23C9-13C5-F3BCC4A12507}"/>
              </a:ext>
            </a:extLst>
          </p:cNvPr>
          <p:cNvCxnSpPr>
            <a:cxnSpLocks/>
          </p:cNvCxnSpPr>
          <p:nvPr/>
        </p:nvCxnSpPr>
        <p:spPr>
          <a:xfrm>
            <a:off x="0" y="3868374"/>
            <a:ext cx="2895600" cy="9243"/>
          </a:xfrm>
          <a:prstGeom prst="line">
            <a:avLst/>
          </a:prstGeom>
          <a:ln w="38100">
            <a:solidFill>
              <a:srgbClr val="FF0000"/>
            </a:solidFill>
            <a:prstDash val="lgDash"/>
          </a:ln>
        </p:spPr>
        <p:style>
          <a:lnRef idx="1">
            <a:schemeClr val="accent1"/>
          </a:lnRef>
          <a:fillRef idx="0">
            <a:schemeClr val="accent1"/>
          </a:fillRef>
          <a:effectRef idx="0">
            <a:schemeClr val="accent1"/>
          </a:effectRef>
          <a:fontRef idx="minor">
            <a:schemeClr val="tx1"/>
          </a:fontRef>
        </p:style>
      </p:cxnSp>
      <p:sp>
        <p:nvSpPr>
          <p:cNvPr id="16" name="Speech Bubble: Rectangle 15">
            <a:extLst>
              <a:ext uri="{FF2B5EF4-FFF2-40B4-BE49-F238E27FC236}">
                <a16:creationId xmlns:a16="http://schemas.microsoft.com/office/drawing/2014/main" id="{0B636316-0D07-94C3-E3D2-8B2ABF911759}"/>
              </a:ext>
            </a:extLst>
          </p:cNvPr>
          <p:cNvSpPr/>
          <p:nvPr/>
        </p:nvSpPr>
        <p:spPr>
          <a:xfrm>
            <a:off x="2983312" y="2631598"/>
            <a:ext cx="2158368" cy="830997"/>
          </a:xfrm>
          <a:prstGeom prst="wedgeRectCallout">
            <a:avLst>
              <a:gd name="adj1" fmla="val -17677"/>
              <a:gd name="adj2" fmla="val -81084"/>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lgn="ctr"/>
            <a:r>
              <a:rPr kumimoji="1" lang="en-US" altLang="ja-JP" sz="1200">
                <a:latin typeface="Times New Roman" panose="02020603050405020304" pitchFamily="18" charset="0"/>
                <a:cs typeface="Times New Roman" panose="02020603050405020304" pitchFamily="18" charset="0"/>
              </a:rPr>
              <a:t>Để thực hiện được chức năng </a:t>
            </a:r>
            <a:r>
              <a:rPr kumimoji="1" lang="ja-JP" altLang="en-US" sz="1200">
                <a:latin typeface="Times New Roman" panose="02020603050405020304" pitchFamily="18" charset="0"/>
                <a:cs typeface="Times New Roman" panose="02020603050405020304" pitchFamily="18" charset="0"/>
              </a:rPr>
              <a:t>②</a:t>
            </a:r>
            <a:r>
              <a:rPr kumimoji="1" lang="en-US" altLang="ja-JP" sz="1200">
                <a:latin typeface="Times New Roman" panose="02020603050405020304" pitchFamily="18" charset="0"/>
                <a:cs typeface="Times New Roman" panose="02020603050405020304" pitchFamily="18" charset="0"/>
              </a:rPr>
              <a:t>,</a:t>
            </a:r>
            <a:r>
              <a:rPr kumimoji="1" lang="ja-JP" altLang="en-US" sz="1200">
                <a:latin typeface="Times New Roman" panose="02020603050405020304" pitchFamily="18" charset="0"/>
                <a:cs typeface="Times New Roman" panose="02020603050405020304" pitchFamily="18" charset="0"/>
              </a:rPr>
              <a:t>③ </a:t>
            </a:r>
            <a:r>
              <a:rPr kumimoji="1" lang="en-US" altLang="ja-JP" sz="1200">
                <a:latin typeface="Times New Roman" panose="02020603050405020304" pitchFamily="18" charset="0"/>
                <a:cs typeface="Times New Roman" panose="02020603050405020304" pitchFamily="18" charset="0"/>
              </a:rPr>
              <a:t>thì hãy để file tonghop_new*** ở bên ngoài các thư mục hướng xuất</a:t>
            </a:r>
            <a:endParaRPr kumimoji="1" lang="ja-JP" altLang="en-US" sz="1200">
              <a:latin typeface="Times New Roman" panose="02020603050405020304" pitchFamily="18" charset="0"/>
              <a:cs typeface="Times New Roman" panose="02020603050405020304" pitchFamily="18" charset="0"/>
            </a:endParaRPr>
          </a:p>
        </p:txBody>
      </p:sp>
      <p:sp>
        <p:nvSpPr>
          <p:cNvPr id="21" name="Rectangle 20">
            <a:extLst>
              <a:ext uri="{FF2B5EF4-FFF2-40B4-BE49-F238E27FC236}">
                <a16:creationId xmlns:a16="http://schemas.microsoft.com/office/drawing/2014/main" id="{80D2F0DA-F025-A087-9418-48B60A67E093}"/>
              </a:ext>
            </a:extLst>
          </p:cNvPr>
          <p:cNvSpPr/>
          <p:nvPr/>
        </p:nvSpPr>
        <p:spPr>
          <a:xfrm>
            <a:off x="4053227" y="3848693"/>
            <a:ext cx="775429" cy="407632"/>
          </a:xfrm>
          <a:prstGeom prst="rect">
            <a:avLst/>
          </a:prstGeom>
          <a:noFill/>
          <a:ln>
            <a:solidFill>
              <a:srgbClr val="FF0000">
                <a:alpha val="98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Rectangle: Rounded Corners 31">
            <a:extLst>
              <a:ext uri="{FF2B5EF4-FFF2-40B4-BE49-F238E27FC236}">
                <a16:creationId xmlns:a16="http://schemas.microsoft.com/office/drawing/2014/main" id="{E0135FE1-222F-10C5-19B7-D01F4DACB193}"/>
              </a:ext>
            </a:extLst>
          </p:cNvPr>
          <p:cNvSpPr/>
          <p:nvPr/>
        </p:nvSpPr>
        <p:spPr>
          <a:xfrm>
            <a:off x="45413" y="4005003"/>
            <a:ext cx="2795559" cy="2301900"/>
          </a:xfrm>
          <a:prstGeom prst="roundRect">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r>
              <a:rPr kumimoji="1" lang="en-US" altLang="ja-JP" sz="2000">
                <a:latin typeface="Times New Roman" panose="02020603050405020304" pitchFamily="18" charset="0"/>
                <a:cs typeface="Times New Roman" panose="02020603050405020304" pitchFamily="18" charset="0"/>
              </a:rPr>
              <a:t>※Chú ý: Không copy </a:t>
            </a:r>
            <a:r>
              <a:rPr kumimoji="1" lang="en-US" altLang="ja-JP" sz="2000" u="sng">
                <a:solidFill>
                  <a:srgbClr val="FF0000"/>
                </a:solidFill>
                <a:highlight>
                  <a:srgbClr val="FFFF00"/>
                </a:highlight>
                <a:latin typeface="Times New Roman" panose="02020603050405020304" pitchFamily="18" charset="0"/>
                <a:cs typeface="Times New Roman" panose="02020603050405020304" pitchFamily="18" charset="0"/>
              </a:rPr>
              <a:t>form_ssbom.xlsm </a:t>
            </a:r>
            <a:r>
              <a:rPr kumimoji="1" lang="en-US" altLang="ja-JP" sz="2000">
                <a:latin typeface="Times New Roman" panose="02020603050405020304" pitchFamily="18" charset="0"/>
                <a:cs typeface="Times New Roman" panose="02020603050405020304" pitchFamily="18" charset="0"/>
              </a:rPr>
              <a:t>và </a:t>
            </a:r>
            <a:r>
              <a:rPr kumimoji="1" lang="en-US" altLang="ja-JP" sz="2000" u="sng">
                <a:solidFill>
                  <a:srgbClr val="FF0000"/>
                </a:solidFill>
                <a:highlight>
                  <a:srgbClr val="FFFF00"/>
                </a:highlight>
                <a:latin typeface="Times New Roman" panose="02020603050405020304" pitchFamily="18" charset="0"/>
                <a:cs typeface="Times New Roman" panose="02020603050405020304" pitchFamily="18" charset="0"/>
              </a:rPr>
              <a:t>formnguoidung.xlsm </a:t>
            </a:r>
            <a:r>
              <a:rPr kumimoji="1" lang="en-US" altLang="ja-JP" sz="2000">
                <a:latin typeface="Times New Roman" panose="02020603050405020304" pitchFamily="18" charset="0"/>
                <a:cs typeface="Times New Roman" panose="02020603050405020304" pitchFamily="18" charset="0"/>
              </a:rPr>
              <a:t>vào thư mục so sánh BOM vì chương trình sẽ tự động xử lý 2 file này. </a:t>
            </a:r>
            <a:endParaRPr kumimoji="1" lang="ja-JP" altLang="en-US" sz="2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09803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B278B63F-B7F7-2B34-EF9B-7F9BD51FF974}"/>
              </a:ext>
            </a:extLst>
          </p:cNvPr>
          <p:cNvPicPr>
            <a:picLocks noChangeAspect="1"/>
          </p:cNvPicPr>
          <p:nvPr/>
        </p:nvPicPr>
        <p:blipFill>
          <a:blip r:embed="rId3"/>
          <a:srcRect r="23888"/>
          <a:stretch/>
        </p:blipFill>
        <p:spPr>
          <a:xfrm>
            <a:off x="540009" y="2642834"/>
            <a:ext cx="4223657" cy="3691703"/>
          </a:xfrm>
          <a:prstGeom prst="rect">
            <a:avLst/>
          </a:prstGeom>
        </p:spPr>
      </p:pic>
      <p:pic>
        <p:nvPicPr>
          <p:cNvPr id="8" name="Picture 7">
            <a:extLst>
              <a:ext uri="{FF2B5EF4-FFF2-40B4-BE49-F238E27FC236}">
                <a16:creationId xmlns:a16="http://schemas.microsoft.com/office/drawing/2014/main" id="{72DC6BC0-B74C-CC41-408E-E76CF276CD88}"/>
              </a:ext>
            </a:extLst>
          </p:cNvPr>
          <p:cNvPicPr>
            <a:picLocks noChangeAspect="1"/>
          </p:cNvPicPr>
          <p:nvPr/>
        </p:nvPicPr>
        <p:blipFill>
          <a:blip r:embed="rId4"/>
          <a:stretch>
            <a:fillRect/>
          </a:stretch>
        </p:blipFill>
        <p:spPr>
          <a:xfrm>
            <a:off x="18229" y="1230023"/>
            <a:ext cx="1724266" cy="753321"/>
          </a:xfrm>
          <a:prstGeom prst="rect">
            <a:avLst/>
          </a:prstGeom>
        </p:spPr>
      </p:pic>
      <p:sp>
        <p:nvSpPr>
          <p:cNvPr id="4" name="Slide Number Placeholder 3">
            <a:extLst>
              <a:ext uri="{FF2B5EF4-FFF2-40B4-BE49-F238E27FC236}">
                <a16:creationId xmlns:a16="http://schemas.microsoft.com/office/drawing/2014/main" id="{E08C9080-8D9A-D995-0FD6-7635CD6301BF}"/>
              </a:ext>
            </a:extLst>
          </p:cNvPr>
          <p:cNvSpPr>
            <a:spLocks noGrp="1"/>
          </p:cNvSpPr>
          <p:nvPr>
            <p:ph type="sldNum" sz="quarter" idx="4"/>
          </p:nvPr>
        </p:nvSpPr>
        <p:spPr/>
        <p:txBody>
          <a:bodyPr/>
          <a:lstStyle/>
          <a:p>
            <a:fld id="{E38BFB4B-70AE-4AFC-9806-78E9768488DC}" type="slidenum">
              <a:rPr lang="fr-FR" altLang="ja-JP" sz="1600" smtClean="0">
                <a:solidFill>
                  <a:schemeClr val="tx1"/>
                </a:solidFill>
              </a:rPr>
              <a:pPr/>
              <a:t>13</a:t>
            </a:fld>
            <a:endParaRPr lang="fr-FR" altLang="ja-JP" sz="1600">
              <a:solidFill>
                <a:schemeClr val="tx1"/>
              </a:solidFill>
            </a:endParaRPr>
          </a:p>
          <a:p>
            <a:r>
              <a:rPr lang="fr-FR" altLang="ja-JP" sz="1000"/>
              <a:t>©20</a:t>
            </a:r>
            <a:r>
              <a:rPr lang="en-US" altLang="ja-JP" sz="1000"/>
              <a:t>19</a:t>
            </a:r>
            <a:r>
              <a:rPr lang="fr-FR" altLang="ja-JP" sz="1000"/>
              <a:t> KYOCERA Document Solutions Inc.</a:t>
            </a:r>
            <a:endParaRPr lang="en-US" sz="1000"/>
          </a:p>
        </p:txBody>
      </p:sp>
      <p:sp>
        <p:nvSpPr>
          <p:cNvPr id="7" name="Rectangle 6">
            <a:extLst>
              <a:ext uri="{FF2B5EF4-FFF2-40B4-BE49-F238E27FC236}">
                <a16:creationId xmlns:a16="http://schemas.microsoft.com/office/drawing/2014/main" id="{B63CAEA2-7B3D-AF3E-BC9B-4837104C6473}"/>
              </a:ext>
            </a:extLst>
          </p:cNvPr>
          <p:cNvSpPr/>
          <p:nvPr/>
        </p:nvSpPr>
        <p:spPr>
          <a:xfrm>
            <a:off x="609600" y="3218997"/>
            <a:ext cx="954844" cy="29032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9" name="Picture 8">
            <a:extLst>
              <a:ext uri="{FF2B5EF4-FFF2-40B4-BE49-F238E27FC236}">
                <a16:creationId xmlns:a16="http://schemas.microsoft.com/office/drawing/2014/main" id="{5A8080F3-44F8-8C82-40FB-DA6E2C0428F4}"/>
              </a:ext>
            </a:extLst>
          </p:cNvPr>
          <p:cNvPicPr>
            <a:picLocks noChangeAspect="1"/>
          </p:cNvPicPr>
          <p:nvPr/>
        </p:nvPicPr>
        <p:blipFill>
          <a:blip r:embed="rId5"/>
          <a:stretch>
            <a:fillRect/>
          </a:stretch>
        </p:blipFill>
        <p:spPr>
          <a:xfrm>
            <a:off x="4920343" y="1067685"/>
            <a:ext cx="4223657" cy="1827915"/>
          </a:xfrm>
          <a:prstGeom prst="rect">
            <a:avLst/>
          </a:prstGeom>
          <a:ln>
            <a:solidFill>
              <a:srgbClr val="FF0000"/>
            </a:solidFill>
          </a:ln>
        </p:spPr>
      </p:pic>
      <p:cxnSp>
        <p:nvCxnSpPr>
          <p:cNvPr id="11" name="Straight Connector 10">
            <a:extLst>
              <a:ext uri="{FF2B5EF4-FFF2-40B4-BE49-F238E27FC236}">
                <a16:creationId xmlns:a16="http://schemas.microsoft.com/office/drawing/2014/main" id="{38E1885A-F461-147C-5C52-5620F0916AC6}"/>
              </a:ext>
            </a:extLst>
          </p:cNvPr>
          <p:cNvCxnSpPr>
            <a:cxnSpLocks/>
            <a:stCxn id="7" idx="3"/>
            <a:endCxn id="9" idx="1"/>
          </p:cNvCxnSpPr>
          <p:nvPr/>
        </p:nvCxnSpPr>
        <p:spPr>
          <a:xfrm flipV="1">
            <a:off x="1564444" y="1981643"/>
            <a:ext cx="3355899" cy="1382515"/>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BBFF1435-2D62-25CB-9B89-F652A94C6A0E}"/>
              </a:ext>
            </a:extLst>
          </p:cNvPr>
          <p:cNvSpPr/>
          <p:nvPr/>
        </p:nvSpPr>
        <p:spPr>
          <a:xfrm>
            <a:off x="103057" y="1663631"/>
            <a:ext cx="1461387" cy="318012"/>
          </a:xfrm>
          <a:prstGeom prst="rect">
            <a:avLst/>
          </a:prstGeom>
          <a:noFill/>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3" name="Straight Connector 12">
            <a:extLst>
              <a:ext uri="{FF2B5EF4-FFF2-40B4-BE49-F238E27FC236}">
                <a16:creationId xmlns:a16="http://schemas.microsoft.com/office/drawing/2014/main" id="{11060930-2FFB-D09F-0016-AB57FCAF1A91}"/>
              </a:ext>
            </a:extLst>
          </p:cNvPr>
          <p:cNvCxnSpPr>
            <a:cxnSpLocks/>
            <a:stCxn id="12" idx="2"/>
          </p:cNvCxnSpPr>
          <p:nvPr/>
        </p:nvCxnSpPr>
        <p:spPr>
          <a:xfrm>
            <a:off x="833751" y="1981643"/>
            <a:ext cx="166599" cy="127604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18" name="Multiplication Sign 17">
            <a:extLst>
              <a:ext uri="{FF2B5EF4-FFF2-40B4-BE49-F238E27FC236}">
                <a16:creationId xmlns:a16="http://schemas.microsoft.com/office/drawing/2014/main" id="{6A16A809-AF6C-2572-3BDE-8A9EAB215EFB}"/>
              </a:ext>
            </a:extLst>
          </p:cNvPr>
          <p:cNvSpPr/>
          <p:nvPr/>
        </p:nvSpPr>
        <p:spPr>
          <a:xfrm>
            <a:off x="6114403" y="1562100"/>
            <a:ext cx="1295400" cy="990600"/>
          </a:xfrm>
          <a:prstGeom prst="mathMultiply">
            <a:avLst/>
          </a:prstGeom>
          <a:solidFill>
            <a:srgbClr val="FFFF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Rectangle 21">
            <a:extLst>
              <a:ext uri="{FF2B5EF4-FFF2-40B4-BE49-F238E27FC236}">
                <a16:creationId xmlns:a16="http://schemas.microsoft.com/office/drawing/2014/main" id="{665CF65A-E674-2A8C-1F9D-1F0FD6AA2A12}"/>
              </a:ext>
            </a:extLst>
          </p:cNvPr>
          <p:cNvSpPr/>
          <p:nvPr/>
        </p:nvSpPr>
        <p:spPr>
          <a:xfrm>
            <a:off x="609599" y="3528896"/>
            <a:ext cx="1132895" cy="29032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3" name="Straight Connector 22">
            <a:extLst>
              <a:ext uri="{FF2B5EF4-FFF2-40B4-BE49-F238E27FC236}">
                <a16:creationId xmlns:a16="http://schemas.microsoft.com/office/drawing/2014/main" id="{97BBB2D4-5B48-A523-373E-5DB3365FA806}"/>
              </a:ext>
            </a:extLst>
          </p:cNvPr>
          <p:cNvCxnSpPr>
            <a:cxnSpLocks/>
            <a:stCxn id="22" idx="3"/>
            <a:endCxn id="15" idx="1"/>
          </p:cNvCxnSpPr>
          <p:nvPr/>
        </p:nvCxnSpPr>
        <p:spPr>
          <a:xfrm>
            <a:off x="1742494" y="3674057"/>
            <a:ext cx="2754564" cy="675694"/>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5CA3EAEB-9884-0261-E9BA-12FC3CBB2AB8}"/>
              </a:ext>
            </a:extLst>
          </p:cNvPr>
          <p:cNvCxnSpPr/>
          <p:nvPr/>
        </p:nvCxnSpPr>
        <p:spPr>
          <a:xfrm>
            <a:off x="0" y="472118"/>
            <a:ext cx="914400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14" name="Title 1">
            <a:extLst>
              <a:ext uri="{FF2B5EF4-FFF2-40B4-BE49-F238E27FC236}">
                <a16:creationId xmlns:a16="http://schemas.microsoft.com/office/drawing/2014/main" id="{BF04CF9E-980B-71EC-69B6-9A2A0CC869C1}"/>
              </a:ext>
            </a:extLst>
          </p:cNvPr>
          <p:cNvSpPr>
            <a:spLocks noGrp="1"/>
          </p:cNvSpPr>
          <p:nvPr>
            <p:ph type="title"/>
          </p:nvPr>
        </p:nvSpPr>
        <p:spPr>
          <a:xfrm>
            <a:off x="0" y="0"/>
            <a:ext cx="9144000" cy="472118"/>
          </a:xfrm>
        </p:spPr>
        <p:txBody>
          <a:bodyPr>
            <a:noAutofit/>
          </a:bodyPr>
          <a:lstStyle/>
          <a:p>
            <a:r>
              <a:rPr kumimoji="1" lang="en-US" altLang="ja-JP" sz="2000">
                <a:latin typeface="Times New Roman" panose="02020603050405020304" pitchFamily="18" charset="0"/>
                <a:cs typeface="Times New Roman" panose="02020603050405020304" pitchFamily="18" charset="0"/>
              </a:rPr>
              <a:t>5.3. Hướng dẫn sử dụng (phía Leader) _hướng dẫn chức năng trong Tính năng so sánh BOM tự động.</a:t>
            </a:r>
            <a:endParaRPr kumimoji="1" lang="ja-JP" altLang="en-US" sz="200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697E07B5-D067-629A-8091-B62954A6F034}"/>
              </a:ext>
            </a:extLst>
          </p:cNvPr>
          <p:cNvPicPr>
            <a:picLocks noChangeAspect="1"/>
          </p:cNvPicPr>
          <p:nvPr/>
        </p:nvPicPr>
        <p:blipFill>
          <a:blip r:embed="rId6"/>
          <a:stretch>
            <a:fillRect/>
          </a:stretch>
        </p:blipFill>
        <p:spPr>
          <a:xfrm>
            <a:off x="1858422" y="771712"/>
            <a:ext cx="2655447" cy="1264196"/>
          </a:xfrm>
          <a:prstGeom prst="rect">
            <a:avLst/>
          </a:prstGeom>
          <a:ln>
            <a:solidFill>
              <a:srgbClr val="FF0000"/>
            </a:solidFill>
          </a:ln>
        </p:spPr>
      </p:pic>
      <p:cxnSp>
        <p:nvCxnSpPr>
          <p:cNvPr id="6" name="Straight Connector 5">
            <a:extLst>
              <a:ext uri="{FF2B5EF4-FFF2-40B4-BE49-F238E27FC236}">
                <a16:creationId xmlns:a16="http://schemas.microsoft.com/office/drawing/2014/main" id="{3493DEE1-4BC6-D201-6D66-E77EB1CCF7C1}"/>
              </a:ext>
            </a:extLst>
          </p:cNvPr>
          <p:cNvCxnSpPr>
            <a:cxnSpLocks/>
            <a:stCxn id="7" idx="3"/>
            <a:endCxn id="2" idx="2"/>
          </p:cNvCxnSpPr>
          <p:nvPr/>
        </p:nvCxnSpPr>
        <p:spPr>
          <a:xfrm flipV="1">
            <a:off x="1564444" y="2035908"/>
            <a:ext cx="1621702" cy="132825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16" name="Multiplication Sign 15">
            <a:extLst>
              <a:ext uri="{FF2B5EF4-FFF2-40B4-BE49-F238E27FC236}">
                <a16:creationId xmlns:a16="http://schemas.microsoft.com/office/drawing/2014/main" id="{BDF09ABF-4CAA-4132-0044-B70A30308C6E}"/>
              </a:ext>
            </a:extLst>
          </p:cNvPr>
          <p:cNvSpPr/>
          <p:nvPr/>
        </p:nvSpPr>
        <p:spPr>
          <a:xfrm>
            <a:off x="3201658" y="931818"/>
            <a:ext cx="1295400" cy="990600"/>
          </a:xfrm>
          <a:prstGeom prst="mathMultiply">
            <a:avLst/>
          </a:prstGeom>
          <a:solidFill>
            <a:srgbClr val="FFFF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Multiplication Sign 16">
            <a:extLst>
              <a:ext uri="{FF2B5EF4-FFF2-40B4-BE49-F238E27FC236}">
                <a16:creationId xmlns:a16="http://schemas.microsoft.com/office/drawing/2014/main" id="{9ED9884E-D8B7-463B-E661-313A4E641D51}"/>
              </a:ext>
            </a:extLst>
          </p:cNvPr>
          <p:cNvSpPr/>
          <p:nvPr/>
        </p:nvSpPr>
        <p:spPr>
          <a:xfrm>
            <a:off x="1463104" y="887516"/>
            <a:ext cx="1295400" cy="990600"/>
          </a:xfrm>
          <a:prstGeom prst="mathMultiply">
            <a:avLst/>
          </a:prstGeom>
          <a:solidFill>
            <a:srgbClr val="FFFF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Speech Bubble: Rectangle 18">
            <a:extLst>
              <a:ext uri="{FF2B5EF4-FFF2-40B4-BE49-F238E27FC236}">
                <a16:creationId xmlns:a16="http://schemas.microsoft.com/office/drawing/2014/main" id="{0BE70DD2-CD74-63B5-E59A-6E7BFF09B5D2}"/>
              </a:ext>
            </a:extLst>
          </p:cNvPr>
          <p:cNvSpPr/>
          <p:nvPr/>
        </p:nvSpPr>
        <p:spPr>
          <a:xfrm>
            <a:off x="6191111" y="2552700"/>
            <a:ext cx="2306355" cy="507831"/>
          </a:xfrm>
          <a:prstGeom prst="wedgeRectCallout">
            <a:avLst>
              <a:gd name="adj1" fmla="val -48145"/>
              <a:gd name="adj2" fmla="val -17995"/>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spAutoFit/>
          </a:bodyPr>
          <a:lstStyle/>
          <a:p>
            <a:pPr algn="ctr">
              <a:lnSpc>
                <a:spcPct val="90000"/>
              </a:lnSpc>
            </a:pPr>
            <a:r>
              <a:rPr kumimoji="1" lang="en-US" altLang="ja-JP" sz="1500">
                <a:latin typeface="Times New Roman" panose="02020603050405020304" pitchFamily="18" charset="0"/>
                <a:cs typeface="Times New Roman" panose="02020603050405020304" pitchFamily="18" charset="0"/>
              </a:rPr>
              <a:t>Xóa dữ liệu trong sheet TonghopdulieuCTTT</a:t>
            </a:r>
            <a:endParaRPr kumimoji="1" lang="ja-JP" altLang="en-US" sz="1500">
              <a:latin typeface="Times New Roman" panose="02020603050405020304" pitchFamily="18" charset="0"/>
              <a:cs typeface="Times New Roman" panose="02020603050405020304" pitchFamily="18" charset="0"/>
            </a:endParaRPr>
          </a:p>
        </p:txBody>
      </p:sp>
      <p:sp>
        <p:nvSpPr>
          <p:cNvPr id="21" name="Speech Bubble: Rectangle 20">
            <a:extLst>
              <a:ext uri="{FF2B5EF4-FFF2-40B4-BE49-F238E27FC236}">
                <a16:creationId xmlns:a16="http://schemas.microsoft.com/office/drawing/2014/main" id="{6774EDC6-61CD-C672-4610-6CC6F24BC506}"/>
              </a:ext>
            </a:extLst>
          </p:cNvPr>
          <p:cNvSpPr/>
          <p:nvPr/>
        </p:nvSpPr>
        <p:spPr>
          <a:xfrm>
            <a:off x="2007598" y="1805843"/>
            <a:ext cx="2306355" cy="507831"/>
          </a:xfrm>
          <a:prstGeom prst="wedgeRectCallout">
            <a:avLst>
              <a:gd name="adj1" fmla="val -48145"/>
              <a:gd name="adj2" fmla="val -17995"/>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spAutoFit/>
          </a:bodyPr>
          <a:lstStyle/>
          <a:p>
            <a:pPr algn="ctr">
              <a:lnSpc>
                <a:spcPct val="90000"/>
              </a:lnSpc>
            </a:pPr>
            <a:r>
              <a:rPr kumimoji="1" lang="en-US" altLang="ja-JP" sz="1500">
                <a:latin typeface="Times New Roman" panose="02020603050405020304" pitchFamily="18" charset="0"/>
                <a:cs typeface="Times New Roman" panose="02020603050405020304" pitchFamily="18" charset="0"/>
              </a:rPr>
              <a:t>Xóa dữ liệu trong sheet TonghopdulieuMSI</a:t>
            </a:r>
            <a:endParaRPr kumimoji="1" lang="ja-JP" altLang="en-US" sz="1500">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C54FB5D3-7926-C2B2-BAC0-F55F0EE5CD3E}"/>
              </a:ext>
            </a:extLst>
          </p:cNvPr>
          <p:cNvPicPr>
            <a:picLocks noChangeAspect="1"/>
          </p:cNvPicPr>
          <p:nvPr/>
        </p:nvPicPr>
        <p:blipFill>
          <a:blip r:embed="rId7"/>
          <a:stretch>
            <a:fillRect/>
          </a:stretch>
        </p:blipFill>
        <p:spPr>
          <a:xfrm>
            <a:off x="4497058" y="3043359"/>
            <a:ext cx="4512989" cy="2612783"/>
          </a:xfrm>
          <a:prstGeom prst="rect">
            <a:avLst/>
          </a:prstGeom>
          <a:ln>
            <a:solidFill>
              <a:srgbClr val="FF0000"/>
            </a:solidFill>
          </a:ln>
        </p:spPr>
      </p:pic>
      <p:sp>
        <p:nvSpPr>
          <p:cNvPr id="24" name="Speech Bubble: Rectangle 23">
            <a:extLst>
              <a:ext uri="{FF2B5EF4-FFF2-40B4-BE49-F238E27FC236}">
                <a16:creationId xmlns:a16="http://schemas.microsoft.com/office/drawing/2014/main" id="{CECA9B29-7489-C1EA-098F-0322045E302B}"/>
              </a:ext>
            </a:extLst>
          </p:cNvPr>
          <p:cNvSpPr/>
          <p:nvPr/>
        </p:nvSpPr>
        <p:spPr>
          <a:xfrm>
            <a:off x="5410200" y="5881000"/>
            <a:ext cx="2158368" cy="646331"/>
          </a:xfrm>
          <a:prstGeom prst="wedgeRectCallout">
            <a:avLst>
              <a:gd name="adj1" fmla="val -16288"/>
              <a:gd name="adj2" fmla="val -93763"/>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lgn="ctr"/>
            <a:r>
              <a:rPr kumimoji="1" lang="en-US" altLang="ja-JP" sz="1200">
                <a:solidFill>
                  <a:srgbClr val="FF0000"/>
                </a:solidFill>
                <a:highlight>
                  <a:srgbClr val="FFFFFF"/>
                </a:highlight>
                <a:latin typeface="Times New Roman" panose="02020603050405020304" pitchFamily="18" charset="0"/>
                <a:cs typeface="Times New Roman" panose="02020603050405020304" pitchFamily="18" charset="0"/>
              </a:rPr>
              <a:t>Chức năng </a:t>
            </a:r>
            <a:r>
              <a:rPr kumimoji="1" lang="ja-JP" altLang="en-US" sz="1200">
                <a:solidFill>
                  <a:srgbClr val="FF0000"/>
                </a:solidFill>
                <a:highlight>
                  <a:srgbClr val="FFFFFF"/>
                </a:highlight>
                <a:latin typeface="Times New Roman" panose="02020603050405020304" pitchFamily="18" charset="0"/>
                <a:cs typeface="Times New Roman" panose="02020603050405020304" pitchFamily="18" charset="0"/>
              </a:rPr>
              <a:t>②</a:t>
            </a:r>
            <a:r>
              <a:rPr kumimoji="1" lang="en-US" altLang="ja-JP" sz="1200">
                <a:solidFill>
                  <a:srgbClr val="FF0000"/>
                </a:solidFill>
                <a:highlight>
                  <a:srgbClr val="FFFFFF"/>
                </a:highlight>
                <a:latin typeface="Times New Roman" panose="02020603050405020304" pitchFamily="18" charset="0"/>
                <a:cs typeface="Times New Roman" panose="02020603050405020304" pitchFamily="18" charset="0"/>
              </a:rPr>
              <a:t>sẽ cho tab người dùng nhảy vào sheet Lichsu, chi tiết sử dụng ở trang bên</a:t>
            </a:r>
            <a:r>
              <a:rPr kumimoji="1" lang="ja-JP" altLang="en-US" sz="1200">
                <a:solidFill>
                  <a:srgbClr val="FF0000"/>
                </a:solidFill>
                <a:highlight>
                  <a:srgbClr val="FFFFFF"/>
                </a:highligh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800374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4438025-247C-5A7E-98A9-FE0140E096B4}"/>
              </a:ext>
            </a:extLst>
          </p:cNvPr>
          <p:cNvSpPr>
            <a:spLocks noGrp="1"/>
          </p:cNvSpPr>
          <p:nvPr>
            <p:ph type="sldNum" sz="quarter" idx="4"/>
          </p:nvPr>
        </p:nvSpPr>
        <p:spPr/>
        <p:txBody>
          <a:bodyPr/>
          <a:lstStyle/>
          <a:p>
            <a:fld id="{E38BFB4B-70AE-4AFC-9806-78E9768488DC}" type="slidenum">
              <a:rPr lang="fr-FR" altLang="ja-JP" sz="1600" smtClean="0">
                <a:solidFill>
                  <a:schemeClr val="tx1"/>
                </a:solidFill>
              </a:rPr>
              <a:pPr/>
              <a:t>14</a:t>
            </a:fld>
            <a:endParaRPr lang="fr-FR" altLang="ja-JP" sz="1600">
              <a:solidFill>
                <a:schemeClr val="tx1"/>
              </a:solidFill>
            </a:endParaRPr>
          </a:p>
          <a:p>
            <a:r>
              <a:rPr lang="fr-FR" altLang="ja-JP" sz="1000"/>
              <a:t>©20</a:t>
            </a:r>
            <a:r>
              <a:rPr lang="en-US" altLang="ja-JP" sz="1000"/>
              <a:t>19</a:t>
            </a:r>
            <a:r>
              <a:rPr lang="fr-FR" altLang="ja-JP" sz="1000"/>
              <a:t> KYOCERA Document Solutions Inc.</a:t>
            </a:r>
            <a:endParaRPr lang="en-US" sz="1000"/>
          </a:p>
        </p:txBody>
      </p:sp>
      <p:sp>
        <p:nvSpPr>
          <p:cNvPr id="5" name="Title 1">
            <a:extLst>
              <a:ext uri="{FF2B5EF4-FFF2-40B4-BE49-F238E27FC236}">
                <a16:creationId xmlns:a16="http://schemas.microsoft.com/office/drawing/2014/main" id="{BD668136-4803-43E5-2B91-4599075214DE}"/>
              </a:ext>
            </a:extLst>
          </p:cNvPr>
          <p:cNvSpPr>
            <a:spLocks noGrp="1"/>
          </p:cNvSpPr>
          <p:nvPr>
            <p:ph type="title"/>
          </p:nvPr>
        </p:nvSpPr>
        <p:spPr>
          <a:xfrm>
            <a:off x="0" y="0"/>
            <a:ext cx="9144000" cy="472118"/>
          </a:xfrm>
        </p:spPr>
        <p:txBody>
          <a:bodyPr>
            <a:noAutofit/>
          </a:bodyPr>
          <a:lstStyle/>
          <a:p>
            <a:r>
              <a:rPr kumimoji="1" lang="en-US" altLang="ja-JP" sz="2000">
                <a:latin typeface="Times New Roman" panose="02020603050405020304" pitchFamily="18" charset="0"/>
                <a:cs typeface="Times New Roman" panose="02020603050405020304" pitchFamily="18" charset="0"/>
              </a:rPr>
              <a:t>5.3. Hướng dẫn sử dụng (phía Leader) _hướng dẫn chức năng trong Tính năng so sánh BOM tự động.</a:t>
            </a:r>
            <a:endParaRPr kumimoji="1" lang="ja-JP" altLang="en-US" sz="200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6566DFE9-A2DE-1F16-1B5A-51FE20655B34}"/>
              </a:ext>
            </a:extLst>
          </p:cNvPr>
          <p:cNvCxnSpPr/>
          <p:nvPr/>
        </p:nvCxnSpPr>
        <p:spPr>
          <a:xfrm>
            <a:off x="-27702" y="609600"/>
            <a:ext cx="914400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F0582C15-CAB9-3744-7982-9ECC1211BF93}"/>
              </a:ext>
            </a:extLst>
          </p:cNvPr>
          <p:cNvPicPr>
            <a:picLocks noChangeAspect="1"/>
          </p:cNvPicPr>
          <p:nvPr/>
        </p:nvPicPr>
        <p:blipFill>
          <a:blip r:embed="rId2"/>
          <a:stretch>
            <a:fillRect/>
          </a:stretch>
        </p:blipFill>
        <p:spPr>
          <a:xfrm>
            <a:off x="0" y="838200"/>
            <a:ext cx="5392057" cy="1568131"/>
          </a:xfrm>
          <a:prstGeom prst="rect">
            <a:avLst/>
          </a:prstGeom>
        </p:spPr>
      </p:pic>
      <p:sp>
        <p:nvSpPr>
          <p:cNvPr id="9" name="Speech Bubble: Rectangle 8">
            <a:extLst>
              <a:ext uri="{FF2B5EF4-FFF2-40B4-BE49-F238E27FC236}">
                <a16:creationId xmlns:a16="http://schemas.microsoft.com/office/drawing/2014/main" id="{29E83C5E-DD1B-DF09-6BA1-B0EA988FB458}"/>
              </a:ext>
            </a:extLst>
          </p:cNvPr>
          <p:cNvSpPr/>
          <p:nvPr/>
        </p:nvSpPr>
        <p:spPr>
          <a:xfrm>
            <a:off x="1079182" y="2601507"/>
            <a:ext cx="2158368" cy="830997"/>
          </a:xfrm>
          <a:prstGeom prst="wedgeRectCallout">
            <a:avLst>
              <a:gd name="adj1" fmla="val 5231"/>
              <a:gd name="adj2" fmla="val -109483"/>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lgn="ctr"/>
            <a:r>
              <a:rPr kumimoji="1" lang="en-US" altLang="ja-JP" sz="1200">
                <a:solidFill>
                  <a:srgbClr val="FF0000"/>
                </a:solidFill>
                <a:highlight>
                  <a:srgbClr val="FFFFFF"/>
                </a:highlight>
                <a:latin typeface="Times New Roman" panose="02020603050405020304" pitchFamily="18" charset="0"/>
                <a:cs typeface="Times New Roman" panose="02020603050405020304" pitchFamily="18" charset="0"/>
              </a:rPr>
              <a:t>Đây là chức năng tạo Bom theo danh sách.</a:t>
            </a:r>
          </a:p>
          <a:p>
            <a:pPr algn="ctr"/>
            <a:r>
              <a:rPr kumimoji="1" lang="en-US" altLang="ja-JP" sz="1200">
                <a:solidFill>
                  <a:srgbClr val="FF0000"/>
                </a:solidFill>
                <a:highlight>
                  <a:srgbClr val="FFFFFF"/>
                </a:highlight>
                <a:latin typeface="Times New Roman" panose="02020603050405020304" pitchFamily="18" charset="0"/>
                <a:cs typeface="Times New Roman" panose="02020603050405020304" pitchFamily="18" charset="0"/>
              </a:rPr>
              <a:t>Bạn hãy nhập tên mã hàng muốn tạo vào đây</a:t>
            </a:r>
            <a:endParaRPr kumimoji="1" lang="ja-JP" altLang="en-US" sz="1200">
              <a:solidFill>
                <a:srgbClr val="FF0000"/>
              </a:solidFill>
              <a:highlight>
                <a:srgbClr val="FFFFFF"/>
              </a:highlight>
              <a:latin typeface="Times New Roman" panose="02020603050405020304" pitchFamily="18" charset="0"/>
              <a:cs typeface="Times New Roman" panose="02020603050405020304" pitchFamily="18" charset="0"/>
            </a:endParaRPr>
          </a:p>
        </p:txBody>
      </p:sp>
      <p:sp>
        <p:nvSpPr>
          <p:cNvPr id="10" name="Speech Bubble: Rectangle 9">
            <a:extLst>
              <a:ext uri="{FF2B5EF4-FFF2-40B4-BE49-F238E27FC236}">
                <a16:creationId xmlns:a16="http://schemas.microsoft.com/office/drawing/2014/main" id="{378F6D9D-4E93-EB8D-02A8-38D31D3B80C9}"/>
              </a:ext>
            </a:extLst>
          </p:cNvPr>
          <p:cNvSpPr/>
          <p:nvPr/>
        </p:nvSpPr>
        <p:spPr>
          <a:xfrm>
            <a:off x="21771" y="1688277"/>
            <a:ext cx="1197429" cy="830997"/>
          </a:xfrm>
          <a:prstGeom prst="wedgeRectCallout">
            <a:avLst>
              <a:gd name="adj1" fmla="val -12652"/>
              <a:gd name="adj2" fmla="val -81537"/>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lgn="ctr"/>
            <a:r>
              <a:rPr kumimoji="1" lang="en-US" altLang="ja-JP" sz="1200">
                <a:solidFill>
                  <a:srgbClr val="FF0000"/>
                </a:solidFill>
                <a:highlight>
                  <a:srgbClr val="FFFFFF"/>
                </a:highlight>
                <a:latin typeface="Times New Roman" panose="02020603050405020304" pitchFamily="18" charset="0"/>
                <a:cs typeface="Times New Roman" panose="02020603050405020304" pitchFamily="18" charset="0"/>
              </a:rPr>
              <a:t>Muốn chọn người phụ trách nào thì tích chọn O</a:t>
            </a:r>
            <a:endParaRPr kumimoji="1" lang="ja-JP" altLang="en-US" sz="1200">
              <a:solidFill>
                <a:srgbClr val="FF0000"/>
              </a:solidFill>
              <a:highlight>
                <a:srgbClr val="FFFFFF"/>
              </a:highlight>
              <a:latin typeface="Times New Roman" panose="02020603050405020304" pitchFamily="18" charset="0"/>
              <a:cs typeface="Times New Roman" panose="02020603050405020304" pitchFamily="18" charset="0"/>
            </a:endParaRPr>
          </a:p>
        </p:txBody>
      </p:sp>
      <p:sp>
        <p:nvSpPr>
          <p:cNvPr id="11" name="Speech Bubble: Rectangle 10">
            <a:extLst>
              <a:ext uri="{FF2B5EF4-FFF2-40B4-BE49-F238E27FC236}">
                <a16:creationId xmlns:a16="http://schemas.microsoft.com/office/drawing/2014/main" id="{606A4857-F238-DF9C-D75B-3CEA63B1A989}"/>
              </a:ext>
            </a:extLst>
          </p:cNvPr>
          <p:cNvSpPr/>
          <p:nvPr/>
        </p:nvSpPr>
        <p:spPr>
          <a:xfrm>
            <a:off x="3374571" y="1990832"/>
            <a:ext cx="1197429" cy="830997"/>
          </a:xfrm>
          <a:prstGeom prst="wedgeRectCallout">
            <a:avLst>
              <a:gd name="adj1" fmla="val -24773"/>
              <a:gd name="adj2" fmla="val -81537"/>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lgn="ctr"/>
            <a:r>
              <a:rPr kumimoji="1" lang="en-US" altLang="ja-JP" sz="1200">
                <a:solidFill>
                  <a:srgbClr val="FF0000"/>
                </a:solidFill>
                <a:highlight>
                  <a:srgbClr val="FFFFFF"/>
                </a:highlight>
                <a:latin typeface="Times New Roman" panose="02020603050405020304" pitchFamily="18" charset="0"/>
                <a:cs typeface="Times New Roman" panose="02020603050405020304" pitchFamily="18" charset="0"/>
              </a:rPr>
              <a:t>Muốn không áp dụng BOM nào thì chọn X ở đây</a:t>
            </a:r>
            <a:endParaRPr kumimoji="1" lang="ja-JP" altLang="en-US" sz="1200">
              <a:solidFill>
                <a:srgbClr val="FF0000"/>
              </a:solidFill>
              <a:highlight>
                <a:srgbClr val="FFFFFF"/>
              </a:highlight>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21723880-2463-3582-59F1-8CF031AD905D}"/>
              </a:ext>
            </a:extLst>
          </p:cNvPr>
          <p:cNvPicPr>
            <a:picLocks noChangeAspect="1"/>
          </p:cNvPicPr>
          <p:nvPr/>
        </p:nvPicPr>
        <p:blipFill>
          <a:blip r:embed="rId3"/>
          <a:stretch>
            <a:fillRect/>
          </a:stretch>
        </p:blipFill>
        <p:spPr>
          <a:xfrm>
            <a:off x="5401128" y="840903"/>
            <a:ext cx="3751943" cy="664421"/>
          </a:xfrm>
          <a:prstGeom prst="rect">
            <a:avLst/>
          </a:prstGeom>
        </p:spPr>
      </p:pic>
      <p:sp>
        <p:nvSpPr>
          <p:cNvPr id="14" name="Speech Bubble: Rectangle 13">
            <a:extLst>
              <a:ext uri="{FF2B5EF4-FFF2-40B4-BE49-F238E27FC236}">
                <a16:creationId xmlns:a16="http://schemas.microsoft.com/office/drawing/2014/main" id="{1F813671-3C40-5E4F-F546-2B45F891DBC9}"/>
              </a:ext>
            </a:extLst>
          </p:cNvPr>
          <p:cNvSpPr/>
          <p:nvPr/>
        </p:nvSpPr>
        <p:spPr>
          <a:xfrm>
            <a:off x="5392057" y="1816676"/>
            <a:ext cx="2128847" cy="1200329"/>
          </a:xfrm>
          <a:prstGeom prst="wedgeRectCallout">
            <a:avLst>
              <a:gd name="adj1" fmla="val -7803"/>
              <a:gd name="adj2" fmla="val -71609"/>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lgn="ctr"/>
            <a:r>
              <a:rPr kumimoji="1" lang="en-US" altLang="ja-JP" sz="1200">
                <a:solidFill>
                  <a:srgbClr val="FF0000"/>
                </a:solidFill>
                <a:highlight>
                  <a:srgbClr val="FFFFFF"/>
                </a:highlight>
                <a:latin typeface="Times New Roman" panose="02020603050405020304" pitchFamily="18" charset="0"/>
                <a:cs typeface="Times New Roman" panose="02020603050405020304" pitchFamily="18" charset="0"/>
              </a:rPr>
              <a:t>Ví dụ cài đặt như trên rồi bấm vào nút lệnh trong khoanh tròn đỏ, ta sẽ tạo được 2 folder BOM 110C103NL* trong đó có 2 người phụ trách là Sơn_mecha1 và Duy_mecha1 </a:t>
            </a:r>
            <a:endParaRPr kumimoji="1" lang="ja-JP" altLang="en-US" sz="1200">
              <a:solidFill>
                <a:srgbClr val="FF0000"/>
              </a:solidFill>
              <a:highlight>
                <a:srgbClr val="FFFFFF"/>
              </a:highlight>
              <a:latin typeface="Times New Roman" panose="02020603050405020304" pitchFamily="18" charset="0"/>
              <a:cs typeface="Times New Roman" panose="02020603050405020304" pitchFamily="18" charset="0"/>
            </a:endParaRPr>
          </a:p>
        </p:txBody>
      </p:sp>
      <p:pic>
        <p:nvPicPr>
          <p:cNvPr id="16" name="Picture 15">
            <a:extLst>
              <a:ext uri="{FF2B5EF4-FFF2-40B4-BE49-F238E27FC236}">
                <a16:creationId xmlns:a16="http://schemas.microsoft.com/office/drawing/2014/main" id="{9B0DD95C-BDFE-9E91-E391-54978C3C5901}"/>
              </a:ext>
            </a:extLst>
          </p:cNvPr>
          <p:cNvPicPr>
            <a:picLocks noChangeAspect="1"/>
          </p:cNvPicPr>
          <p:nvPr/>
        </p:nvPicPr>
        <p:blipFill>
          <a:blip r:embed="rId4"/>
          <a:stretch>
            <a:fillRect/>
          </a:stretch>
        </p:blipFill>
        <p:spPr>
          <a:xfrm>
            <a:off x="7594600" y="1630938"/>
            <a:ext cx="1527629" cy="871779"/>
          </a:xfrm>
          <a:prstGeom prst="rect">
            <a:avLst/>
          </a:prstGeom>
        </p:spPr>
      </p:pic>
      <p:sp>
        <p:nvSpPr>
          <p:cNvPr id="17" name="Arrow: Down 16">
            <a:extLst>
              <a:ext uri="{FF2B5EF4-FFF2-40B4-BE49-F238E27FC236}">
                <a16:creationId xmlns:a16="http://schemas.microsoft.com/office/drawing/2014/main" id="{E195862C-68F7-DC44-CA2B-7C24E13D985C}"/>
              </a:ext>
            </a:extLst>
          </p:cNvPr>
          <p:cNvSpPr/>
          <p:nvPr/>
        </p:nvSpPr>
        <p:spPr>
          <a:xfrm>
            <a:off x="8596858" y="1380273"/>
            <a:ext cx="376857" cy="501330"/>
          </a:xfrm>
          <a:prstGeom prst="downArrow">
            <a:avLst/>
          </a:prstGeom>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Oval 17">
            <a:extLst>
              <a:ext uri="{FF2B5EF4-FFF2-40B4-BE49-F238E27FC236}">
                <a16:creationId xmlns:a16="http://schemas.microsoft.com/office/drawing/2014/main" id="{18304E04-225A-6382-D751-B84284BB604E}"/>
              </a:ext>
            </a:extLst>
          </p:cNvPr>
          <p:cNvSpPr/>
          <p:nvPr/>
        </p:nvSpPr>
        <p:spPr>
          <a:xfrm>
            <a:off x="7640986" y="1816676"/>
            <a:ext cx="1331686" cy="664421"/>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1" name="Picture 20">
            <a:extLst>
              <a:ext uri="{FF2B5EF4-FFF2-40B4-BE49-F238E27FC236}">
                <a16:creationId xmlns:a16="http://schemas.microsoft.com/office/drawing/2014/main" id="{9302F41B-1552-8330-48F7-3A660D8B9682}"/>
              </a:ext>
            </a:extLst>
          </p:cNvPr>
          <p:cNvPicPr>
            <a:picLocks noChangeAspect="1"/>
          </p:cNvPicPr>
          <p:nvPr/>
        </p:nvPicPr>
        <p:blipFill>
          <a:blip r:embed="rId5"/>
          <a:stretch>
            <a:fillRect/>
          </a:stretch>
        </p:blipFill>
        <p:spPr>
          <a:xfrm>
            <a:off x="21771" y="3627680"/>
            <a:ext cx="4550229" cy="548740"/>
          </a:xfrm>
          <a:prstGeom prst="rect">
            <a:avLst/>
          </a:prstGeom>
        </p:spPr>
      </p:pic>
      <p:sp>
        <p:nvSpPr>
          <p:cNvPr id="22" name="Speech Bubble: Rectangle 21">
            <a:extLst>
              <a:ext uri="{FF2B5EF4-FFF2-40B4-BE49-F238E27FC236}">
                <a16:creationId xmlns:a16="http://schemas.microsoft.com/office/drawing/2014/main" id="{B6466437-6CA8-17F5-C69E-6EE7CA78BF09}"/>
              </a:ext>
            </a:extLst>
          </p:cNvPr>
          <p:cNvSpPr/>
          <p:nvPr/>
        </p:nvSpPr>
        <p:spPr>
          <a:xfrm>
            <a:off x="2908861" y="4225705"/>
            <a:ext cx="2128847" cy="1015663"/>
          </a:xfrm>
          <a:prstGeom prst="wedgeRectCallout">
            <a:avLst>
              <a:gd name="adj1" fmla="val -7803"/>
              <a:gd name="adj2" fmla="val -71609"/>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lgn="ctr"/>
            <a:r>
              <a:rPr kumimoji="1" lang="en-US" altLang="ja-JP" sz="1200">
                <a:solidFill>
                  <a:srgbClr val="FF0000"/>
                </a:solidFill>
                <a:highlight>
                  <a:srgbClr val="FFFFFF"/>
                </a:highlight>
                <a:latin typeface="Times New Roman" panose="02020603050405020304" pitchFamily="18" charset="0"/>
                <a:cs typeface="Times New Roman" panose="02020603050405020304" pitchFamily="18" charset="0"/>
              </a:rPr>
              <a:t>Trường hợp tích X như vậy thì chương trình sẽ chỉ tạo 1 folder 110C103NL1  trong đó có 2 người phụ trách là Sơn_mecha1 và Duy_mecha1</a:t>
            </a:r>
            <a:endParaRPr kumimoji="1" lang="ja-JP" altLang="en-US" sz="1200">
              <a:solidFill>
                <a:srgbClr val="FF0000"/>
              </a:solidFill>
              <a:highlight>
                <a:srgbClr val="FFFFFF"/>
              </a:highlight>
              <a:latin typeface="Times New Roman" panose="02020603050405020304" pitchFamily="18" charset="0"/>
              <a:cs typeface="Times New Roman" panose="02020603050405020304" pitchFamily="18" charset="0"/>
            </a:endParaRPr>
          </a:p>
        </p:txBody>
      </p:sp>
      <p:sp>
        <p:nvSpPr>
          <p:cNvPr id="23" name="Speech Bubble: Rectangle 22">
            <a:extLst>
              <a:ext uri="{FF2B5EF4-FFF2-40B4-BE49-F238E27FC236}">
                <a16:creationId xmlns:a16="http://schemas.microsoft.com/office/drawing/2014/main" id="{4C5C987A-B96C-DC49-6684-43AC7FFE6D64}"/>
              </a:ext>
            </a:extLst>
          </p:cNvPr>
          <p:cNvSpPr/>
          <p:nvPr/>
        </p:nvSpPr>
        <p:spPr>
          <a:xfrm>
            <a:off x="3345542" y="2894617"/>
            <a:ext cx="2046515" cy="646331"/>
          </a:xfrm>
          <a:prstGeom prst="wedgeRectCallout">
            <a:avLst>
              <a:gd name="adj1" fmla="val -18030"/>
              <a:gd name="adj2" fmla="val 73010"/>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lgn="ctr"/>
            <a:r>
              <a:rPr kumimoji="1" lang="en-US" altLang="ja-JP" sz="1200">
                <a:solidFill>
                  <a:srgbClr val="FF0000"/>
                </a:solidFill>
                <a:highlight>
                  <a:srgbClr val="FFFFFF"/>
                </a:highlight>
                <a:latin typeface="Times New Roman" panose="02020603050405020304" pitchFamily="18" charset="0"/>
                <a:cs typeface="Times New Roman" panose="02020603050405020304" pitchFamily="18" charset="0"/>
              </a:rPr>
              <a:t>Ý nghĩa là bạn có tạo thư mục BOM hay không? Để trống là có, X là không</a:t>
            </a:r>
            <a:endParaRPr kumimoji="1" lang="ja-JP" altLang="en-US" sz="1200">
              <a:solidFill>
                <a:srgbClr val="FF0000"/>
              </a:solidFill>
              <a:highlight>
                <a:srgbClr val="FFFFFF"/>
              </a:highlight>
              <a:latin typeface="Times New Roman" panose="02020603050405020304" pitchFamily="18" charset="0"/>
              <a:cs typeface="Times New Roman" panose="02020603050405020304" pitchFamily="18" charset="0"/>
            </a:endParaRPr>
          </a:p>
        </p:txBody>
      </p:sp>
      <p:pic>
        <p:nvPicPr>
          <p:cNvPr id="25" name="Picture 24">
            <a:extLst>
              <a:ext uri="{FF2B5EF4-FFF2-40B4-BE49-F238E27FC236}">
                <a16:creationId xmlns:a16="http://schemas.microsoft.com/office/drawing/2014/main" id="{01D7E858-035A-6D29-3B9C-87DF147F67E1}"/>
              </a:ext>
            </a:extLst>
          </p:cNvPr>
          <p:cNvPicPr>
            <a:picLocks noChangeAspect="1"/>
          </p:cNvPicPr>
          <p:nvPr/>
        </p:nvPicPr>
        <p:blipFill>
          <a:blip r:embed="rId6"/>
          <a:stretch>
            <a:fillRect/>
          </a:stretch>
        </p:blipFill>
        <p:spPr>
          <a:xfrm>
            <a:off x="6261610" y="3055030"/>
            <a:ext cx="2495898" cy="2067213"/>
          </a:xfrm>
          <a:prstGeom prst="rect">
            <a:avLst/>
          </a:prstGeom>
        </p:spPr>
      </p:pic>
      <p:sp>
        <p:nvSpPr>
          <p:cNvPr id="26" name="Speech Bubble: Rectangle 25">
            <a:extLst>
              <a:ext uri="{FF2B5EF4-FFF2-40B4-BE49-F238E27FC236}">
                <a16:creationId xmlns:a16="http://schemas.microsoft.com/office/drawing/2014/main" id="{B7145A16-4BAD-7293-E7E7-9D72B8EBBF94}"/>
              </a:ext>
            </a:extLst>
          </p:cNvPr>
          <p:cNvSpPr/>
          <p:nvPr/>
        </p:nvSpPr>
        <p:spPr>
          <a:xfrm>
            <a:off x="6261610" y="5118402"/>
            <a:ext cx="2128847" cy="461665"/>
          </a:xfrm>
          <a:prstGeom prst="wedgeRectCallout">
            <a:avLst>
              <a:gd name="adj1" fmla="val -6439"/>
              <a:gd name="adj2" fmla="val -137631"/>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lgn="ctr"/>
            <a:r>
              <a:rPr kumimoji="1" lang="en-US" altLang="ja-JP" sz="1200">
                <a:solidFill>
                  <a:srgbClr val="FF0000"/>
                </a:solidFill>
                <a:highlight>
                  <a:srgbClr val="FFFFFF"/>
                </a:highlight>
                <a:latin typeface="Times New Roman" panose="02020603050405020304" pitchFamily="18" charset="0"/>
                <a:cs typeface="Times New Roman" panose="02020603050405020304" pitchFamily="18" charset="0"/>
              </a:rPr>
              <a:t>Bấm vào đây sẽ xóa hết dữ liệu đăng ký cũ.</a:t>
            </a:r>
            <a:endParaRPr kumimoji="1" lang="ja-JP" altLang="en-US" sz="1200">
              <a:solidFill>
                <a:srgbClr val="FF0000"/>
              </a:solidFill>
              <a:highlight>
                <a:srgbClr val="FFFFFF"/>
              </a:highlight>
              <a:latin typeface="Times New Roman" panose="02020603050405020304" pitchFamily="18" charset="0"/>
              <a:cs typeface="Times New Roman" panose="02020603050405020304" pitchFamily="18" charset="0"/>
            </a:endParaRPr>
          </a:p>
        </p:txBody>
      </p:sp>
      <p:sp>
        <p:nvSpPr>
          <p:cNvPr id="2" name="Arrow: Curved Down 1">
            <a:extLst>
              <a:ext uri="{FF2B5EF4-FFF2-40B4-BE49-F238E27FC236}">
                <a16:creationId xmlns:a16="http://schemas.microsoft.com/office/drawing/2014/main" id="{3D261746-E8D2-C8D7-61AA-CE2E798D1B38}"/>
              </a:ext>
            </a:extLst>
          </p:cNvPr>
          <p:cNvSpPr/>
          <p:nvPr/>
        </p:nvSpPr>
        <p:spPr>
          <a:xfrm>
            <a:off x="3374570" y="700717"/>
            <a:ext cx="2645229" cy="559128"/>
          </a:xfrm>
          <a:prstGeom prst="curvedDownArrow">
            <a:avLst/>
          </a:prstGeom>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grpSp>
        <p:nvGrpSpPr>
          <p:cNvPr id="20" name="Group 19">
            <a:extLst>
              <a:ext uri="{FF2B5EF4-FFF2-40B4-BE49-F238E27FC236}">
                <a16:creationId xmlns:a16="http://schemas.microsoft.com/office/drawing/2014/main" id="{66F1C1CD-257C-9A7F-DE86-5EA154F8D2E0}"/>
              </a:ext>
            </a:extLst>
          </p:cNvPr>
          <p:cNvGrpSpPr/>
          <p:nvPr/>
        </p:nvGrpSpPr>
        <p:grpSpPr>
          <a:xfrm>
            <a:off x="-22705" y="4540910"/>
            <a:ext cx="2133898" cy="757418"/>
            <a:chOff x="77816" y="4540910"/>
            <a:chExt cx="2133898" cy="757418"/>
          </a:xfrm>
        </p:grpSpPr>
        <p:pic>
          <p:nvPicPr>
            <p:cNvPr id="7" name="Picture 6">
              <a:extLst>
                <a:ext uri="{FF2B5EF4-FFF2-40B4-BE49-F238E27FC236}">
                  <a16:creationId xmlns:a16="http://schemas.microsoft.com/office/drawing/2014/main" id="{39F77AD9-0534-4006-108D-5908161C4B7A}"/>
                </a:ext>
              </a:extLst>
            </p:cNvPr>
            <p:cNvPicPr>
              <a:picLocks noChangeAspect="1"/>
            </p:cNvPicPr>
            <p:nvPr/>
          </p:nvPicPr>
          <p:blipFill>
            <a:blip r:embed="rId7"/>
            <a:stretch>
              <a:fillRect/>
            </a:stretch>
          </p:blipFill>
          <p:spPr>
            <a:xfrm>
              <a:off x="77816" y="4540910"/>
              <a:ext cx="1324160" cy="495369"/>
            </a:xfrm>
            <a:prstGeom prst="rect">
              <a:avLst/>
            </a:prstGeom>
          </p:spPr>
        </p:pic>
        <p:pic>
          <p:nvPicPr>
            <p:cNvPr id="15" name="Picture 14">
              <a:extLst>
                <a:ext uri="{FF2B5EF4-FFF2-40B4-BE49-F238E27FC236}">
                  <a16:creationId xmlns:a16="http://schemas.microsoft.com/office/drawing/2014/main" id="{9E39AF41-EF90-46F7-D017-F6FB3A5D561A}"/>
                </a:ext>
              </a:extLst>
            </p:cNvPr>
            <p:cNvPicPr>
              <a:picLocks noChangeAspect="1"/>
            </p:cNvPicPr>
            <p:nvPr/>
          </p:nvPicPr>
          <p:blipFill>
            <a:blip r:embed="rId8"/>
            <a:stretch>
              <a:fillRect/>
            </a:stretch>
          </p:blipFill>
          <p:spPr>
            <a:xfrm>
              <a:off x="77816" y="5041117"/>
              <a:ext cx="2133898" cy="257211"/>
            </a:xfrm>
            <a:prstGeom prst="rect">
              <a:avLst/>
            </a:prstGeom>
          </p:spPr>
        </p:pic>
      </p:grpSp>
      <p:pic>
        <p:nvPicPr>
          <p:cNvPr id="27" name="Picture 26">
            <a:extLst>
              <a:ext uri="{FF2B5EF4-FFF2-40B4-BE49-F238E27FC236}">
                <a16:creationId xmlns:a16="http://schemas.microsoft.com/office/drawing/2014/main" id="{B6A0C34B-171A-77EF-DBDD-04E2A2D271FC}"/>
              </a:ext>
            </a:extLst>
          </p:cNvPr>
          <p:cNvPicPr>
            <a:picLocks noChangeAspect="1"/>
          </p:cNvPicPr>
          <p:nvPr/>
        </p:nvPicPr>
        <p:blipFill>
          <a:blip r:embed="rId9"/>
          <a:stretch>
            <a:fillRect/>
          </a:stretch>
        </p:blipFill>
        <p:spPr>
          <a:xfrm>
            <a:off x="1581447" y="5524399"/>
            <a:ext cx="2229161" cy="724001"/>
          </a:xfrm>
          <a:prstGeom prst="rect">
            <a:avLst/>
          </a:prstGeom>
          <a:ln>
            <a:solidFill>
              <a:srgbClr val="FF0000"/>
            </a:solidFill>
          </a:ln>
        </p:spPr>
      </p:pic>
      <p:sp>
        <p:nvSpPr>
          <p:cNvPr id="28" name="Rectangle 27">
            <a:extLst>
              <a:ext uri="{FF2B5EF4-FFF2-40B4-BE49-F238E27FC236}">
                <a16:creationId xmlns:a16="http://schemas.microsoft.com/office/drawing/2014/main" id="{ECDC5D6A-9535-D0A9-9F26-6196212623B8}"/>
              </a:ext>
            </a:extLst>
          </p:cNvPr>
          <p:cNvSpPr/>
          <p:nvPr/>
        </p:nvSpPr>
        <p:spPr>
          <a:xfrm>
            <a:off x="24269" y="4584777"/>
            <a:ext cx="1324160" cy="451501"/>
          </a:xfrm>
          <a:prstGeom prst="rect">
            <a:avLst/>
          </a:prstGeom>
          <a:noFill/>
          <a:ln>
            <a:solidFill>
              <a:srgbClr val="FF0000">
                <a:alpha val="98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Arrow: Curved Down 28">
            <a:extLst>
              <a:ext uri="{FF2B5EF4-FFF2-40B4-BE49-F238E27FC236}">
                <a16:creationId xmlns:a16="http://schemas.microsoft.com/office/drawing/2014/main" id="{1DB54070-841C-7817-A015-DE2F191A5E14}"/>
              </a:ext>
            </a:extLst>
          </p:cNvPr>
          <p:cNvSpPr/>
          <p:nvPr/>
        </p:nvSpPr>
        <p:spPr>
          <a:xfrm rot="2602528">
            <a:off x="1018837" y="4766415"/>
            <a:ext cx="1293454" cy="513215"/>
          </a:xfrm>
          <a:prstGeom prst="curvedDownArrow">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1" name="Speech Bubble: Rectangle 30">
            <a:extLst>
              <a:ext uri="{FF2B5EF4-FFF2-40B4-BE49-F238E27FC236}">
                <a16:creationId xmlns:a16="http://schemas.microsoft.com/office/drawing/2014/main" id="{2557E32C-05FA-57BA-1ECF-163CBAC27409}"/>
              </a:ext>
            </a:extLst>
          </p:cNvPr>
          <p:cNvSpPr/>
          <p:nvPr/>
        </p:nvSpPr>
        <p:spPr>
          <a:xfrm>
            <a:off x="4002672" y="5713925"/>
            <a:ext cx="1874721" cy="830997"/>
          </a:xfrm>
          <a:prstGeom prst="wedgeRectCallout">
            <a:avLst>
              <a:gd name="adj1" fmla="val -81107"/>
              <a:gd name="adj2" fmla="val -22009"/>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lgn="ctr"/>
            <a:r>
              <a:rPr kumimoji="1" lang="en-US" altLang="ja-JP" sz="1200">
                <a:solidFill>
                  <a:srgbClr val="FF0000"/>
                </a:solidFill>
                <a:highlight>
                  <a:srgbClr val="FFFFFF"/>
                </a:highlight>
                <a:latin typeface="Times New Roman" panose="02020603050405020304" pitchFamily="18" charset="0"/>
                <a:cs typeface="Times New Roman" panose="02020603050405020304" pitchFamily="18" charset="0"/>
              </a:rPr>
              <a:t>Tạo bằng list BOM thì sẽ tự tạo luôn folder hướng xuất+tên người phụ trách+file tổng hợp luôn</a:t>
            </a:r>
            <a:endParaRPr kumimoji="1" lang="ja-JP" altLang="en-US" sz="1200">
              <a:solidFill>
                <a:srgbClr val="FF0000"/>
              </a:solidFill>
              <a:highlight>
                <a:srgbClr val="FFFFFF"/>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937436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4BE7061A-8A55-5D36-B3BD-2E9A27A4EB13}"/>
              </a:ext>
            </a:extLst>
          </p:cNvPr>
          <p:cNvPicPr>
            <a:picLocks noChangeAspect="1"/>
          </p:cNvPicPr>
          <p:nvPr/>
        </p:nvPicPr>
        <p:blipFill>
          <a:blip r:embed="rId2"/>
          <a:srcRect r="4082"/>
          <a:stretch/>
        </p:blipFill>
        <p:spPr>
          <a:xfrm>
            <a:off x="4323148" y="3417777"/>
            <a:ext cx="4191150" cy="2906823"/>
          </a:xfrm>
          <a:prstGeom prst="rect">
            <a:avLst/>
          </a:prstGeom>
        </p:spPr>
      </p:pic>
      <p:pic>
        <p:nvPicPr>
          <p:cNvPr id="20" name="Picture 19">
            <a:extLst>
              <a:ext uri="{FF2B5EF4-FFF2-40B4-BE49-F238E27FC236}">
                <a16:creationId xmlns:a16="http://schemas.microsoft.com/office/drawing/2014/main" id="{2C7F6492-86F9-0E25-8C12-59CA918E8BEE}"/>
              </a:ext>
            </a:extLst>
          </p:cNvPr>
          <p:cNvPicPr>
            <a:picLocks noChangeAspect="1"/>
          </p:cNvPicPr>
          <p:nvPr/>
        </p:nvPicPr>
        <p:blipFill>
          <a:blip r:embed="rId2"/>
          <a:srcRect r="4082"/>
          <a:stretch/>
        </p:blipFill>
        <p:spPr>
          <a:xfrm>
            <a:off x="67443" y="3429000"/>
            <a:ext cx="4191150" cy="2906823"/>
          </a:xfrm>
          <a:prstGeom prst="rect">
            <a:avLst/>
          </a:prstGeom>
        </p:spPr>
      </p:pic>
      <p:pic>
        <p:nvPicPr>
          <p:cNvPr id="2" name="Picture 1">
            <a:extLst>
              <a:ext uri="{FF2B5EF4-FFF2-40B4-BE49-F238E27FC236}">
                <a16:creationId xmlns:a16="http://schemas.microsoft.com/office/drawing/2014/main" id="{259EA8F6-143A-CF88-52B8-A93D8302F0F6}"/>
              </a:ext>
            </a:extLst>
          </p:cNvPr>
          <p:cNvPicPr>
            <a:picLocks noChangeAspect="1"/>
          </p:cNvPicPr>
          <p:nvPr/>
        </p:nvPicPr>
        <p:blipFill>
          <a:blip r:embed="rId3"/>
          <a:stretch>
            <a:fillRect/>
          </a:stretch>
        </p:blipFill>
        <p:spPr>
          <a:xfrm>
            <a:off x="1955307" y="761984"/>
            <a:ext cx="1629002" cy="1114581"/>
          </a:xfrm>
          <a:prstGeom prst="rect">
            <a:avLst/>
          </a:prstGeom>
        </p:spPr>
      </p:pic>
      <p:pic>
        <p:nvPicPr>
          <p:cNvPr id="6" name="Content Placeholder 5">
            <a:extLst>
              <a:ext uri="{FF2B5EF4-FFF2-40B4-BE49-F238E27FC236}">
                <a16:creationId xmlns:a16="http://schemas.microsoft.com/office/drawing/2014/main" id="{4C358681-4138-5723-DC32-093312473AE9}"/>
              </a:ext>
            </a:extLst>
          </p:cNvPr>
          <p:cNvPicPr>
            <a:picLocks noGrp="1" noChangeAspect="1"/>
          </p:cNvPicPr>
          <p:nvPr>
            <p:ph idx="1"/>
          </p:nvPr>
        </p:nvPicPr>
        <p:blipFill>
          <a:blip r:embed="rId4"/>
          <a:stretch>
            <a:fillRect/>
          </a:stretch>
        </p:blipFill>
        <p:spPr>
          <a:xfrm>
            <a:off x="334570" y="673414"/>
            <a:ext cx="1676634" cy="2543530"/>
          </a:xfrm>
        </p:spPr>
      </p:pic>
      <p:sp>
        <p:nvSpPr>
          <p:cNvPr id="4" name="Slide Number Placeholder 3">
            <a:extLst>
              <a:ext uri="{FF2B5EF4-FFF2-40B4-BE49-F238E27FC236}">
                <a16:creationId xmlns:a16="http://schemas.microsoft.com/office/drawing/2014/main" id="{2CFDB7D3-0C22-BFF9-03C6-1F1B13B10BA7}"/>
              </a:ext>
            </a:extLst>
          </p:cNvPr>
          <p:cNvSpPr>
            <a:spLocks noGrp="1"/>
          </p:cNvSpPr>
          <p:nvPr>
            <p:ph type="sldNum" sz="quarter" idx="4"/>
          </p:nvPr>
        </p:nvSpPr>
        <p:spPr/>
        <p:txBody>
          <a:bodyPr/>
          <a:lstStyle/>
          <a:p>
            <a:fld id="{E38BFB4B-70AE-4AFC-9806-78E9768488DC}" type="slidenum">
              <a:rPr lang="fr-FR" altLang="ja-JP" sz="1600" smtClean="0">
                <a:solidFill>
                  <a:schemeClr val="tx1"/>
                </a:solidFill>
              </a:rPr>
              <a:pPr/>
              <a:t>15</a:t>
            </a:fld>
            <a:endParaRPr lang="fr-FR" altLang="ja-JP" sz="1600">
              <a:solidFill>
                <a:schemeClr val="tx1"/>
              </a:solidFill>
            </a:endParaRPr>
          </a:p>
          <a:p>
            <a:r>
              <a:rPr lang="fr-FR" altLang="ja-JP" sz="1000"/>
              <a:t>©20</a:t>
            </a:r>
            <a:r>
              <a:rPr lang="en-US" altLang="ja-JP" sz="1000"/>
              <a:t>19</a:t>
            </a:r>
            <a:r>
              <a:rPr lang="fr-FR" altLang="ja-JP" sz="1000"/>
              <a:t> KYOCERA Document Solutions Inc.</a:t>
            </a:r>
            <a:endParaRPr lang="en-US" sz="1000"/>
          </a:p>
        </p:txBody>
      </p:sp>
      <p:sp>
        <p:nvSpPr>
          <p:cNvPr id="7" name="Speech Bubble: Rectangle 6">
            <a:extLst>
              <a:ext uri="{FF2B5EF4-FFF2-40B4-BE49-F238E27FC236}">
                <a16:creationId xmlns:a16="http://schemas.microsoft.com/office/drawing/2014/main" id="{0AE7107C-B41D-8A7E-F358-CEF2BCF47103}"/>
              </a:ext>
            </a:extLst>
          </p:cNvPr>
          <p:cNvSpPr/>
          <p:nvPr/>
        </p:nvSpPr>
        <p:spPr>
          <a:xfrm>
            <a:off x="3584309" y="569244"/>
            <a:ext cx="1905000" cy="966774"/>
          </a:xfrm>
          <a:prstGeom prst="wedgeRectCallout">
            <a:avLst>
              <a:gd name="adj1" fmla="val -79081"/>
              <a:gd name="adj2" fmla="val 34820"/>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lnSpc>
                <a:spcPct val="90000"/>
              </a:lnSpc>
            </a:pPr>
            <a:r>
              <a:rPr kumimoji="1" lang="en-US" altLang="ja-JP" sz="1500">
                <a:latin typeface="Times New Roman" panose="02020603050405020304" pitchFamily="18" charset="0"/>
                <a:cs typeface="Times New Roman" panose="02020603050405020304" pitchFamily="18" charset="0"/>
              </a:rPr>
              <a:t>File điền danh sách linh kiện sau khi tạo, </a:t>
            </a:r>
            <a:r>
              <a:rPr kumimoji="1" lang="en-US" altLang="ja-JP" sz="1500">
                <a:solidFill>
                  <a:srgbClr val="FFFFFF"/>
                </a:solidFill>
                <a:latin typeface="Times New Roman" panose="02020603050405020304" pitchFamily="18" charset="0"/>
                <a:cs typeface="Times New Roman" panose="02020603050405020304" pitchFamily="18" charset="0"/>
              </a:rPr>
              <a:t>file này sẽ tự động được chuyển vào các Folder hướng xuất</a:t>
            </a:r>
            <a:endParaRPr kumimoji="1" lang="ja-JP" altLang="en-US" sz="1500">
              <a:solidFill>
                <a:srgbClr val="FFFFFF"/>
              </a:solidFill>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287B5068-20C5-1C40-457A-34113FED5E5C}"/>
              </a:ext>
            </a:extLst>
          </p:cNvPr>
          <p:cNvPicPr>
            <a:picLocks noChangeAspect="1"/>
          </p:cNvPicPr>
          <p:nvPr/>
        </p:nvPicPr>
        <p:blipFill>
          <a:blip r:embed="rId5"/>
          <a:stretch>
            <a:fillRect/>
          </a:stretch>
        </p:blipFill>
        <p:spPr>
          <a:xfrm>
            <a:off x="6818427" y="1425126"/>
            <a:ext cx="1991003" cy="1267002"/>
          </a:xfrm>
          <a:prstGeom prst="rect">
            <a:avLst/>
          </a:prstGeom>
        </p:spPr>
      </p:pic>
      <p:sp>
        <p:nvSpPr>
          <p:cNvPr id="10" name="Speech Bubble: Rectangle 9">
            <a:extLst>
              <a:ext uri="{FF2B5EF4-FFF2-40B4-BE49-F238E27FC236}">
                <a16:creationId xmlns:a16="http://schemas.microsoft.com/office/drawing/2014/main" id="{3E755073-6FF5-49EE-3E6A-3659D79044CC}"/>
              </a:ext>
            </a:extLst>
          </p:cNvPr>
          <p:cNvSpPr/>
          <p:nvPr/>
        </p:nvSpPr>
        <p:spPr>
          <a:xfrm>
            <a:off x="6981170" y="694650"/>
            <a:ext cx="1905000" cy="715962"/>
          </a:xfrm>
          <a:prstGeom prst="wedgeRectCallout">
            <a:avLst>
              <a:gd name="adj1" fmla="val -13794"/>
              <a:gd name="adj2" fmla="val 117586"/>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pPr>
            <a:r>
              <a:rPr kumimoji="1" lang="en-US" altLang="ja-JP" sz="1500">
                <a:latin typeface="Times New Roman" panose="02020603050405020304" pitchFamily="18" charset="0"/>
                <a:cs typeface="Times New Roman" panose="02020603050405020304" pitchFamily="18" charset="0"/>
              </a:rPr>
              <a:t>Leader gửi thư yêu cầu copy danh sách linh kiện</a:t>
            </a:r>
            <a:endParaRPr kumimoji="1" lang="ja-JP" altLang="en-US" sz="1500">
              <a:latin typeface="Times New Roman" panose="02020603050405020304" pitchFamily="18" charset="0"/>
              <a:cs typeface="Times New Roman" panose="02020603050405020304" pitchFamily="18" charset="0"/>
            </a:endParaRPr>
          </a:p>
        </p:txBody>
      </p:sp>
      <p:sp>
        <p:nvSpPr>
          <p:cNvPr id="12" name="Rectangle 11">
            <a:extLst>
              <a:ext uri="{FF2B5EF4-FFF2-40B4-BE49-F238E27FC236}">
                <a16:creationId xmlns:a16="http://schemas.microsoft.com/office/drawing/2014/main" id="{46FC56BA-02EE-827D-EBAE-A5A1AC8DB0B4}"/>
              </a:ext>
            </a:extLst>
          </p:cNvPr>
          <p:cNvSpPr/>
          <p:nvPr/>
        </p:nvSpPr>
        <p:spPr>
          <a:xfrm>
            <a:off x="152400" y="4356732"/>
            <a:ext cx="990600" cy="27355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Speech Bubble: Rectangle 12">
            <a:extLst>
              <a:ext uri="{FF2B5EF4-FFF2-40B4-BE49-F238E27FC236}">
                <a16:creationId xmlns:a16="http://schemas.microsoft.com/office/drawing/2014/main" id="{649FD752-5CEA-348E-1BF6-A0CD570C1D9D}"/>
              </a:ext>
            </a:extLst>
          </p:cNvPr>
          <p:cNvSpPr/>
          <p:nvPr/>
        </p:nvSpPr>
        <p:spPr>
          <a:xfrm>
            <a:off x="1210518" y="3506808"/>
            <a:ext cx="1905000" cy="715962"/>
          </a:xfrm>
          <a:prstGeom prst="wedgeRectCallout">
            <a:avLst>
              <a:gd name="adj1" fmla="val -53699"/>
              <a:gd name="adj2" fmla="val 87684"/>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92500" lnSpcReduction="20000"/>
          </a:bodyPr>
          <a:lstStyle/>
          <a:p>
            <a:pPr algn="ctr">
              <a:lnSpc>
                <a:spcPct val="90000"/>
              </a:lnSpc>
            </a:pPr>
            <a:r>
              <a:rPr kumimoji="1" lang="en-US" altLang="ja-JP" sz="1500">
                <a:latin typeface="Times New Roman" panose="02020603050405020304" pitchFamily="18" charset="0"/>
                <a:cs typeface="Times New Roman" panose="02020603050405020304" pitchFamily="18" charset="0"/>
              </a:rPr>
              <a:t>Chức năng 3 kiểm tra được trạng thái phụ trách đã điền linh kiện hay chưa.</a:t>
            </a:r>
            <a:endParaRPr kumimoji="1" lang="ja-JP" altLang="en-US" sz="150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DAED455D-7780-811C-B4B2-7B39A9B4B9C6}"/>
              </a:ext>
            </a:extLst>
          </p:cNvPr>
          <p:cNvSpPr/>
          <p:nvPr/>
        </p:nvSpPr>
        <p:spPr>
          <a:xfrm>
            <a:off x="4419600" y="4630282"/>
            <a:ext cx="838200" cy="17031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Speech Bubble: Rectangle 7">
            <a:extLst>
              <a:ext uri="{FF2B5EF4-FFF2-40B4-BE49-F238E27FC236}">
                <a16:creationId xmlns:a16="http://schemas.microsoft.com/office/drawing/2014/main" id="{BAAF4781-7733-95F2-9E56-491AAB88504C}"/>
              </a:ext>
            </a:extLst>
          </p:cNvPr>
          <p:cNvSpPr/>
          <p:nvPr/>
        </p:nvSpPr>
        <p:spPr>
          <a:xfrm>
            <a:off x="6960142" y="3041248"/>
            <a:ext cx="1905000" cy="1837426"/>
          </a:xfrm>
          <a:prstGeom prst="wedgeRectCallout">
            <a:avLst>
              <a:gd name="adj1" fmla="val -137604"/>
              <a:gd name="adj2" fmla="val 40949"/>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spAutoFit/>
          </a:bodyPr>
          <a:lstStyle/>
          <a:p>
            <a:pPr algn="ctr">
              <a:lnSpc>
                <a:spcPct val="90000"/>
              </a:lnSpc>
            </a:pPr>
            <a:r>
              <a:rPr kumimoji="1" lang="en-US" altLang="ja-JP" sz="1400">
                <a:latin typeface="Times New Roman" panose="02020603050405020304" pitchFamily="18" charset="0"/>
                <a:cs typeface="Times New Roman" panose="02020603050405020304" pitchFamily="18" charset="0"/>
              </a:rPr>
              <a:t>Chức năng 4 sẽ tổng hợp danh sách linh kiện/</a:t>
            </a:r>
            <a:r>
              <a:rPr kumimoji="1" lang="en-US" altLang="ja-JP" sz="1400">
                <a:solidFill>
                  <a:srgbClr val="FF0000"/>
                </a:solidFill>
                <a:latin typeface="Times New Roman" panose="02020603050405020304" pitchFamily="18" charset="0"/>
                <a:cs typeface="Times New Roman" panose="02020603050405020304" pitchFamily="18" charset="0"/>
              </a:rPr>
              <a:t>MSI/7980(7990)</a:t>
            </a:r>
            <a:r>
              <a:rPr kumimoji="1" lang="en-US" altLang="ja-JP" sz="1400">
                <a:latin typeface="Times New Roman" panose="02020603050405020304" pitchFamily="18" charset="0"/>
                <a:cs typeface="Times New Roman" panose="02020603050405020304" pitchFamily="18" charset="0"/>
              </a:rPr>
              <a:t> của phụ trách vào file tổng hợp+ tự động tạo folder </a:t>
            </a:r>
            <a:r>
              <a:rPr kumimoji="1" lang="en-US" altLang="ja-JP" sz="1400">
                <a:solidFill>
                  <a:srgbClr val="FF0000"/>
                </a:solidFill>
                <a:latin typeface="Times New Roman" panose="02020603050405020304" pitchFamily="18" charset="0"/>
                <a:cs typeface="Times New Roman" panose="02020603050405020304" pitchFamily="18" charset="0"/>
              </a:rPr>
              <a:t>phutrach</a:t>
            </a:r>
            <a:r>
              <a:rPr kumimoji="1" lang="en-US" altLang="ja-JP" sz="1400">
                <a:latin typeface="Times New Roman" panose="02020603050405020304" pitchFamily="18" charset="0"/>
                <a:cs typeface="Times New Roman" panose="02020603050405020304" pitchFamily="18" charset="0"/>
              </a:rPr>
              <a:t> và chuyển file của người phụ trách vào thư mục </a:t>
            </a:r>
            <a:r>
              <a:rPr kumimoji="1" lang="en-US" altLang="ja-JP" sz="1400">
                <a:solidFill>
                  <a:srgbClr val="FF0000"/>
                </a:solidFill>
                <a:latin typeface="Times New Roman" panose="02020603050405020304" pitchFamily="18" charset="0"/>
                <a:cs typeface="Times New Roman" panose="02020603050405020304" pitchFamily="18" charset="0"/>
              </a:rPr>
              <a:t>phutrach</a:t>
            </a:r>
            <a:r>
              <a:rPr kumimoji="1" lang="en-US" altLang="ja-JP" sz="1400">
                <a:latin typeface="Times New Roman" panose="02020603050405020304" pitchFamily="18" charset="0"/>
                <a:cs typeface="Times New Roman" panose="02020603050405020304" pitchFamily="18" charset="0"/>
              </a:rPr>
              <a:t>.</a:t>
            </a:r>
            <a:endParaRPr kumimoji="1" lang="ja-JP" altLang="en-US" sz="1400">
              <a:latin typeface="Times New Roman" panose="02020603050405020304" pitchFamily="18" charset="0"/>
              <a:cs typeface="Times New Roman" panose="02020603050405020304" pitchFamily="18" charset="0"/>
            </a:endParaRPr>
          </a:p>
        </p:txBody>
      </p:sp>
      <p:cxnSp>
        <p:nvCxnSpPr>
          <p:cNvPr id="14" name="Straight Connector 13">
            <a:extLst>
              <a:ext uri="{FF2B5EF4-FFF2-40B4-BE49-F238E27FC236}">
                <a16:creationId xmlns:a16="http://schemas.microsoft.com/office/drawing/2014/main" id="{081C2D04-CC39-2404-C81A-F3C65EDCFC73}"/>
              </a:ext>
            </a:extLst>
          </p:cNvPr>
          <p:cNvCxnSpPr/>
          <p:nvPr/>
        </p:nvCxnSpPr>
        <p:spPr>
          <a:xfrm>
            <a:off x="0" y="472118"/>
            <a:ext cx="914400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17" name="Title 1">
            <a:extLst>
              <a:ext uri="{FF2B5EF4-FFF2-40B4-BE49-F238E27FC236}">
                <a16:creationId xmlns:a16="http://schemas.microsoft.com/office/drawing/2014/main" id="{889FABFA-BFD1-A3A2-DEF5-A42E5A6D2320}"/>
              </a:ext>
            </a:extLst>
          </p:cNvPr>
          <p:cNvSpPr>
            <a:spLocks noGrp="1"/>
          </p:cNvSpPr>
          <p:nvPr>
            <p:ph type="title"/>
          </p:nvPr>
        </p:nvSpPr>
        <p:spPr>
          <a:xfrm>
            <a:off x="0" y="0"/>
            <a:ext cx="9144000" cy="472118"/>
          </a:xfrm>
        </p:spPr>
        <p:txBody>
          <a:bodyPr>
            <a:noAutofit/>
          </a:bodyPr>
          <a:lstStyle/>
          <a:p>
            <a:r>
              <a:rPr kumimoji="1" lang="en-US" altLang="ja-JP" sz="2000">
                <a:latin typeface="Times New Roman" panose="02020603050405020304" pitchFamily="18" charset="0"/>
                <a:cs typeface="Times New Roman" panose="02020603050405020304" pitchFamily="18" charset="0"/>
              </a:rPr>
              <a:t>5. 3. Hướng dẫn sử dụng (phía Leader) _hướng dẫn chức năng trong Tính năng so sánh BOM tự động.</a:t>
            </a:r>
            <a:endParaRPr kumimoji="1" lang="ja-JP" altLang="en-US" sz="200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40698540-104B-B220-A968-C28C3E13CF8C}"/>
              </a:ext>
            </a:extLst>
          </p:cNvPr>
          <p:cNvSpPr/>
          <p:nvPr/>
        </p:nvSpPr>
        <p:spPr>
          <a:xfrm>
            <a:off x="1984971" y="808239"/>
            <a:ext cx="1114581" cy="869431"/>
          </a:xfrm>
          <a:prstGeom prst="rect">
            <a:avLst/>
          </a:prstGeom>
          <a:noFill/>
          <a:ln>
            <a:solidFill>
              <a:srgbClr val="FF0000">
                <a:alpha val="98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Arrow: Curved Down 14">
            <a:extLst>
              <a:ext uri="{FF2B5EF4-FFF2-40B4-BE49-F238E27FC236}">
                <a16:creationId xmlns:a16="http://schemas.microsoft.com/office/drawing/2014/main" id="{4A44AF64-1801-2FEB-8D61-F5A6BABEB4B3}"/>
              </a:ext>
            </a:extLst>
          </p:cNvPr>
          <p:cNvSpPr/>
          <p:nvPr/>
        </p:nvSpPr>
        <p:spPr>
          <a:xfrm>
            <a:off x="1451789" y="1124097"/>
            <a:ext cx="640659" cy="286516"/>
          </a:xfrm>
          <a:prstGeom prst="curvedDownArrow">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8" name="Rectangle 17">
            <a:extLst>
              <a:ext uri="{FF2B5EF4-FFF2-40B4-BE49-F238E27FC236}">
                <a16:creationId xmlns:a16="http://schemas.microsoft.com/office/drawing/2014/main" id="{CC09CD54-94B6-75E4-DEEB-5EE71C9289BE}"/>
              </a:ext>
            </a:extLst>
          </p:cNvPr>
          <p:cNvSpPr/>
          <p:nvPr/>
        </p:nvSpPr>
        <p:spPr>
          <a:xfrm>
            <a:off x="357412" y="673413"/>
            <a:ext cx="1516651" cy="2543530"/>
          </a:xfrm>
          <a:prstGeom prst="rect">
            <a:avLst/>
          </a:prstGeom>
          <a:noFill/>
          <a:ln>
            <a:solidFill>
              <a:srgbClr val="FF0000">
                <a:alpha val="98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9959791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CCFF39F4-DF04-7BD1-A60E-A04B6816BA46}"/>
              </a:ext>
            </a:extLst>
          </p:cNvPr>
          <p:cNvPicPr>
            <a:picLocks noChangeAspect="1"/>
          </p:cNvPicPr>
          <p:nvPr/>
        </p:nvPicPr>
        <p:blipFill>
          <a:blip r:embed="rId2"/>
          <a:srcRect r="4082"/>
          <a:stretch/>
        </p:blipFill>
        <p:spPr>
          <a:xfrm>
            <a:off x="4189331" y="490387"/>
            <a:ext cx="4191150" cy="2906823"/>
          </a:xfrm>
          <a:prstGeom prst="rect">
            <a:avLst/>
          </a:prstGeom>
        </p:spPr>
      </p:pic>
      <p:sp>
        <p:nvSpPr>
          <p:cNvPr id="21" name="Rectangle: Rounded Corners 20">
            <a:extLst>
              <a:ext uri="{FF2B5EF4-FFF2-40B4-BE49-F238E27FC236}">
                <a16:creationId xmlns:a16="http://schemas.microsoft.com/office/drawing/2014/main" id="{A693B767-4811-5569-1325-D3D80F5CDC4F}"/>
              </a:ext>
            </a:extLst>
          </p:cNvPr>
          <p:cNvSpPr/>
          <p:nvPr/>
        </p:nvSpPr>
        <p:spPr>
          <a:xfrm>
            <a:off x="2766166" y="3312837"/>
            <a:ext cx="6190342" cy="3073037"/>
          </a:xfrm>
          <a:prstGeom prst="roundRect">
            <a:avLst/>
          </a:prstGeom>
          <a:solidFill>
            <a:srgbClr val="FFFF00"/>
          </a:solidFill>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8" name="Content Placeholder 7">
            <a:extLst>
              <a:ext uri="{FF2B5EF4-FFF2-40B4-BE49-F238E27FC236}">
                <a16:creationId xmlns:a16="http://schemas.microsoft.com/office/drawing/2014/main" id="{7891B4BF-69D4-3F6D-9416-4713976652E7}"/>
              </a:ext>
            </a:extLst>
          </p:cNvPr>
          <p:cNvPicPr>
            <a:picLocks noGrp="1" noChangeAspect="1"/>
          </p:cNvPicPr>
          <p:nvPr>
            <p:ph idx="1"/>
          </p:nvPr>
        </p:nvPicPr>
        <p:blipFill rotWithShape="1">
          <a:blip r:embed="rId3"/>
          <a:srcRect t="25611"/>
          <a:stretch/>
        </p:blipFill>
        <p:spPr>
          <a:xfrm>
            <a:off x="826235" y="1068748"/>
            <a:ext cx="2314898" cy="1070067"/>
          </a:xfrm>
        </p:spPr>
      </p:pic>
      <p:sp>
        <p:nvSpPr>
          <p:cNvPr id="4" name="Slide Number Placeholder 3">
            <a:extLst>
              <a:ext uri="{FF2B5EF4-FFF2-40B4-BE49-F238E27FC236}">
                <a16:creationId xmlns:a16="http://schemas.microsoft.com/office/drawing/2014/main" id="{044078C2-FB81-500E-8F9C-3F35CDA14724}"/>
              </a:ext>
            </a:extLst>
          </p:cNvPr>
          <p:cNvSpPr>
            <a:spLocks noGrp="1"/>
          </p:cNvSpPr>
          <p:nvPr>
            <p:ph type="sldNum" sz="quarter" idx="4"/>
          </p:nvPr>
        </p:nvSpPr>
        <p:spPr/>
        <p:txBody>
          <a:bodyPr/>
          <a:lstStyle/>
          <a:p>
            <a:fld id="{E38BFB4B-70AE-4AFC-9806-78E9768488DC}" type="slidenum">
              <a:rPr lang="fr-FR" altLang="ja-JP" sz="1600" smtClean="0">
                <a:solidFill>
                  <a:schemeClr val="tx1"/>
                </a:solidFill>
              </a:rPr>
              <a:pPr/>
              <a:t>16</a:t>
            </a:fld>
            <a:endParaRPr lang="fr-FR" altLang="ja-JP" sz="1600">
              <a:solidFill>
                <a:schemeClr val="tx1"/>
              </a:solidFill>
            </a:endParaRPr>
          </a:p>
          <a:p>
            <a:r>
              <a:rPr lang="fr-FR" altLang="ja-JP" sz="1000"/>
              <a:t>©20</a:t>
            </a:r>
            <a:r>
              <a:rPr lang="en-US" altLang="ja-JP" sz="1000"/>
              <a:t>19</a:t>
            </a:r>
            <a:r>
              <a:rPr lang="fr-FR" altLang="ja-JP" sz="1000"/>
              <a:t> KYOCERA Document Solutions Inc.</a:t>
            </a:r>
            <a:endParaRPr lang="en-US" sz="1000"/>
          </a:p>
        </p:txBody>
      </p:sp>
      <p:sp>
        <p:nvSpPr>
          <p:cNvPr id="6" name="Speech Bubble: Rectangle 5">
            <a:extLst>
              <a:ext uri="{FF2B5EF4-FFF2-40B4-BE49-F238E27FC236}">
                <a16:creationId xmlns:a16="http://schemas.microsoft.com/office/drawing/2014/main" id="{18704456-A17D-179E-29B6-6E52D7CC683D}"/>
              </a:ext>
            </a:extLst>
          </p:cNvPr>
          <p:cNvSpPr/>
          <p:nvPr/>
        </p:nvSpPr>
        <p:spPr>
          <a:xfrm>
            <a:off x="5401129" y="1185807"/>
            <a:ext cx="1905000" cy="1421928"/>
          </a:xfrm>
          <a:prstGeom prst="wedgeRectCallout">
            <a:avLst>
              <a:gd name="adj1" fmla="val -65903"/>
              <a:gd name="adj2" fmla="val 8443"/>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spAutoFit/>
          </a:bodyPr>
          <a:lstStyle/>
          <a:p>
            <a:pPr algn="ctr">
              <a:lnSpc>
                <a:spcPct val="90000"/>
              </a:lnSpc>
            </a:pPr>
            <a:r>
              <a:rPr kumimoji="1" lang="en-US" altLang="ja-JP" sz="1600">
                <a:latin typeface="Times New Roman" panose="02020603050405020304" pitchFamily="18" charset="0"/>
                <a:cs typeface="Times New Roman" panose="02020603050405020304" pitchFamily="18" charset="0"/>
              </a:rPr>
              <a:t>Chức năng  5 tự động tạo file BOM cần so sánh. Và tạo folder capnhat/old để cất file PLM và R3 vào</a:t>
            </a:r>
          </a:p>
        </p:txBody>
      </p:sp>
      <p:sp>
        <p:nvSpPr>
          <p:cNvPr id="9" name="Speech Bubble: Rectangle 8">
            <a:extLst>
              <a:ext uri="{FF2B5EF4-FFF2-40B4-BE49-F238E27FC236}">
                <a16:creationId xmlns:a16="http://schemas.microsoft.com/office/drawing/2014/main" id="{57110C09-D618-114B-6A7D-CA347ECE3056}"/>
              </a:ext>
            </a:extLst>
          </p:cNvPr>
          <p:cNvSpPr/>
          <p:nvPr/>
        </p:nvSpPr>
        <p:spPr>
          <a:xfrm>
            <a:off x="20691" y="2591202"/>
            <a:ext cx="2612572" cy="1438476"/>
          </a:xfrm>
          <a:prstGeom prst="wedgeRectCallout">
            <a:avLst>
              <a:gd name="adj1" fmla="val -8317"/>
              <a:gd name="adj2" fmla="val -105466"/>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92500" lnSpcReduction="20000"/>
          </a:bodyPr>
          <a:lstStyle/>
          <a:p>
            <a:pPr algn="ctr">
              <a:lnSpc>
                <a:spcPct val="90000"/>
              </a:lnSpc>
            </a:pPr>
            <a:r>
              <a:rPr kumimoji="1" lang="en-US" altLang="ja-JP" sz="1500">
                <a:latin typeface="Times New Roman" panose="02020603050405020304" pitchFamily="18" charset="0"/>
                <a:cs typeface="Times New Roman" panose="02020603050405020304" pitchFamily="18" charset="0"/>
              </a:rPr>
              <a:t>Muốn sử dụng chức năng 5 copy Bom thì phải chuẩn bị file PLM và R3 đặt cùng thư mục với file tỏng hợp.</a:t>
            </a:r>
          </a:p>
          <a:p>
            <a:pPr algn="ctr">
              <a:lnSpc>
                <a:spcPct val="90000"/>
              </a:lnSpc>
            </a:pPr>
            <a:r>
              <a:rPr kumimoji="1" lang="en-US" altLang="ja-JP" sz="1500">
                <a:latin typeface="Times New Roman" panose="02020603050405020304" pitchFamily="18" charset="0"/>
                <a:cs typeface="Times New Roman" panose="02020603050405020304" pitchFamily="18" charset="0"/>
              </a:rPr>
              <a:t>※</a:t>
            </a:r>
            <a:r>
              <a:rPr kumimoji="1" lang="en-US" altLang="ja-JP" sz="1500">
                <a:solidFill>
                  <a:schemeClr val="tx1"/>
                </a:solidFill>
                <a:latin typeface="Times New Roman" panose="02020603050405020304" pitchFamily="18" charset="0"/>
                <a:cs typeface="Times New Roman" panose="02020603050405020304" pitchFamily="18" charset="0"/>
              </a:rPr>
              <a:t>Chú ý đặt tên file PLM có </a:t>
            </a:r>
            <a:r>
              <a:rPr kumimoji="1" lang="en-US" altLang="ja-JP" sz="1500">
                <a:solidFill>
                  <a:srgbClr val="FF0000"/>
                </a:solidFill>
                <a:latin typeface="Times New Roman" panose="02020603050405020304" pitchFamily="18" charset="0"/>
                <a:cs typeface="Times New Roman" panose="02020603050405020304" pitchFamily="18" charset="0"/>
              </a:rPr>
              <a:t>PLM_</a:t>
            </a:r>
            <a:r>
              <a:rPr kumimoji="1" lang="en-US" altLang="ja-JP" sz="1500">
                <a:solidFill>
                  <a:schemeClr val="tx1"/>
                </a:solidFill>
                <a:latin typeface="Times New Roman" panose="02020603050405020304" pitchFamily="18" charset="0"/>
                <a:cs typeface="Times New Roman" panose="02020603050405020304" pitchFamily="18" charset="0"/>
              </a:rPr>
              <a:t>tên hướng xuất</a:t>
            </a:r>
          </a:p>
          <a:p>
            <a:pPr algn="ctr">
              <a:lnSpc>
                <a:spcPct val="90000"/>
              </a:lnSpc>
            </a:pPr>
            <a:r>
              <a:rPr kumimoji="1" lang="en-US" altLang="ja-JP" sz="1500">
                <a:solidFill>
                  <a:schemeClr val="tx1"/>
                </a:solidFill>
                <a:latin typeface="Times New Roman" panose="02020603050405020304" pitchFamily="18" charset="0"/>
                <a:cs typeface="Times New Roman" panose="02020603050405020304" pitchFamily="18" charset="0"/>
              </a:rPr>
              <a:t>Đặt tên file R3 có </a:t>
            </a:r>
            <a:r>
              <a:rPr kumimoji="1" lang="en-US" altLang="ja-JP" sz="1500">
                <a:solidFill>
                  <a:srgbClr val="FF0000"/>
                </a:solidFill>
                <a:latin typeface="Times New Roman" panose="02020603050405020304" pitchFamily="18" charset="0"/>
                <a:cs typeface="Times New Roman" panose="02020603050405020304" pitchFamily="18" charset="0"/>
              </a:rPr>
              <a:t>R3_</a:t>
            </a:r>
            <a:r>
              <a:rPr kumimoji="1" lang="en-US" altLang="ja-JP" sz="1500">
                <a:solidFill>
                  <a:schemeClr val="tx1"/>
                </a:solidFill>
                <a:latin typeface="Times New Roman" panose="02020603050405020304" pitchFamily="18" charset="0"/>
                <a:cs typeface="Times New Roman" panose="02020603050405020304" pitchFamily="18" charset="0"/>
              </a:rPr>
              <a:t>tên hướng xuất</a:t>
            </a:r>
          </a:p>
          <a:p>
            <a:pPr algn="ctr">
              <a:lnSpc>
                <a:spcPct val="90000"/>
              </a:lnSpc>
            </a:pPr>
            <a:endParaRPr kumimoji="1" lang="ja-JP" altLang="en-US" sz="1500">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315BA6E1-C412-14C9-F71B-7881AB9D8E2A}"/>
              </a:ext>
            </a:extLst>
          </p:cNvPr>
          <p:cNvSpPr/>
          <p:nvPr/>
        </p:nvSpPr>
        <p:spPr>
          <a:xfrm>
            <a:off x="4242061" y="1917146"/>
            <a:ext cx="939539" cy="23134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 name="Straight Connector 10">
            <a:extLst>
              <a:ext uri="{FF2B5EF4-FFF2-40B4-BE49-F238E27FC236}">
                <a16:creationId xmlns:a16="http://schemas.microsoft.com/office/drawing/2014/main" id="{9F4F4F60-F493-A5B8-EF33-39E458E8472F}"/>
              </a:ext>
            </a:extLst>
          </p:cNvPr>
          <p:cNvCxnSpPr/>
          <p:nvPr/>
        </p:nvCxnSpPr>
        <p:spPr>
          <a:xfrm>
            <a:off x="0" y="472118"/>
            <a:ext cx="914400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14" name="Title 1">
            <a:extLst>
              <a:ext uri="{FF2B5EF4-FFF2-40B4-BE49-F238E27FC236}">
                <a16:creationId xmlns:a16="http://schemas.microsoft.com/office/drawing/2014/main" id="{8AB7A5D3-2832-1670-16B6-5DB5D6F81F4D}"/>
              </a:ext>
            </a:extLst>
          </p:cNvPr>
          <p:cNvSpPr>
            <a:spLocks noGrp="1"/>
          </p:cNvSpPr>
          <p:nvPr>
            <p:ph type="title"/>
          </p:nvPr>
        </p:nvSpPr>
        <p:spPr>
          <a:xfrm>
            <a:off x="0" y="0"/>
            <a:ext cx="9144000" cy="467251"/>
          </a:xfrm>
        </p:spPr>
        <p:txBody>
          <a:bodyPr>
            <a:noAutofit/>
          </a:bodyPr>
          <a:lstStyle/>
          <a:p>
            <a:r>
              <a:rPr kumimoji="1" lang="en-US" altLang="ja-JP" sz="2000">
                <a:latin typeface="Times New Roman" panose="02020603050405020304" pitchFamily="18" charset="0"/>
                <a:cs typeface="Times New Roman" panose="02020603050405020304" pitchFamily="18" charset="0"/>
              </a:rPr>
              <a:t>5. 3. Hướng dẫn sử dụng (phía Leader) _hướng dẫn chức năng trong Tính năng so sánh BOM tự động.</a:t>
            </a:r>
            <a:endParaRPr kumimoji="1" lang="ja-JP" altLang="en-US" sz="200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00000000-0008-0000-0000-00000A000000}"/>
              </a:ext>
            </a:extLst>
          </p:cNvPr>
          <p:cNvPicPr>
            <a:picLocks noChangeAspect="1"/>
          </p:cNvPicPr>
          <p:nvPr/>
        </p:nvPicPr>
        <p:blipFill>
          <a:blip r:embed="rId4"/>
          <a:stretch>
            <a:fillRect/>
          </a:stretch>
        </p:blipFill>
        <p:spPr>
          <a:xfrm>
            <a:off x="2924148" y="3424945"/>
            <a:ext cx="3269106" cy="2844185"/>
          </a:xfrm>
          <a:prstGeom prst="rect">
            <a:avLst/>
          </a:prstGeom>
        </p:spPr>
      </p:pic>
      <p:sp>
        <p:nvSpPr>
          <p:cNvPr id="3" name="Speech Bubble: Rectangle 2">
            <a:extLst>
              <a:ext uri="{FF2B5EF4-FFF2-40B4-BE49-F238E27FC236}">
                <a16:creationId xmlns:a16="http://schemas.microsoft.com/office/drawing/2014/main" id="{D407EA46-9770-D84D-A05C-0BB20F6FDE6E}"/>
              </a:ext>
            </a:extLst>
          </p:cNvPr>
          <p:cNvSpPr/>
          <p:nvPr/>
        </p:nvSpPr>
        <p:spPr>
          <a:xfrm>
            <a:off x="4288606" y="4332183"/>
            <a:ext cx="1905000" cy="715962"/>
          </a:xfrm>
          <a:prstGeom prst="wedgeRectCallout">
            <a:avLst>
              <a:gd name="adj1" fmla="val -59127"/>
              <a:gd name="adj2" fmla="val 46379"/>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92500" lnSpcReduction="20000"/>
          </a:bodyPr>
          <a:lstStyle/>
          <a:p>
            <a:pPr algn="ctr">
              <a:lnSpc>
                <a:spcPct val="90000"/>
              </a:lnSpc>
            </a:pPr>
            <a:r>
              <a:rPr kumimoji="1" lang="en-US" altLang="ja-JP" sz="1500">
                <a:latin typeface="Times New Roman" panose="02020603050405020304" pitchFamily="18" charset="0"/>
                <a:cs typeface="Times New Roman" panose="02020603050405020304" pitchFamily="18" charset="0"/>
              </a:rPr>
              <a:t>Khi download PLM </a:t>
            </a:r>
            <a:r>
              <a:rPr kumimoji="1" lang="en-US" altLang="ja-JP" sz="1500">
                <a:solidFill>
                  <a:srgbClr val="FF0000"/>
                </a:solidFill>
                <a:latin typeface="Times New Roman" panose="02020603050405020304" pitchFamily="18" charset="0"/>
                <a:cs typeface="Times New Roman" panose="02020603050405020304" pitchFamily="18" charset="0"/>
              </a:rPr>
              <a:t>phải</a:t>
            </a:r>
            <a:r>
              <a:rPr kumimoji="1" lang="en-US" altLang="ja-JP" sz="1500">
                <a:latin typeface="Times New Roman" panose="02020603050405020304" pitchFamily="18" charset="0"/>
                <a:cs typeface="Times New Roman" panose="02020603050405020304" pitchFamily="18" charset="0"/>
              </a:rPr>
              <a:t> sử dụng tài khoản </a:t>
            </a:r>
            <a:r>
              <a:rPr kumimoji="1" lang="en-US" altLang="ja-JP" sz="1500">
                <a:solidFill>
                  <a:srgbClr val="FF0000"/>
                </a:solidFill>
                <a:latin typeface="Times New Roman" panose="02020603050405020304" pitchFamily="18" charset="0"/>
                <a:cs typeface="Times New Roman" panose="02020603050405020304" pitchFamily="18" charset="0"/>
              </a:rPr>
              <a:t>VT_KTCT1</a:t>
            </a:r>
            <a:r>
              <a:rPr kumimoji="1" lang="en-US" altLang="ja-JP" sz="1500">
                <a:latin typeface="Times New Roman" panose="02020603050405020304" pitchFamily="18" charset="0"/>
                <a:cs typeface="Times New Roman" panose="02020603050405020304" pitchFamily="18" charset="0"/>
              </a:rPr>
              <a:t> và rule </a:t>
            </a:r>
            <a:r>
              <a:rPr kumimoji="1" lang="en-US" altLang="ja-JP" sz="1500">
                <a:solidFill>
                  <a:srgbClr val="FF0000"/>
                </a:solidFill>
                <a:latin typeface="Times New Roman" panose="02020603050405020304" pitchFamily="18" charset="0"/>
                <a:cs typeface="Times New Roman" panose="02020603050405020304" pitchFamily="18" charset="0"/>
              </a:rPr>
              <a:t>KTCT</a:t>
            </a:r>
            <a:endParaRPr kumimoji="1" lang="ja-JP" altLang="en-US" sz="1500">
              <a:solidFill>
                <a:srgbClr val="FF0000"/>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4AEEC4BB-4C0B-4E44-FEB2-1EDA2665FF47}"/>
              </a:ext>
            </a:extLst>
          </p:cNvPr>
          <p:cNvSpPr/>
          <p:nvPr/>
        </p:nvSpPr>
        <p:spPr>
          <a:xfrm>
            <a:off x="985892" y="1419578"/>
            <a:ext cx="2057400" cy="444133"/>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2" name="Picture 11">
            <a:extLst>
              <a:ext uri="{FF2B5EF4-FFF2-40B4-BE49-F238E27FC236}">
                <a16:creationId xmlns:a16="http://schemas.microsoft.com/office/drawing/2014/main" id="{A4CE176F-FDD0-EA84-D9FE-EDE7D87FC705}"/>
              </a:ext>
            </a:extLst>
          </p:cNvPr>
          <p:cNvPicPr>
            <a:picLocks noChangeAspect="1"/>
          </p:cNvPicPr>
          <p:nvPr/>
        </p:nvPicPr>
        <p:blipFill>
          <a:blip r:embed="rId5"/>
          <a:stretch>
            <a:fillRect/>
          </a:stretch>
        </p:blipFill>
        <p:spPr>
          <a:xfrm>
            <a:off x="6351236" y="4235068"/>
            <a:ext cx="2296984" cy="1986305"/>
          </a:xfrm>
          <a:prstGeom prst="rect">
            <a:avLst/>
          </a:prstGeom>
        </p:spPr>
      </p:pic>
      <p:sp>
        <p:nvSpPr>
          <p:cNvPr id="13" name="TextBox 12">
            <a:extLst>
              <a:ext uri="{FF2B5EF4-FFF2-40B4-BE49-F238E27FC236}">
                <a16:creationId xmlns:a16="http://schemas.microsoft.com/office/drawing/2014/main" id="{56B0E432-76D8-0E91-A295-265F4C3A3320}"/>
              </a:ext>
            </a:extLst>
          </p:cNvPr>
          <p:cNvSpPr txBox="1"/>
          <p:nvPr/>
        </p:nvSpPr>
        <p:spPr>
          <a:xfrm>
            <a:off x="6284906" y="3485511"/>
            <a:ext cx="2548953" cy="6463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kumimoji="1" lang="en-US" altLang="ja-JP">
                <a:latin typeface="Times New Roman" panose="02020603050405020304" pitchFamily="18" charset="0"/>
                <a:cs typeface="Times New Roman" panose="02020603050405020304" pitchFamily="18" charset="0"/>
              </a:rPr>
              <a:t>Tải Bom về file excel với lựa chọn như dưới</a:t>
            </a:r>
            <a:endParaRPr kumimoji="1" lang="ja-JP" altLang="en-US">
              <a:latin typeface="Times New Roman" panose="02020603050405020304" pitchFamily="18" charset="0"/>
              <a:cs typeface="Times New Roman" panose="02020603050405020304" pitchFamily="18" charset="0"/>
            </a:endParaRPr>
          </a:p>
        </p:txBody>
      </p:sp>
      <p:sp>
        <p:nvSpPr>
          <p:cNvPr id="17" name="Rectangle: Rounded Corners 16">
            <a:extLst>
              <a:ext uri="{FF2B5EF4-FFF2-40B4-BE49-F238E27FC236}">
                <a16:creationId xmlns:a16="http://schemas.microsoft.com/office/drawing/2014/main" id="{DC3E5C4F-049B-27E0-46FE-898BA1D10B2F}"/>
              </a:ext>
            </a:extLst>
          </p:cNvPr>
          <p:cNvSpPr/>
          <p:nvPr/>
        </p:nvSpPr>
        <p:spPr>
          <a:xfrm>
            <a:off x="177799" y="5105400"/>
            <a:ext cx="2532981" cy="1015955"/>
          </a:xfrm>
          <a:prstGeom prst="roundRect">
            <a:avLst/>
          </a:prstGeom>
          <a:solidFill>
            <a:srgbClr val="FFFF00"/>
          </a:solidFill>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a:hlinkClick r:id="rId6" action="ppaction://hlinkfile"/>
              </a:rPr>
              <a:t>Cách download BOM TC14 chi tiết tham khảo ở đây</a:t>
            </a:r>
            <a:endParaRPr kumimoji="1" lang="ja-JP" altLang="en-US"/>
          </a:p>
        </p:txBody>
      </p:sp>
      <p:grpSp>
        <p:nvGrpSpPr>
          <p:cNvPr id="18" name="Group 17">
            <a:extLst>
              <a:ext uri="{FF2B5EF4-FFF2-40B4-BE49-F238E27FC236}">
                <a16:creationId xmlns:a16="http://schemas.microsoft.com/office/drawing/2014/main" id="{B55E49AD-9900-C1E0-5232-BEFC07B31552}"/>
              </a:ext>
            </a:extLst>
          </p:cNvPr>
          <p:cNvGrpSpPr>
            <a:grpSpLocks noChangeAspect="1"/>
          </p:cNvGrpSpPr>
          <p:nvPr/>
        </p:nvGrpSpPr>
        <p:grpSpPr bwMode="auto">
          <a:xfrm rot="2162947">
            <a:off x="1759371" y="5739069"/>
            <a:ext cx="525659" cy="556684"/>
            <a:chOff x="258535" y="462642"/>
            <a:chExt cx="1538" cy="1581"/>
          </a:xfrm>
          <a:solidFill>
            <a:srgbClr val="FF0000"/>
          </a:solidFill>
        </p:grpSpPr>
        <p:sp>
          <p:nvSpPr>
            <p:cNvPr id="19" name="Freeform 82">
              <a:extLst>
                <a:ext uri="{FF2B5EF4-FFF2-40B4-BE49-F238E27FC236}">
                  <a16:creationId xmlns:a16="http://schemas.microsoft.com/office/drawing/2014/main" id="{B355757F-1F3F-117E-0B31-24C2A0E4D968}"/>
                </a:ext>
              </a:extLst>
            </p:cNvPr>
            <p:cNvSpPr>
              <a:spLocks/>
            </p:cNvSpPr>
            <p:nvPr/>
          </p:nvSpPr>
          <p:spPr bwMode="auto">
            <a:xfrm>
              <a:off x="258535" y="462642"/>
              <a:ext cx="1046" cy="1479"/>
            </a:xfrm>
            <a:custGeom>
              <a:avLst/>
              <a:gdLst>
                <a:gd name="T0" fmla="*/ 648 w 858"/>
                <a:gd name="T1" fmla="*/ 980 h 1212"/>
                <a:gd name="T2" fmla="*/ 482 w 858"/>
                <a:gd name="T3" fmla="*/ 934 h 1212"/>
                <a:gd name="T4" fmla="*/ 276 w 858"/>
                <a:gd name="T5" fmla="*/ 861 h 1212"/>
                <a:gd name="T6" fmla="*/ 67 w 858"/>
                <a:gd name="T7" fmla="*/ 806 h 1212"/>
                <a:gd name="T8" fmla="*/ 36 w 858"/>
                <a:gd name="T9" fmla="*/ 761 h 1212"/>
                <a:gd name="T10" fmla="*/ 40 w 858"/>
                <a:gd name="T11" fmla="*/ 752 h 1212"/>
                <a:gd name="T12" fmla="*/ 51 w 858"/>
                <a:gd name="T13" fmla="*/ 735 h 1212"/>
                <a:gd name="T14" fmla="*/ 182 w 858"/>
                <a:gd name="T15" fmla="*/ 698 h 1212"/>
                <a:gd name="T16" fmla="*/ 312 w 858"/>
                <a:gd name="T17" fmla="*/ 720 h 1212"/>
                <a:gd name="T18" fmla="*/ 372 w 858"/>
                <a:gd name="T19" fmla="*/ 730 h 1212"/>
                <a:gd name="T20" fmla="*/ 390 w 858"/>
                <a:gd name="T21" fmla="*/ 723 h 1212"/>
                <a:gd name="T22" fmla="*/ 404 w 858"/>
                <a:gd name="T23" fmla="*/ 710 h 1212"/>
                <a:gd name="T24" fmla="*/ 419 w 858"/>
                <a:gd name="T25" fmla="*/ 659 h 1212"/>
                <a:gd name="T26" fmla="*/ 406 w 858"/>
                <a:gd name="T27" fmla="*/ 614 h 1212"/>
                <a:gd name="T28" fmla="*/ 400 w 858"/>
                <a:gd name="T29" fmla="*/ 604 h 1212"/>
                <a:gd name="T30" fmla="*/ 364 w 858"/>
                <a:gd name="T31" fmla="*/ 541 h 1212"/>
                <a:gd name="T32" fmla="*/ 136 w 858"/>
                <a:gd name="T33" fmla="*/ 173 h 1212"/>
                <a:gd name="T34" fmla="*/ 110 w 858"/>
                <a:gd name="T35" fmla="*/ 83 h 1212"/>
                <a:gd name="T36" fmla="*/ 141 w 858"/>
                <a:gd name="T37" fmla="*/ 54 h 1212"/>
                <a:gd name="T38" fmla="*/ 169 w 858"/>
                <a:gd name="T39" fmla="*/ 58 h 1212"/>
                <a:gd name="T40" fmla="*/ 237 w 858"/>
                <a:gd name="T41" fmla="*/ 138 h 1212"/>
                <a:gd name="T42" fmla="*/ 440 w 858"/>
                <a:gd name="T43" fmla="*/ 456 h 1212"/>
                <a:gd name="T44" fmla="*/ 498 w 858"/>
                <a:gd name="T45" fmla="*/ 490 h 1212"/>
                <a:gd name="T46" fmla="*/ 392 w 858"/>
                <a:gd name="T47" fmla="*/ 281 h 1212"/>
                <a:gd name="T48" fmla="*/ 255 w 858"/>
                <a:gd name="T49" fmla="*/ 67 h 1212"/>
                <a:gd name="T50" fmla="*/ 207 w 858"/>
                <a:gd name="T51" fmla="*/ 17 h 1212"/>
                <a:gd name="T52" fmla="*/ 143 w 858"/>
                <a:gd name="T53" fmla="*/ 0 h 1212"/>
                <a:gd name="T54" fmla="*/ 69 w 858"/>
                <a:gd name="T55" fmla="*/ 43 h 1212"/>
                <a:gd name="T56" fmla="*/ 57 w 858"/>
                <a:gd name="T57" fmla="*/ 126 h 1212"/>
                <a:gd name="T58" fmla="*/ 121 w 858"/>
                <a:gd name="T59" fmla="*/ 252 h 1212"/>
                <a:gd name="T60" fmla="*/ 349 w 858"/>
                <a:gd name="T61" fmla="*/ 620 h 1212"/>
                <a:gd name="T62" fmla="*/ 366 w 858"/>
                <a:gd name="T63" fmla="*/ 659 h 1212"/>
                <a:gd name="T64" fmla="*/ 365 w 858"/>
                <a:gd name="T65" fmla="*/ 675 h 1212"/>
                <a:gd name="T66" fmla="*/ 345 w 858"/>
                <a:gd name="T67" fmla="*/ 680 h 1212"/>
                <a:gd name="T68" fmla="*/ 239 w 858"/>
                <a:gd name="T69" fmla="*/ 657 h 1212"/>
                <a:gd name="T70" fmla="*/ 52 w 858"/>
                <a:gd name="T71" fmla="*/ 684 h 1212"/>
                <a:gd name="T72" fmla="*/ 2 w 858"/>
                <a:gd name="T73" fmla="*/ 753 h 1212"/>
                <a:gd name="T74" fmla="*/ 58 w 858"/>
                <a:gd name="T75" fmla="*/ 838 h 1212"/>
                <a:gd name="T76" fmla="*/ 327 w 858"/>
                <a:gd name="T77" fmla="*/ 906 h 1212"/>
                <a:gd name="T78" fmla="*/ 459 w 858"/>
                <a:gd name="T79" fmla="*/ 954 h 1212"/>
                <a:gd name="T80" fmla="*/ 596 w 858"/>
                <a:gd name="T81" fmla="*/ 985 h 1212"/>
                <a:gd name="T82" fmla="*/ 810 w 858"/>
                <a:gd name="T83" fmla="*/ 1153 h 1212"/>
                <a:gd name="T84" fmla="*/ 847 w 858"/>
                <a:gd name="T85" fmla="*/ 1210 h 1212"/>
                <a:gd name="T86" fmla="*/ 756 w 858"/>
                <a:gd name="T87" fmla="*/ 1057 h 1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8" h="1212">
                  <a:moveTo>
                    <a:pt x="756" y="1057"/>
                  </a:moveTo>
                  <a:cubicBezTo>
                    <a:pt x="736" y="1036"/>
                    <a:pt x="713" y="1017"/>
                    <a:pt x="687" y="1001"/>
                  </a:cubicBezTo>
                  <a:cubicBezTo>
                    <a:pt x="675" y="993"/>
                    <a:pt x="661" y="986"/>
                    <a:pt x="648" y="980"/>
                  </a:cubicBezTo>
                  <a:cubicBezTo>
                    <a:pt x="634" y="973"/>
                    <a:pt x="619" y="968"/>
                    <a:pt x="605" y="964"/>
                  </a:cubicBezTo>
                  <a:cubicBezTo>
                    <a:pt x="576" y="956"/>
                    <a:pt x="548" y="951"/>
                    <a:pt x="521" y="945"/>
                  </a:cubicBezTo>
                  <a:cubicBezTo>
                    <a:pt x="507" y="942"/>
                    <a:pt x="494" y="938"/>
                    <a:pt x="482" y="934"/>
                  </a:cubicBezTo>
                  <a:cubicBezTo>
                    <a:pt x="469" y="929"/>
                    <a:pt x="456" y="924"/>
                    <a:pt x="442" y="918"/>
                  </a:cubicBezTo>
                  <a:cubicBezTo>
                    <a:pt x="416" y="908"/>
                    <a:pt x="389" y="896"/>
                    <a:pt x="360" y="887"/>
                  </a:cubicBezTo>
                  <a:cubicBezTo>
                    <a:pt x="332" y="878"/>
                    <a:pt x="304" y="869"/>
                    <a:pt x="276" y="861"/>
                  </a:cubicBezTo>
                  <a:cubicBezTo>
                    <a:pt x="220" y="845"/>
                    <a:pt x="163" y="831"/>
                    <a:pt x="107" y="817"/>
                  </a:cubicBezTo>
                  <a:cubicBezTo>
                    <a:pt x="86" y="812"/>
                    <a:pt x="86" y="812"/>
                    <a:pt x="86" y="812"/>
                  </a:cubicBezTo>
                  <a:cubicBezTo>
                    <a:pt x="79" y="810"/>
                    <a:pt x="73" y="808"/>
                    <a:pt x="67" y="806"/>
                  </a:cubicBezTo>
                  <a:cubicBezTo>
                    <a:pt x="55" y="802"/>
                    <a:pt x="46" y="796"/>
                    <a:pt x="42" y="791"/>
                  </a:cubicBezTo>
                  <a:cubicBezTo>
                    <a:pt x="37" y="785"/>
                    <a:pt x="34" y="775"/>
                    <a:pt x="36" y="765"/>
                  </a:cubicBezTo>
                  <a:cubicBezTo>
                    <a:pt x="36" y="764"/>
                    <a:pt x="36" y="762"/>
                    <a:pt x="36" y="761"/>
                  </a:cubicBezTo>
                  <a:cubicBezTo>
                    <a:pt x="37" y="759"/>
                    <a:pt x="37" y="759"/>
                    <a:pt x="37" y="759"/>
                  </a:cubicBezTo>
                  <a:cubicBezTo>
                    <a:pt x="38" y="757"/>
                    <a:pt x="38" y="757"/>
                    <a:pt x="38" y="757"/>
                  </a:cubicBezTo>
                  <a:cubicBezTo>
                    <a:pt x="40" y="752"/>
                    <a:pt x="40" y="752"/>
                    <a:pt x="40" y="752"/>
                  </a:cubicBezTo>
                  <a:cubicBezTo>
                    <a:pt x="40" y="750"/>
                    <a:pt x="41" y="749"/>
                    <a:pt x="42" y="747"/>
                  </a:cubicBezTo>
                  <a:cubicBezTo>
                    <a:pt x="43" y="744"/>
                    <a:pt x="46" y="742"/>
                    <a:pt x="47" y="739"/>
                  </a:cubicBezTo>
                  <a:cubicBezTo>
                    <a:pt x="48" y="738"/>
                    <a:pt x="50" y="736"/>
                    <a:pt x="51" y="735"/>
                  </a:cubicBezTo>
                  <a:cubicBezTo>
                    <a:pt x="52" y="734"/>
                    <a:pt x="53" y="733"/>
                    <a:pt x="54" y="731"/>
                  </a:cubicBezTo>
                  <a:cubicBezTo>
                    <a:pt x="68" y="717"/>
                    <a:pt x="89" y="709"/>
                    <a:pt x="112" y="704"/>
                  </a:cubicBezTo>
                  <a:cubicBezTo>
                    <a:pt x="134" y="699"/>
                    <a:pt x="158" y="698"/>
                    <a:pt x="182" y="698"/>
                  </a:cubicBezTo>
                  <a:cubicBezTo>
                    <a:pt x="207" y="699"/>
                    <a:pt x="231" y="702"/>
                    <a:pt x="256" y="706"/>
                  </a:cubicBezTo>
                  <a:cubicBezTo>
                    <a:pt x="268" y="709"/>
                    <a:pt x="281" y="711"/>
                    <a:pt x="293" y="715"/>
                  </a:cubicBezTo>
                  <a:cubicBezTo>
                    <a:pt x="300" y="716"/>
                    <a:pt x="306" y="718"/>
                    <a:pt x="312" y="720"/>
                  </a:cubicBezTo>
                  <a:cubicBezTo>
                    <a:pt x="315" y="721"/>
                    <a:pt x="318" y="722"/>
                    <a:pt x="321" y="723"/>
                  </a:cubicBezTo>
                  <a:cubicBezTo>
                    <a:pt x="325" y="724"/>
                    <a:pt x="325" y="725"/>
                    <a:pt x="334" y="728"/>
                  </a:cubicBezTo>
                  <a:cubicBezTo>
                    <a:pt x="346" y="732"/>
                    <a:pt x="359" y="733"/>
                    <a:pt x="372" y="730"/>
                  </a:cubicBezTo>
                  <a:cubicBezTo>
                    <a:pt x="375" y="729"/>
                    <a:pt x="378" y="728"/>
                    <a:pt x="381" y="727"/>
                  </a:cubicBezTo>
                  <a:cubicBezTo>
                    <a:pt x="382" y="726"/>
                    <a:pt x="384" y="726"/>
                    <a:pt x="385" y="725"/>
                  </a:cubicBezTo>
                  <a:cubicBezTo>
                    <a:pt x="390" y="723"/>
                    <a:pt x="390" y="723"/>
                    <a:pt x="390" y="723"/>
                  </a:cubicBezTo>
                  <a:cubicBezTo>
                    <a:pt x="391" y="722"/>
                    <a:pt x="392" y="721"/>
                    <a:pt x="394" y="720"/>
                  </a:cubicBezTo>
                  <a:cubicBezTo>
                    <a:pt x="397" y="717"/>
                    <a:pt x="397" y="717"/>
                    <a:pt x="397" y="717"/>
                  </a:cubicBezTo>
                  <a:cubicBezTo>
                    <a:pt x="400" y="715"/>
                    <a:pt x="402" y="713"/>
                    <a:pt x="404" y="710"/>
                  </a:cubicBezTo>
                  <a:cubicBezTo>
                    <a:pt x="412" y="700"/>
                    <a:pt x="417" y="688"/>
                    <a:pt x="418" y="674"/>
                  </a:cubicBezTo>
                  <a:cubicBezTo>
                    <a:pt x="419" y="671"/>
                    <a:pt x="419" y="668"/>
                    <a:pt x="419" y="664"/>
                  </a:cubicBezTo>
                  <a:cubicBezTo>
                    <a:pt x="419" y="663"/>
                    <a:pt x="419" y="661"/>
                    <a:pt x="419" y="659"/>
                  </a:cubicBezTo>
                  <a:cubicBezTo>
                    <a:pt x="418" y="654"/>
                    <a:pt x="418" y="654"/>
                    <a:pt x="418" y="654"/>
                  </a:cubicBezTo>
                  <a:cubicBezTo>
                    <a:pt x="417" y="649"/>
                    <a:pt x="417" y="645"/>
                    <a:pt x="415" y="640"/>
                  </a:cubicBezTo>
                  <a:cubicBezTo>
                    <a:pt x="413" y="631"/>
                    <a:pt x="410" y="622"/>
                    <a:pt x="406" y="614"/>
                  </a:cubicBezTo>
                  <a:cubicBezTo>
                    <a:pt x="404" y="611"/>
                    <a:pt x="404" y="611"/>
                    <a:pt x="404" y="611"/>
                  </a:cubicBezTo>
                  <a:cubicBezTo>
                    <a:pt x="403" y="608"/>
                    <a:pt x="403" y="608"/>
                    <a:pt x="403" y="608"/>
                  </a:cubicBezTo>
                  <a:cubicBezTo>
                    <a:pt x="400" y="604"/>
                    <a:pt x="400" y="604"/>
                    <a:pt x="400" y="604"/>
                  </a:cubicBezTo>
                  <a:cubicBezTo>
                    <a:pt x="395" y="595"/>
                    <a:pt x="395" y="595"/>
                    <a:pt x="395" y="595"/>
                  </a:cubicBezTo>
                  <a:cubicBezTo>
                    <a:pt x="385" y="577"/>
                    <a:pt x="385" y="577"/>
                    <a:pt x="385" y="577"/>
                  </a:cubicBezTo>
                  <a:cubicBezTo>
                    <a:pt x="364" y="541"/>
                    <a:pt x="364" y="541"/>
                    <a:pt x="364" y="541"/>
                  </a:cubicBezTo>
                  <a:cubicBezTo>
                    <a:pt x="337" y="494"/>
                    <a:pt x="308" y="447"/>
                    <a:pt x="279" y="401"/>
                  </a:cubicBezTo>
                  <a:cubicBezTo>
                    <a:pt x="255" y="362"/>
                    <a:pt x="231" y="324"/>
                    <a:pt x="207" y="287"/>
                  </a:cubicBezTo>
                  <a:cubicBezTo>
                    <a:pt x="183" y="249"/>
                    <a:pt x="160" y="211"/>
                    <a:pt x="136" y="173"/>
                  </a:cubicBezTo>
                  <a:cubicBezTo>
                    <a:pt x="126" y="156"/>
                    <a:pt x="117" y="140"/>
                    <a:pt x="112" y="125"/>
                  </a:cubicBezTo>
                  <a:cubicBezTo>
                    <a:pt x="110" y="118"/>
                    <a:pt x="108" y="110"/>
                    <a:pt x="108" y="103"/>
                  </a:cubicBezTo>
                  <a:cubicBezTo>
                    <a:pt x="108" y="96"/>
                    <a:pt x="108" y="89"/>
                    <a:pt x="110" y="83"/>
                  </a:cubicBezTo>
                  <a:cubicBezTo>
                    <a:pt x="114" y="71"/>
                    <a:pt x="121" y="62"/>
                    <a:pt x="132" y="57"/>
                  </a:cubicBezTo>
                  <a:cubicBezTo>
                    <a:pt x="136" y="56"/>
                    <a:pt x="136" y="56"/>
                    <a:pt x="136" y="56"/>
                  </a:cubicBezTo>
                  <a:cubicBezTo>
                    <a:pt x="141" y="54"/>
                    <a:pt x="141" y="54"/>
                    <a:pt x="141" y="54"/>
                  </a:cubicBezTo>
                  <a:cubicBezTo>
                    <a:pt x="142" y="54"/>
                    <a:pt x="144" y="54"/>
                    <a:pt x="146" y="54"/>
                  </a:cubicBezTo>
                  <a:cubicBezTo>
                    <a:pt x="147" y="54"/>
                    <a:pt x="149" y="53"/>
                    <a:pt x="150" y="53"/>
                  </a:cubicBezTo>
                  <a:cubicBezTo>
                    <a:pt x="156" y="53"/>
                    <a:pt x="163" y="55"/>
                    <a:pt x="169" y="58"/>
                  </a:cubicBezTo>
                  <a:cubicBezTo>
                    <a:pt x="175" y="60"/>
                    <a:pt x="181" y="64"/>
                    <a:pt x="187" y="70"/>
                  </a:cubicBezTo>
                  <a:cubicBezTo>
                    <a:pt x="193" y="75"/>
                    <a:pt x="199" y="82"/>
                    <a:pt x="204" y="89"/>
                  </a:cubicBezTo>
                  <a:cubicBezTo>
                    <a:pt x="215" y="103"/>
                    <a:pt x="225" y="120"/>
                    <a:pt x="237" y="138"/>
                  </a:cubicBezTo>
                  <a:cubicBezTo>
                    <a:pt x="303" y="240"/>
                    <a:pt x="303" y="240"/>
                    <a:pt x="303" y="240"/>
                  </a:cubicBezTo>
                  <a:cubicBezTo>
                    <a:pt x="367" y="343"/>
                    <a:pt x="367" y="343"/>
                    <a:pt x="367" y="343"/>
                  </a:cubicBezTo>
                  <a:cubicBezTo>
                    <a:pt x="390" y="381"/>
                    <a:pt x="414" y="420"/>
                    <a:pt x="440" y="456"/>
                  </a:cubicBezTo>
                  <a:cubicBezTo>
                    <a:pt x="447" y="466"/>
                    <a:pt x="456" y="479"/>
                    <a:pt x="466" y="484"/>
                  </a:cubicBezTo>
                  <a:cubicBezTo>
                    <a:pt x="472" y="487"/>
                    <a:pt x="478" y="490"/>
                    <a:pt x="485" y="492"/>
                  </a:cubicBezTo>
                  <a:cubicBezTo>
                    <a:pt x="490" y="493"/>
                    <a:pt x="495" y="494"/>
                    <a:pt x="498" y="490"/>
                  </a:cubicBezTo>
                  <a:cubicBezTo>
                    <a:pt x="502" y="485"/>
                    <a:pt x="499" y="475"/>
                    <a:pt x="496" y="468"/>
                  </a:cubicBezTo>
                  <a:cubicBezTo>
                    <a:pt x="490" y="450"/>
                    <a:pt x="480" y="433"/>
                    <a:pt x="471" y="416"/>
                  </a:cubicBezTo>
                  <a:cubicBezTo>
                    <a:pt x="445" y="371"/>
                    <a:pt x="419" y="326"/>
                    <a:pt x="392" y="281"/>
                  </a:cubicBezTo>
                  <a:cubicBezTo>
                    <a:pt x="379" y="259"/>
                    <a:pt x="365" y="237"/>
                    <a:pt x="351" y="215"/>
                  </a:cubicBezTo>
                  <a:cubicBezTo>
                    <a:pt x="288" y="117"/>
                    <a:pt x="288" y="117"/>
                    <a:pt x="288" y="117"/>
                  </a:cubicBezTo>
                  <a:cubicBezTo>
                    <a:pt x="277" y="101"/>
                    <a:pt x="267" y="84"/>
                    <a:pt x="255" y="67"/>
                  </a:cubicBezTo>
                  <a:cubicBezTo>
                    <a:pt x="249" y="58"/>
                    <a:pt x="242" y="49"/>
                    <a:pt x="235" y="41"/>
                  </a:cubicBezTo>
                  <a:cubicBezTo>
                    <a:pt x="231" y="37"/>
                    <a:pt x="227" y="33"/>
                    <a:pt x="222" y="29"/>
                  </a:cubicBezTo>
                  <a:cubicBezTo>
                    <a:pt x="218" y="25"/>
                    <a:pt x="213" y="21"/>
                    <a:pt x="207" y="17"/>
                  </a:cubicBezTo>
                  <a:cubicBezTo>
                    <a:pt x="197" y="11"/>
                    <a:pt x="185" y="5"/>
                    <a:pt x="173" y="2"/>
                  </a:cubicBezTo>
                  <a:cubicBezTo>
                    <a:pt x="166" y="1"/>
                    <a:pt x="160" y="0"/>
                    <a:pt x="153" y="0"/>
                  </a:cubicBezTo>
                  <a:cubicBezTo>
                    <a:pt x="150" y="0"/>
                    <a:pt x="146" y="0"/>
                    <a:pt x="143" y="0"/>
                  </a:cubicBezTo>
                  <a:cubicBezTo>
                    <a:pt x="140" y="0"/>
                    <a:pt x="137" y="1"/>
                    <a:pt x="133" y="1"/>
                  </a:cubicBezTo>
                  <a:cubicBezTo>
                    <a:pt x="121" y="3"/>
                    <a:pt x="108" y="8"/>
                    <a:pt x="97" y="15"/>
                  </a:cubicBezTo>
                  <a:cubicBezTo>
                    <a:pt x="86" y="22"/>
                    <a:pt x="76" y="32"/>
                    <a:pt x="69" y="43"/>
                  </a:cubicBezTo>
                  <a:cubicBezTo>
                    <a:pt x="61" y="56"/>
                    <a:pt x="57" y="71"/>
                    <a:pt x="55" y="85"/>
                  </a:cubicBezTo>
                  <a:cubicBezTo>
                    <a:pt x="54" y="92"/>
                    <a:pt x="54" y="99"/>
                    <a:pt x="54" y="106"/>
                  </a:cubicBezTo>
                  <a:cubicBezTo>
                    <a:pt x="55" y="113"/>
                    <a:pt x="56" y="119"/>
                    <a:pt x="57" y="126"/>
                  </a:cubicBezTo>
                  <a:cubicBezTo>
                    <a:pt x="60" y="139"/>
                    <a:pt x="64" y="151"/>
                    <a:pt x="69" y="163"/>
                  </a:cubicBezTo>
                  <a:cubicBezTo>
                    <a:pt x="74" y="174"/>
                    <a:pt x="80" y="185"/>
                    <a:pt x="86" y="194"/>
                  </a:cubicBezTo>
                  <a:cubicBezTo>
                    <a:pt x="121" y="252"/>
                    <a:pt x="121" y="252"/>
                    <a:pt x="121" y="252"/>
                  </a:cubicBezTo>
                  <a:cubicBezTo>
                    <a:pt x="133" y="271"/>
                    <a:pt x="145" y="290"/>
                    <a:pt x="157" y="309"/>
                  </a:cubicBezTo>
                  <a:cubicBezTo>
                    <a:pt x="218" y="407"/>
                    <a:pt x="281" y="504"/>
                    <a:pt x="339" y="603"/>
                  </a:cubicBezTo>
                  <a:cubicBezTo>
                    <a:pt x="349" y="620"/>
                    <a:pt x="349" y="620"/>
                    <a:pt x="349" y="620"/>
                  </a:cubicBezTo>
                  <a:cubicBezTo>
                    <a:pt x="359" y="637"/>
                    <a:pt x="359" y="637"/>
                    <a:pt x="359" y="637"/>
                  </a:cubicBezTo>
                  <a:cubicBezTo>
                    <a:pt x="361" y="641"/>
                    <a:pt x="363" y="646"/>
                    <a:pt x="365" y="652"/>
                  </a:cubicBezTo>
                  <a:cubicBezTo>
                    <a:pt x="365" y="654"/>
                    <a:pt x="366" y="657"/>
                    <a:pt x="366" y="659"/>
                  </a:cubicBezTo>
                  <a:cubicBezTo>
                    <a:pt x="367" y="660"/>
                    <a:pt x="367" y="662"/>
                    <a:pt x="367" y="662"/>
                  </a:cubicBezTo>
                  <a:cubicBezTo>
                    <a:pt x="367" y="663"/>
                    <a:pt x="367" y="664"/>
                    <a:pt x="367" y="664"/>
                  </a:cubicBezTo>
                  <a:cubicBezTo>
                    <a:pt x="367" y="668"/>
                    <a:pt x="367" y="671"/>
                    <a:pt x="365" y="675"/>
                  </a:cubicBezTo>
                  <a:cubicBezTo>
                    <a:pt x="363" y="678"/>
                    <a:pt x="360" y="680"/>
                    <a:pt x="356" y="681"/>
                  </a:cubicBezTo>
                  <a:cubicBezTo>
                    <a:pt x="353" y="682"/>
                    <a:pt x="350" y="681"/>
                    <a:pt x="347" y="681"/>
                  </a:cubicBezTo>
                  <a:cubicBezTo>
                    <a:pt x="345" y="680"/>
                    <a:pt x="345" y="680"/>
                    <a:pt x="345" y="680"/>
                  </a:cubicBezTo>
                  <a:cubicBezTo>
                    <a:pt x="340" y="678"/>
                    <a:pt x="340" y="678"/>
                    <a:pt x="340" y="678"/>
                  </a:cubicBezTo>
                  <a:cubicBezTo>
                    <a:pt x="331" y="676"/>
                    <a:pt x="331" y="676"/>
                    <a:pt x="331" y="676"/>
                  </a:cubicBezTo>
                  <a:cubicBezTo>
                    <a:pt x="300" y="667"/>
                    <a:pt x="270" y="661"/>
                    <a:pt x="239" y="657"/>
                  </a:cubicBezTo>
                  <a:cubicBezTo>
                    <a:pt x="207" y="654"/>
                    <a:pt x="176" y="653"/>
                    <a:pt x="144" y="656"/>
                  </a:cubicBezTo>
                  <a:cubicBezTo>
                    <a:pt x="128" y="657"/>
                    <a:pt x="112" y="660"/>
                    <a:pt x="97" y="665"/>
                  </a:cubicBezTo>
                  <a:cubicBezTo>
                    <a:pt x="81" y="669"/>
                    <a:pt x="66" y="675"/>
                    <a:pt x="52" y="684"/>
                  </a:cubicBezTo>
                  <a:cubicBezTo>
                    <a:pt x="38" y="693"/>
                    <a:pt x="25" y="705"/>
                    <a:pt x="16" y="719"/>
                  </a:cubicBezTo>
                  <a:cubicBezTo>
                    <a:pt x="11" y="726"/>
                    <a:pt x="8" y="733"/>
                    <a:pt x="5" y="741"/>
                  </a:cubicBezTo>
                  <a:cubicBezTo>
                    <a:pt x="4" y="745"/>
                    <a:pt x="2" y="749"/>
                    <a:pt x="2" y="753"/>
                  </a:cubicBezTo>
                  <a:cubicBezTo>
                    <a:pt x="1" y="757"/>
                    <a:pt x="0" y="762"/>
                    <a:pt x="0" y="766"/>
                  </a:cubicBezTo>
                  <a:cubicBezTo>
                    <a:pt x="0" y="783"/>
                    <a:pt x="5" y="800"/>
                    <a:pt x="17" y="812"/>
                  </a:cubicBezTo>
                  <a:cubicBezTo>
                    <a:pt x="28" y="825"/>
                    <a:pt x="43" y="833"/>
                    <a:pt x="58" y="838"/>
                  </a:cubicBezTo>
                  <a:cubicBezTo>
                    <a:pt x="73" y="843"/>
                    <a:pt x="88" y="846"/>
                    <a:pt x="103" y="850"/>
                  </a:cubicBezTo>
                  <a:cubicBezTo>
                    <a:pt x="118" y="854"/>
                    <a:pt x="133" y="858"/>
                    <a:pt x="148" y="861"/>
                  </a:cubicBezTo>
                  <a:cubicBezTo>
                    <a:pt x="208" y="877"/>
                    <a:pt x="268" y="889"/>
                    <a:pt x="327" y="906"/>
                  </a:cubicBezTo>
                  <a:cubicBezTo>
                    <a:pt x="342" y="911"/>
                    <a:pt x="357" y="915"/>
                    <a:pt x="371" y="920"/>
                  </a:cubicBezTo>
                  <a:cubicBezTo>
                    <a:pt x="386" y="926"/>
                    <a:pt x="401" y="931"/>
                    <a:pt x="415" y="937"/>
                  </a:cubicBezTo>
                  <a:cubicBezTo>
                    <a:pt x="430" y="942"/>
                    <a:pt x="444" y="948"/>
                    <a:pt x="459" y="954"/>
                  </a:cubicBezTo>
                  <a:cubicBezTo>
                    <a:pt x="466" y="956"/>
                    <a:pt x="474" y="959"/>
                    <a:pt x="481" y="961"/>
                  </a:cubicBezTo>
                  <a:cubicBezTo>
                    <a:pt x="489" y="964"/>
                    <a:pt x="496" y="966"/>
                    <a:pt x="504" y="967"/>
                  </a:cubicBezTo>
                  <a:cubicBezTo>
                    <a:pt x="535" y="975"/>
                    <a:pt x="565" y="978"/>
                    <a:pt x="596" y="985"/>
                  </a:cubicBezTo>
                  <a:cubicBezTo>
                    <a:pt x="626" y="992"/>
                    <a:pt x="655" y="1004"/>
                    <a:pt x="681" y="1020"/>
                  </a:cubicBezTo>
                  <a:cubicBezTo>
                    <a:pt x="707" y="1036"/>
                    <a:pt x="731" y="1057"/>
                    <a:pt x="752" y="1079"/>
                  </a:cubicBezTo>
                  <a:cubicBezTo>
                    <a:pt x="774" y="1102"/>
                    <a:pt x="792" y="1127"/>
                    <a:pt x="810" y="1153"/>
                  </a:cubicBezTo>
                  <a:cubicBezTo>
                    <a:pt x="819" y="1165"/>
                    <a:pt x="827" y="1177"/>
                    <a:pt x="835" y="1190"/>
                  </a:cubicBezTo>
                  <a:cubicBezTo>
                    <a:pt x="842" y="1201"/>
                    <a:pt x="842" y="1201"/>
                    <a:pt x="842" y="1201"/>
                  </a:cubicBezTo>
                  <a:cubicBezTo>
                    <a:pt x="843" y="1203"/>
                    <a:pt x="845" y="1208"/>
                    <a:pt x="847" y="1210"/>
                  </a:cubicBezTo>
                  <a:cubicBezTo>
                    <a:pt x="849" y="1211"/>
                    <a:pt x="851" y="1212"/>
                    <a:pt x="853" y="1211"/>
                  </a:cubicBezTo>
                  <a:cubicBezTo>
                    <a:pt x="857" y="1211"/>
                    <a:pt x="858" y="1205"/>
                    <a:pt x="855" y="1199"/>
                  </a:cubicBezTo>
                  <a:cubicBezTo>
                    <a:pt x="827" y="1150"/>
                    <a:pt x="797" y="1100"/>
                    <a:pt x="756" y="10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ja-JP" altLang="en-US"/>
            </a:p>
          </p:txBody>
        </p:sp>
        <p:sp>
          <p:nvSpPr>
            <p:cNvPr id="20" name="Freeform 83">
              <a:extLst>
                <a:ext uri="{FF2B5EF4-FFF2-40B4-BE49-F238E27FC236}">
                  <a16:creationId xmlns:a16="http://schemas.microsoft.com/office/drawing/2014/main" id="{1E7530E8-2BC7-1ADE-F6B8-9B0543F796E4}"/>
                </a:ext>
              </a:extLst>
            </p:cNvPr>
            <p:cNvSpPr>
              <a:spLocks/>
            </p:cNvSpPr>
            <p:nvPr/>
          </p:nvSpPr>
          <p:spPr bwMode="auto">
            <a:xfrm>
              <a:off x="258996" y="462807"/>
              <a:ext cx="1077" cy="1416"/>
            </a:xfrm>
            <a:custGeom>
              <a:avLst/>
              <a:gdLst>
                <a:gd name="T0" fmla="*/ 878 w 884"/>
                <a:gd name="T1" fmla="*/ 892 h 1161"/>
                <a:gd name="T2" fmla="*/ 864 w 884"/>
                <a:gd name="T3" fmla="*/ 871 h 1161"/>
                <a:gd name="T4" fmla="*/ 822 w 884"/>
                <a:gd name="T5" fmla="*/ 784 h 1161"/>
                <a:gd name="T6" fmla="*/ 820 w 884"/>
                <a:gd name="T7" fmla="*/ 765 h 1161"/>
                <a:gd name="T8" fmla="*/ 823 w 884"/>
                <a:gd name="T9" fmla="*/ 748 h 1161"/>
                <a:gd name="T10" fmla="*/ 849 w 884"/>
                <a:gd name="T11" fmla="*/ 604 h 1161"/>
                <a:gd name="T12" fmla="*/ 800 w 884"/>
                <a:gd name="T13" fmla="*/ 461 h 1161"/>
                <a:gd name="T14" fmla="*/ 691 w 884"/>
                <a:gd name="T15" fmla="*/ 286 h 1161"/>
                <a:gd name="T16" fmla="*/ 552 w 884"/>
                <a:gd name="T17" fmla="*/ 70 h 1161"/>
                <a:gd name="T18" fmla="*/ 458 w 884"/>
                <a:gd name="T19" fmla="*/ 56 h 1161"/>
                <a:gd name="T20" fmla="*/ 409 w 884"/>
                <a:gd name="T21" fmla="*/ 113 h 1161"/>
                <a:gd name="T22" fmla="*/ 367 w 884"/>
                <a:gd name="T23" fmla="*/ 53 h 1161"/>
                <a:gd name="T24" fmla="*/ 321 w 884"/>
                <a:gd name="T25" fmla="*/ 12 h 1161"/>
                <a:gd name="T26" fmla="*/ 270 w 884"/>
                <a:gd name="T27" fmla="*/ 0 h 1161"/>
                <a:gd name="T28" fmla="*/ 226 w 884"/>
                <a:gd name="T29" fmla="*/ 15 h 1161"/>
                <a:gd name="T30" fmla="*/ 190 w 884"/>
                <a:gd name="T31" fmla="*/ 66 h 1161"/>
                <a:gd name="T32" fmla="*/ 138 w 884"/>
                <a:gd name="T33" fmla="*/ 41 h 1161"/>
                <a:gd name="T34" fmla="*/ 69 w 884"/>
                <a:gd name="T35" fmla="*/ 30 h 1161"/>
                <a:gd name="T36" fmla="*/ 2 w 884"/>
                <a:gd name="T37" fmla="*/ 101 h 1161"/>
                <a:gd name="T38" fmla="*/ 0 w 884"/>
                <a:gd name="T39" fmla="*/ 114 h 1161"/>
                <a:gd name="T40" fmla="*/ 23 w 884"/>
                <a:gd name="T41" fmla="*/ 92 h 1161"/>
                <a:gd name="T42" fmla="*/ 61 w 884"/>
                <a:gd name="T43" fmla="*/ 62 h 1161"/>
                <a:gd name="T44" fmla="*/ 114 w 884"/>
                <a:gd name="T45" fmla="*/ 67 h 1161"/>
                <a:gd name="T46" fmla="*/ 149 w 884"/>
                <a:gd name="T47" fmla="*/ 118 h 1161"/>
                <a:gd name="T48" fmla="*/ 236 w 884"/>
                <a:gd name="T49" fmla="*/ 247 h 1161"/>
                <a:gd name="T50" fmla="*/ 294 w 884"/>
                <a:gd name="T51" fmla="*/ 317 h 1161"/>
                <a:gd name="T52" fmla="*/ 327 w 884"/>
                <a:gd name="T53" fmla="*/ 309 h 1161"/>
                <a:gd name="T54" fmla="*/ 319 w 884"/>
                <a:gd name="T55" fmla="*/ 265 h 1161"/>
                <a:gd name="T56" fmla="*/ 283 w 884"/>
                <a:gd name="T57" fmla="*/ 221 h 1161"/>
                <a:gd name="T58" fmla="*/ 207 w 884"/>
                <a:gd name="T59" fmla="*/ 113 h 1161"/>
                <a:gd name="T60" fmla="*/ 206 w 884"/>
                <a:gd name="T61" fmla="*/ 84 h 1161"/>
                <a:gd name="T62" fmla="*/ 222 w 884"/>
                <a:gd name="T63" fmla="*/ 52 h 1161"/>
                <a:gd name="T64" fmla="*/ 240 w 884"/>
                <a:gd name="T65" fmla="*/ 40 h 1161"/>
                <a:gd name="T66" fmla="*/ 268 w 884"/>
                <a:gd name="T67" fmla="*/ 32 h 1161"/>
                <a:gd name="T68" fmla="*/ 272 w 884"/>
                <a:gd name="T69" fmla="*/ 33 h 1161"/>
                <a:gd name="T70" fmla="*/ 298 w 884"/>
                <a:gd name="T71" fmla="*/ 43 h 1161"/>
                <a:gd name="T72" fmla="*/ 305 w 884"/>
                <a:gd name="T73" fmla="*/ 50 h 1161"/>
                <a:gd name="T74" fmla="*/ 335 w 884"/>
                <a:gd name="T75" fmla="*/ 96 h 1161"/>
                <a:gd name="T76" fmla="*/ 388 w 884"/>
                <a:gd name="T77" fmla="*/ 181 h 1161"/>
                <a:gd name="T78" fmla="*/ 458 w 884"/>
                <a:gd name="T79" fmla="*/ 274 h 1161"/>
                <a:gd name="T80" fmla="*/ 498 w 884"/>
                <a:gd name="T81" fmla="*/ 292 h 1161"/>
                <a:gd name="T82" fmla="*/ 514 w 884"/>
                <a:gd name="T83" fmla="*/ 266 h 1161"/>
                <a:gd name="T84" fmla="*/ 477 w 884"/>
                <a:gd name="T85" fmla="*/ 211 h 1161"/>
                <a:gd name="T86" fmla="*/ 422 w 884"/>
                <a:gd name="T87" fmla="*/ 133 h 1161"/>
                <a:gd name="T88" fmla="*/ 455 w 884"/>
                <a:gd name="T89" fmla="*/ 78 h 1161"/>
                <a:gd name="T90" fmla="*/ 505 w 884"/>
                <a:gd name="T91" fmla="*/ 65 h 1161"/>
                <a:gd name="T92" fmla="*/ 581 w 884"/>
                <a:gd name="T93" fmla="*/ 161 h 1161"/>
                <a:gd name="T94" fmla="*/ 700 w 884"/>
                <a:gd name="T95" fmla="*/ 370 h 1161"/>
                <a:gd name="T96" fmla="*/ 796 w 884"/>
                <a:gd name="T97" fmla="*/ 573 h 1161"/>
                <a:gd name="T98" fmla="*/ 773 w 884"/>
                <a:gd name="T99" fmla="*/ 723 h 1161"/>
                <a:gd name="T100" fmla="*/ 767 w 884"/>
                <a:gd name="T101" fmla="*/ 752 h 1161"/>
                <a:gd name="T102" fmla="*/ 803 w 884"/>
                <a:gd name="T103" fmla="*/ 878 h 1161"/>
                <a:gd name="T104" fmla="*/ 821 w 884"/>
                <a:gd name="T105" fmla="*/ 904 h 1161"/>
                <a:gd name="T106" fmla="*/ 822 w 884"/>
                <a:gd name="T107" fmla="*/ 905 h 1161"/>
                <a:gd name="T108" fmla="*/ 802 w 884"/>
                <a:gd name="T109" fmla="*/ 925 h 1161"/>
                <a:gd name="T110" fmla="*/ 592 w 884"/>
                <a:gd name="T111" fmla="*/ 1070 h 1161"/>
                <a:gd name="T112" fmla="*/ 516 w 884"/>
                <a:gd name="T113" fmla="*/ 1145 h 1161"/>
                <a:gd name="T114" fmla="*/ 564 w 884"/>
                <a:gd name="T115" fmla="*/ 1148 h 1161"/>
                <a:gd name="T116" fmla="*/ 728 w 884"/>
                <a:gd name="T117" fmla="*/ 1044 h 1161"/>
                <a:gd name="T118" fmla="*/ 844 w 884"/>
                <a:gd name="T119" fmla="*/ 960 h 1161"/>
                <a:gd name="T120" fmla="*/ 883 w 884"/>
                <a:gd name="T121" fmla="*/ 918 h 1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884" h="1161">
                  <a:moveTo>
                    <a:pt x="882" y="901"/>
                  </a:moveTo>
                  <a:cubicBezTo>
                    <a:pt x="881" y="899"/>
                    <a:pt x="881" y="898"/>
                    <a:pt x="880" y="896"/>
                  </a:cubicBezTo>
                  <a:cubicBezTo>
                    <a:pt x="878" y="892"/>
                    <a:pt x="878" y="892"/>
                    <a:pt x="878" y="892"/>
                  </a:cubicBezTo>
                  <a:cubicBezTo>
                    <a:pt x="873" y="884"/>
                    <a:pt x="873" y="884"/>
                    <a:pt x="873" y="884"/>
                  </a:cubicBezTo>
                  <a:cubicBezTo>
                    <a:pt x="871" y="881"/>
                    <a:pt x="869" y="879"/>
                    <a:pt x="867" y="876"/>
                  </a:cubicBezTo>
                  <a:cubicBezTo>
                    <a:pt x="864" y="871"/>
                    <a:pt x="864" y="871"/>
                    <a:pt x="864" y="871"/>
                  </a:cubicBezTo>
                  <a:cubicBezTo>
                    <a:pt x="857" y="861"/>
                    <a:pt x="857" y="861"/>
                    <a:pt x="857" y="861"/>
                  </a:cubicBezTo>
                  <a:cubicBezTo>
                    <a:pt x="849" y="848"/>
                    <a:pt x="841" y="836"/>
                    <a:pt x="835" y="823"/>
                  </a:cubicBezTo>
                  <a:cubicBezTo>
                    <a:pt x="829" y="810"/>
                    <a:pt x="824" y="797"/>
                    <a:pt x="822" y="784"/>
                  </a:cubicBezTo>
                  <a:cubicBezTo>
                    <a:pt x="821" y="782"/>
                    <a:pt x="821" y="781"/>
                    <a:pt x="821" y="779"/>
                  </a:cubicBezTo>
                  <a:cubicBezTo>
                    <a:pt x="821" y="774"/>
                    <a:pt x="821" y="774"/>
                    <a:pt x="821" y="774"/>
                  </a:cubicBezTo>
                  <a:cubicBezTo>
                    <a:pt x="820" y="771"/>
                    <a:pt x="821" y="768"/>
                    <a:pt x="820" y="765"/>
                  </a:cubicBezTo>
                  <a:cubicBezTo>
                    <a:pt x="821" y="761"/>
                    <a:pt x="821" y="758"/>
                    <a:pt x="821" y="755"/>
                  </a:cubicBezTo>
                  <a:cubicBezTo>
                    <a:pt x="823" y="751"/>
                    <a:pt x="823" y="751"/>
                    <a:pt x="823" y="751"/>
                  </a:cubicBezTo>
                  <a:cubicBezTo>
                    <a:pt x="823" y="748"/>
                    <a:pt x="823" y="748"/>
                    <a:pt x="823" y="748"/>
                  </a:cubicBezTo>
                  <a:cubicBezTo>
                    <a:pt x="823" y="747"/>
                    <a:pt x="823" y="747"/>
                    <a:pt x="824" y="746"/>
                  </a:cubicBezTo>
                  <a:cubicBezTo>
                    <a:pt x="833" y="715"/>
                    <a:pt x="841" y="683"/>
                    <a:pt x="845" y="650"/>
                  </a:cubicBezTo>
                  <a:cubicBezTo>
                    <a:pt x="847" y="635"/>
                    <a:pt x="849" y="619"/>
                    <a:pt x="849" y="604"/>
                  </a:cubicBezTo>
                  <a:cubicBezTo>
                    <a:pt x="849" y="588"/>
                    <a:pt x="846" y="572"/>
                    <a:pt x="842" y="557"/>
                  </a:cubicBezTo>
                  <a:cubicBezTo>
                    <a:pt x="838" y="539"/>
                    <a:pt x="832" y="522"/>
                    <a:pt x="824" y="506"/>
                  </a:cubicBezTo>
                  <a:cubicBezTo>
                    <a:pt x="817" y="490"/>
                    <a:pt x="809" y="475"/>
                    <a:pt x="800" y="461"/>
                  </a:cubicBezTo>
                  <a:cubicBezTo>
                    <a:pt x="790" y="446"/>
                    <a:pt x="781" y="432"/>
                    <a:pt x="771" y="417"/>
                  </a:cubicBezTo>
                  <a:cubicBezTo>
                    <a:pt x="761" y="403"/>
                    <a:pt x="752" y="389"/>
                    <a:pt x="742" y="374"/>
                  </a:cubicBezTo>
                  <a:cubicBezTo>
                    <a:pt x="724" y="346"/>
                    <a:pt x="708" y="316"/>
                    <a:pt x="691" y="286"/>
                  </a:cubicBezTo>
                  <a:cubicBezTo>
                    <a:pt x="674" y="257"/>
                    <a:pt x="655" y="229"/>
                    <a:pt x="637" y="200"/>
                  </a:cubicBezTo>
                  <a:cubicBezTo>
                    <a:pt x="619" y="171"/>
                    <a:pt x="601" y="141"/>
                    <a:pt x="583" y="112"/>
                  </a:cubicBezTo>
                  <a:cubicBezTo>
                    <a:pt x="574" y="97"/>
                    <a:pt x="564" y="83"/>
                    <a:pt x="552" y="70"/>
                  </a:cubicBezTo>
                  <a:cubicBezTo>
                    <a:pt x="546" y="64"/>
                    <a:pt x="539" y="59"/>
                    <a:pt x="531" y="54"/>
                  </a:cubicBezTo>
                  <a:cubicBezTo>
                    <a:pt x="524" y="50"/>
                    <a:pt x="516" y="47"/>
                    <a:pt x="507" y="45"/>
                  </a:cubicBezTo>
                  <a:cubicBezTo>
                    <a:pt x="490" y="43"/>
                    <a:pt x="472" y="47"/>
                    <a:pt x="458" y="56"/>
                  </a:cubicBezTo>
                  <a:cubicBezTo>
                    <a:pt x="443" y="64"/>
                    <a:pt x="432" y="77"/>
                    <a:pt x="423" y="91"/>
                  </a:cubicBezTo>
                  <a:cubicBezTo>
                    <a:pt x="418" y="97"/>
                    <a:pt x="414" y="104"/>
                    <a:pt x="410" y="111"/>
                  </a:cubicBezTo>
                  <a:cubicBezTo>
                    <a:pt x="409" y="113"/>
                    <a:pt x="409" y="113"/>
                    <a:pt x="409" y="113"/>
                  </a:cubicBezTo>
                  <a:cubicBezTo>
                    <a:pt x="385" y="78"/>
                    <a:pt x="385" y="78"/>
                    <a:pt x="385" y="78"/>
                  </a:cubicBezTo>
                  <a:cubicBezTo>
                    <a:pt x="377" y="65"/>
                    <a:pt x="377" y="65"/>
                    <a:pt x="377" y="65"/>
                  </a:cubicBezTo>
                  <a:cubicBezTo>
                    <a:pt x="374" y="61"/>
                    <a:pt x="370" y="57"/>
                    <a:pt x="367" y="53"/>
                  </a:cubicBezTo>
                  <a:cubicBezTo>
                    <a:pt x="359" y="44"/>
                    <a:pt x="351" y="34"/>
                    <a:pt x="342" y="26"/>
                  </a:cubicBezTo>
                  <a:cubicBezTo>
                    <a:pt x="337" y="21"/>
                    <a:pt x="331" y="18"/>
                    <a:pt x="326" y="14"/>
                  </a:cubicBezTo>
                  <a:cubicBezTo>
                    <a:pt x="321" y="12"/>
                    <a:pt x="321" y="12"/>
                    <a:pt x="321" y="12"/>
                  </a:cubicBezTo>
                  <a:cubicBezTo>
                    <a:pt x="320" y="11"/>
                    <a:pt x="318" y="10"/>
                    <a:pt x="317" y="10"/>
                  </a:cubicBezTo>
                  <a:cubicBezTo>
                    <a:pt x="313" y="9"/>
                    <a:pt x="310" y="7"/>
                    <a:pt x="307" y="7"/>
                  </a:cubicBezTo>
                  <a:cubicBezTo>
                    <a:pt x="295" y="3"/>
                    <a:pt x="283" y="0"/>
                    <a:pt x="270" y="0"/>
                  </a:cubicBezTo>
                  <a:cubicBezTo>
                    <a:pt x="263" y="0"/>
                    <a:pt x="257" y="2"/>
                    <a:pt x="252" y="4"/>
                  </a:cubicBezTo>
                  <a:cubicBezTo>
                    <a:pt x="246" y="6"/>
                    <a:pt x="240" y="8"/>
                    <a:pt x="235" y="11"/>
                  </a:cubicBezTo>
                  <a:cubicBezTo>
                    <a:pt x="232" y="12"/>
                    <a:pt x="229" y="14"/>
                    <a:pt x="226" y="15"/>
                  </a:cubicBezTo>
                  <a:cubicBezTo>
                    <a:pt x="224" y="17"/>
                    <a:pt x="221" y="19"/>
                    <a:pt x="219" y="20"/>
                  </a:cubicBezTo>
                  <a:cubicBezTo>
                    <a:pt x="214" y="24"/>
                    <a:pt x="209" y="28"/>
                    <a:pt x="205" y="33"/>
                  </a:cubicBezTo>
                  <a:cubicBezTo>
                    <a:pt x="196" y="42"/>
                    <a:pt x="191" y="54"/>
                    <a:pt x="190" y="66"/>
                  </a:cubicBezTo>
                  <a:cubicBezTo>
                    <a:pt x="189" y="74"/>
                    <a:pt x="188" y="82"/>
                    <a:pt x="189" y="90"/>
                  </a:cubicBezTo>
                  <a:cubicBezTo>
                    <a:pt x="181" y="81"/>
                    <a:pt x="175" y="72"/>
                    <a:pt x="167" y="64"/>
                  </a:cubicBezTo>
                  <a:cubicBezTo>
                    <a:pt x="159" y="55"/>
                    <a:pt x="149" y="47"/>
                    <a:pt x="138" y="41"/>
                  </a:cubicBezTo>
                  <a:cubicBezTo>
                    <a:pt x="127" y="36"/>
                    <a:pt x="117" y="30"/>
                    <a:pt x="105" y="27"/>
                  </a:cubicBezTo>
                  <a:cubicBezTo>
                    <a:pt x="99" y="26"/>
                    <a:pt x="93" y="26"/>
                    <a:pt x="87" y="26"/>
                  </a:cubicBezTo>
                  <a:cubicBezTo>
                    <a:pt x="81" y="27"/>
                    <a:pt x="75" y="28"/>
                    <a:pt x="69" y="30"/>
                  </a:cubicBezTo>
                  <a:cubicBezTo>
                    <a:pt x="58" y="32"/>
                    <a:pt x="47" y="38"/>
                    <a:pt x="37" y="45"/>
                  </a:cubicBezTo>
                  <a:cubicBezTo>
                    <a:pt x="28" y="52"/>
                    <a:pt x="20" y="60"/>
                    <a:pt x="14" y="70"/>
                  </a:cubicBezTo>
                  <a:cubicBezTo>
                    <a:pt x="8" y="80"/>
                    <a:pt x="4" y="90"/>
                    <a:pt x="2" y="101"/>
                  </a:cubicBezTo>
                  <a:cubicBezTo>
                    <a:pt x="2" y="104"/>
                    <a:pt x="1" y="107"/>
                    <a:pt x="1" y="109"/>
                  </a:cubicBezTo>
                  <a:cubicBezTo>
                    <a:pt x="1" y="112"/>
                    <a:pt x="1" y="112"/>
                    <a:pt x="1" y="112"/>
                  </a:cubicBezTo>
                  <a:cubicBezTo>
                    <a:pt x="1" y="112"/>
                    <a:pt x="0" y="113"/>
                    <a:pt x="0" y="114"/>
                  </a:cubicBezTo>
                  <a:cubicBezTo>
                    <a:pt x="1" y="114"/>
                    <a:pt x="2" y="115"/>
                    <a:pt x="4" y="116"/>
                  </a:cubicBezTo>
                  <a:cubicBezTo>
                    <a:pt x="8" y="117"/>
                    <a:pt x="11" y="118"/>
                    <a:pt x="12" y="117"/>
                  </a:cubicBezTo>
                  <a:cubicBezTo>
                    <a:pt x="15" y="108"/>
                    <a:pt x="18" y="100"/>
                    <a:pt x="23" y="92"/>
                  </a:cubicBezTo>
                  <a:cubicBezTo>
                    <a:pt x="27" y="85"/>
                    <a:pt x="33" y="78"/>
                    <a:pt x="40" y="73"/>
                  </a:cubicBezTo>
                  <a:cubicBezTo>
                    <a:pt x="43" y="71"/>
                    <a:pt x="47" y="69"/>
                    <a:pt x="51" y="67"/>
                  </a:cubicBezTo>
                  <a:cubicBezTo>
                    <a:pt x="54" y="65"/>
                    <a:pt x="58" y="63"/>
                    <a:pt x="61" y="62"/>
                  </a:cubicBezTo>
                  <a:cubicBezTo>
                    <a:pt x="68" y="59"/>
                    <a:pt x="75" y="57"/>
                    <a:pt x="83" y="57"/>
                  </a:cubicBezTo>
                  <a:cubicBezTo>
                    <a:pt x="91" y="57"/>
                    <a:pt x="98" y="59"/>
                    <a:pt x="105" y="62"/>
                  </a:cubicBezTo>
                  <a:cubicBezTo>
                    <a:pt x="109" y="63"/>
                    <a:pt x="112" y="65"/>
                    <a:pt x="114" y="67"/>
                  </a:cubicBezTo>
                  <a:cubicBezTo>
                    <a:pt x="117" y="69"/>
                    <a:pt x="120" y="73"/>
                    <a:pt x="123" y="76"/>
                  </a:cubicBezTo>
                  <a:cubicBezTo>
                    <a:pt x="126" y="81"/>
                    <a:pt x="131" y="87"/>
                    <a:pt x="135" y="93"/>
                  </a:cubicBezTo>
                  <a:cubicBezTo>
                    <a:pt x="139" y="100"/>
                    <a:pt x="144" y="109"/>
                    <a:pt x="149" y="118"/>
                  </a:cubicBezTo>
                  <a:cubicBezTo>
                    <a:pt x="159" y="137"/>
                    <a:pt x="170" y="154"/>
                    <a:pt x="181" y="172"/>
                  </a:cubicBezTo>
                  <a:cubicBezTo>
                    <a:pt x="190" y="186"/>
                    <a:pt x="199" y="199"/>
                    <a:pt x="209" y="212"/>
                  </a:cubicBezTo>
                  <a:cubicBezTo>
                    <a:pt x="218" y="224"/>
                    <a:pt x="227" y="236"/>
                    <a:pt x="236" y="247"/>
                  </a:cubicBezTo>
                  <a:cubicBezTo>
                    <a:pt x="245" y="259"/>
                    <a:pt x="254" y="271"/>
                    <a:pt x="263" y="282"/>
                  </a:cubicBezTo>
                  <a:cubicBezTo>
                    <a:pt x="277" y="299"/>
                    <a:pt x="277" y="299"/>
                    <a:pt x="277" y="299"/>
                  </a:cubicBezTo>
                  <a:cubicBezTo>
                    <a:pt x="282" y="306"/>
                    <a:pt x="286" y="313"/>
                    <a:pt x="294" y="317"/>
                  </a:cubicBezTo>
                  <a:cubicBezTo>
                    <a:pt x="296" y="319"/>
                    <a:pt x="298" y="321"/>
                    <a:pt x="304" y="319"/>
                  </a:cubicBezTo>
                  <a:cubicBezTo>
                    <a:pt x="308" y="318"/>
                    <a:pt x="312" y="317"/>
                    <a:pt x="316" y="315"/>
                  </a:cubicBezTo>
                  <a:cubicBezTo>
                    <a:pt x="320" y="314"/>
                    <a:pt x="324" y="312"/>
                    <a:pt x="327" y="309"/>
                  </a:cubicBezTo>
                  <a:cubicBezTo>
                    <a:pt x="332" y="306"/>
                    <a:pt x="333" y="303"/>
                    <a:pt x="334" y="301"/>
                  </a:cubicBezTo>
                  <a:cubicBezTo>
                    <a:pt x="335" y="296"/>
                    <a:pt x="334" y="293"/>
                    <a:pt x="332" y="290"/>
                  </a:cubicBezTo>
                  <a:cubicBezTo>
                    <a:pt x="328" y="282"/>
                    <a:pt x="324" y="273"/>
                    <a:pt x="319" y="265"/>
                  </a:cubicBezTo>
                  <a:cubicBezTo>
                    <a:pt x="316" y="261"/>
                    <a:pt x="313" y="258"/>
                    <a:pt x="310" y="254"/>
                  </a:cubicBezTo>
                  <a:cubicBezTo>
                    <a:pt x="296" y="238"/>
                    <a:pt x="296" y="238"/>
                    <a:pt x="296" y="238"/>
                  </a:cubicBezTo>
                  <a:cubicBezTo>
                    <a:pt x="283" y="221"/>
                    <a:pt x="283" y="221"/>
                    <a:pt x="283" y="221"/>
                  </a:cubicBezTo>
                  <a:cubicBezTo>
                    <a:pt x="270" y="204"/>
                    <a:pt x="270" y="204"/>
                    <a:pt x="270" y="204"/>
                  </a:cubicBezTo>
                  <a:cubicBezTo>
                    <a:pt x="260" y="192"/>
                    <a:pt x="251" y="178"/>
                    <a:pt x="242" y="165"/>
                  </a:cubicBezTo>
                  <a:cubicBezTo>
                    <a:pt x="207" y="113"/>
                    <a:pt x="207" y="113"/>
                    <a:pt x="207" y="113"/>
                  </a:cubicBezTo>
                  <a:cubicBezTo>
                    <a:pt x="205" y="111"/>
                    <a:pt x="205" y="111"/>
                    <a:pt x="205" y="111"/>
                  </a:cubicBezTo>
                  <a:cubicBezTo>
                    <a:pt x="206" y="111"/>
                    <a:pt x="206" y="111"/>
                    <a:pt x="206" y="110"/>
                  </a:cubicBezTo>
                  <a:cubicBezTo>
                    <a:pt x="205" y="103"/>
                    <a:pt x="205" y="93"/>
                    <a:pt x="206" y="84"/>
                  </a:cubicBezTo>
                  <a:cubicBezTo>
                    <a:pt x="207" y="79"/>
                    <a:pt x="207" y="74"/>
                    <a:pt x="209" y="70"/>
                  </a:cubicBezTo>
                  <a:cubicBezTo>
                    <a:pt x="210" y="66"/>
                    <a:pt x="212" y="62"/>
                    <a:pt x="214" y="59"/>
                  </a:cubicBezTo>
                  <a:cubicBezTo>
                    <a:pt x="217" y="56"/>
                    <a:pt x="220" y="54"/>
                    <a:pt x="222" y="52"/>
                  </a:cubicBezTo>
                  <a:cubicBezTo>
                    <a:pt x="225" y="49"/>
                    <a:pt x="228" y="47"/>
                    <a:pt x="232" y="45"/>
                  </a:cubicBezTo>
                  <a:cubicBezTo>
                    <a:pt x="233" y="43"/>
                    <a:pt x="235" y="42"/>
                    <a:pt x="237" y="41"/>
                  </a:cubicBezTo>
                  <a:cubicBezTo>
                    <a:pt x="240" y="40"/>
                    <a:pt x="240" y="40"/>
                    <a:pt x="240" y="40"/>
                  </a:cubicBezTo>
                  <a:cubicBezTo>
                    <a:pt x="242" y="39"/>
                    <a:pt x="242" y="39"/>
                    <a:pt x="242" y="39"/>
                  </a:cubicBezTo>
                  <a:cubicBezTo>
                    <a:pt x="246" y="37"/>
                    <a:pt x="250" y="36"/>
                    <a:pt x="255" y="35"/>
                  </a:cubicBezTo>
                  <a:cubicBezTo>
                    <a:pt x="259" y="34"/>
                    <a:pt x="264" y="33"/>
                    <a:pt x="268" y="32"/>
                  </a:cubicBezTo>
                  <a:cubicBezTo>
                    <a:pt x="269" y="32"/>
                    <a:pt x="270" y="32"/>
                    <a:pt x="270" y="32"/>
                  </a:cubicBezTo>
                  <a:cubicBezTo>
                    <a:pt x="270" y="32"/>
                    <a:pt x="270" y="32"/>
                    <a:pt x="271" y="32"/>
                  </a:cubicBezTo>
                  <a:cubicBezTo>
                    <a:pt x="272" y="33"/>
                    <a:pt x="272" y="33"/>
                    <a:pt x="272" y="33"/>
                  </a:cubicBezTo>
                  <a:cubicBezTo>
                    <a:pt x="275" y="33"/>
                    <a:pt x="277" y="33"/>
                    <a:pt x="279" y="33"/>
                  </a:cubicBezTo>
                  <a:cubicBezTo>
                    <a:pt x="283" y="34"/>
                    <a:pt x="287" y="35"/>
                    <a:pt x="290" y="37"/>
                  </a:cubicBezTo>
                  <a:cubicBezTo>
                    <a:pt x="293" y="38"/>
                    <a:pt x="297" y="41"/>
                    <a:pt x="298" y="43"/>
                  </a:cubicBezTo>
                  <a:cubicBezTo>
                    <a:pt x="299" y="44"/>
                    <a:pt x="300" y="44"/>
                    <a:pt x="300" y="45"/>
                  </a:cubicBezTo>
                  <a:cubicBezTo>
                    <a:pt x="301" y="45"/>
                    <a:pt x="301" y="46"/>
                    <a:pt x="302" y="46"/>
                  </a:cubicBezTo>
                  <a:cubicBezTo>
                    <a:pt x="303" y="48"/>
                    <a:pt x="304" y="49"/>
                    <a:pt x="305" y="50"/>
                  </a:cubicBezTo>
                  <a:cubicBezTo>
                    <a:pt x="308" y="53"/>
                    <a:pt x="310" y="56"/>
                    <a:pt x="313" y="59"/>
                  </a:cubicBezTo>
                  <a:cubicBezTo>
                    <a:pt x="317" y="65"/>
                    <a:pt x="322" y="72"/>
                    <a:pt x="327" y="81"/>
                  </a:cubicBezTo>
                  <a:cubicBezTo>
                    <a:pt x="329" y="86"/>
                    <a:pt x="332" y="91"/>
                    <a:pt x="335" y="96"/>
                  </a:cubicBezTo>
                  <a:cubicBezTo>
                    <a:pt x="337" y="100"/>
                    <a:pt x="340" y="105"/>
                    <a:pt x="343" y="110"/>
                  </a:cubicBezTo>
                  <a:cubicBezTo>
                    <a:pt x="348" y="120"/>
                    <a:pt x="354" y="129"/>
                    <a:pt x="360" y="138"/>
                  </a:cubicBezTo>
                  <a:cubicBezTo>
                    <a:pt x="369" y="153"/>
                    <a:pt x="378" y="167"/>
                    <a:pt x="388" y="181"/>
                  </a:cubicBezTo>
                  <a:cubicBezTo>
                    <a:pt x="397" y="194"/>
                    <a:pt x="406" y="206"/>
                    <a:pt x="415" y="219"/>
                  </a:cubicBezTo>
                  <a:cubicBezTo>
                    <a:pt x="425" y="231"/>
                    <a:pt x="434" y="244"/>
                    <a:pt x="443" y="256"/>
                  </a:cubicBezTo>
                  <a:cubicBezTo>
                    <a:pt x="458" y="274"/>
                    <a:pt x="458" y="274"/>
                    <a:pt x="458" y="274"/>
                  </a:cubicBezTo>
                  <a:cubicBezTo>
                    <a:pt x="463" y="281"/>
                    <a:pt x="467" y="288"/>
                    <a:pt x="475" y="294"/>
                  </a:cubicBezTo>
                  <a:cubicBezTo>
                    <a:pt x="477" y="295"/>
                    <a:pt x="479" y="297"/>
                    <a:pt x="486" y="295"/>
                  </a:cubicBezTo>
                  <a:cubicBezTo>
                    <a:pt x="490" y="294"/>
                    <a:pt x="494" y="293"/>
                    <a:pt x="498" y="292"/>
                  </a:cubicBezTo>
                  <a:cubicBezTo>
                    <a:pt x="501" y="291"/>
                    <a:pt x="505" y="289"/>
                    <a:pt x="509" y="286"/>
                  </a:cubicBezTo>
                  <a:cubicBezTo>
                    <a:pt x="514" y="283"/>
                    <a:pt x="515" y="280"/>
                    <a:pt x="516" y="278"/>
                  </a:cubicBezTo>
                  <a:cubicBezTo>
                    <a:pt x="517" y="273"/>
                    <a:pt x="515" y="270"/>
                    <a:pt x="514" y="266"/>
                  </a:cubicBezTo>
                  <a:cubicBezTo>
                    <a:pt x="509" y="258"/>
                    <a:pt x="505" y="249"/>
                    <a:pt x="500" y="240"/>
                  </a:cubicBezTo>
                  <a:cubicBezTo>
                    <a:pt x="497" y="236"/>
                    <a:pt x="494" y="232"/>
                    <a:pt x="491" y="228"/>
                  </a:cubicBezTo>
                  <a:cubicBezTo>
                    <a:pt x="477" y="211"/>
                    <a:pt x="477" y="211"/>
                    <a:pt x="477" y="211"/>
                  </a:cubicBezTo>
                  <a:cubicBezTo>
                    <a:pt x="463" y="193"/>
                    <a:pt x="463" y="193"/>
                    <a:pt x="463" y="193"/>
                  </a:cubicBezTo>
                  <a:cubicBezTo>
                    <a:pt x="450" y="175"/>
                    <a:pt x="450" y="175"/>
                    <a:pt x="450" y="175"/>
                  </a:cubicBezTo>
                  <a:cubicBezTo>
                    <a:pt x="440" y="162"/>
                    <a:pt x="431" y="147"/>
                    <a:pt x="422" y="133"/>
                  </a:cubicBezTo>
                  <a:cubicBezTo>
                    <a:pt x="416" y="125"/>
                    <a:pt x="416" y="125"/>
                    <a:pt x="416" y="125"/>
                  </a:cubicBezTo>
                  <a:cubicBezTo>
                    <a:pt x="424" y="113"/>
                    <a:pt x="432" y="101"/>
                    <a:pt x="441" y="92"/>
                  </a:cubicBezTo>
                  <a:cubicBezTo>
                    <a:pt x="445" y="86"/>
                    <a:pt x="450" y="82"/>
                    <a:pt x="455" y="78"/>
                  </a:cubicBezTo>
                  <a:cubicBezTo>
                    <a:pt x="460" y="74"/>
                    <a:pt x="465" y="71"/>
                    <a:pt x="471" y="69"/>
                  </a:cubicBezTo>
                  <a:cubicBezTo>
                    <a:pt x="477" y="66"/>
                    <a:pt x="483" y="65"/>
                    <a:pt x="488" y="64"/>
                  </a:cubicBezTo>
                  <a:cubicBezTo>
                    <a:pt x="494" y="63"/>
                    <a:pt x="500" y="64"/>
                    <a:pt x="505" y="65"/>
                  </a:cubicBezTo>
                  <a:cubicBezTo>
                    <a:pt x="516" y="68"/>
                    <a:pt x="526" y="75"/>
                    <a:pt x="534" y="85"/>
                  </a:cubicBezTo>
                  <a:cubicBezTo>
                    <a:pt x="543" y="95"/>
                    <a:pt x="550" y="107"/>
                    <a:pt x="558" y="120"/>
                  </a:cubicBezTo>
                  <a:cubicBezTo>
                    <a:pt x="581" y="161"/>
                    <a:pt x="581" y="161"/>
                    <a:pt x="581" y="161"/>
                  </a:cubicBezTo>
                  <a:cubicBezTo>
                    <a:pt x="629" y="244"/>
                    <a:pt x="629" y="244"/>
                    <a:pt x="629" y="244"/>
                  </a:cubicBezTo>
                  <a:cubicBezTo>
                    <a:pt x="645" y="271"/>
                    <a:pt x="661" y="299"/>
                    <a:pt x="677" y="327"/>
                  </a:cubicBezTo>
                  <a:cubicBezTo>
                    <a:pt x="700" y="370"/>
                    <a:pt x="700" y="370"/>
                    <a:pt x="700" y="370"/>
                  </a:cubicBezTo>
                  <a:cubicBezTo>
                    <a:pt x="708" y="384"/>
                    <a:pt x="718" y="404"/>
                    <a:pt x="729" y="423"/>
                  </a:cubicBezTo>
                  <a:cubicBezTo>
                    <a:pt x="744" y="451"/>
                    <a:pt x="759" y="475"/>
                    <a:pt x="771" y="499"/>
                  </a:cubicBezTo>
                  <a:cubicBezTo>
                    <a:pt x="783" y="523"/>
                    <a:pt x="793" y="547"/>
                    <a:pt x="796" y="573"/>
                  </a:cubicBezTo>
                  <a:cubicBezTo>
                    <a:pt x="799" y="599"/>
                    <a:pt x="796" y="628"/>
                    <a:pt x="790" y="657"/>
                  </a:cubicBezTo>
                  <a:cubicBezTo>
                    <a:pt x="787" y="672"/>
                    <a:pt x="784" y="686"/>
                    <a:pt x="780" y="701"/>
                  </a:cubicBezTo>
                  <a:cubicBezTo>
                    <a:pt x="778" y="709"/>
                    <a:pt x="776" y="716"/>
                    <a:pt x="773" y="723"/>
                  </a:cubicBezTo>
                  <a:cubicBezTo>
                    <a:pt x="772" y="727"/>
                    <a:pt x="771" y="730"/>
                    <a:pt x="770" y="736"/>
                  </a:cubicBezTo>
                  <a:cubicBezTo>
                    <a:pt x="768" y="744"/>
                    <a:pt x="768" y="744"/>
                    <a:pt x="768" y="744"/>
                  </a:cubicBezTo>
                  <a:cubicBezTo>
                    <a:pt x="767" y="746"/>
                    <a:pt x="767" y="749"/>
                    <a:pt x="767" y="752"/>
                  </a:cubicBezTo>
                  <a:cubicBezTo>
                    <a:pt x="764" y="768"/>
                    <a:pt x="765" y="785"/>
                    <a:pt x="769" y="800"/>
                  </a:cubicBezTo>
                  <a:cubicBezTo>
                    <a:pt x="772" y="815"/>
                    <a:pt x="777" y="829"/>
                    <a:pt x="783" y="842"/>
                  </a:cubicBezTo>
                  <a:cubicBezTo>
                    <a:pt x="789" y="855"/>
                    <a:pt x="796" y="867"/>
                    <a:pt x="803" y="878"/>
                  </a:cubicBezTo>
                  <a:cubicBezTo>
                    <a:pt x="807" y="884"/>
                    <a:pt x="811" y="889"/>
                    <a:pt x="814" y="894"/>
                  </a:cubicBezTo>
                  <a:cubicBezTo>
                    <a:pt x="820" y="902"/>
                    <a:pt x="820" y="902"/>
                    <a:pt x="820" y="902"/>
                  </a:cubicBezTo>
                  <a:cubicBezTo>
                    <a:pt x="821" y="904"/>
                    <a:pt x="821" y="904"/>
                    <a:pt x="821" y="904"/>
                  </a:cubicBezTo>
                  <a:cubicBezTo>
                    <a:pt x="821" y="904"/>
                    <a:pt x="821" y="904"/>
                    <a:pt x="821" y="904"/>
                  </a:cubicBezTo>
                  <a:cubicBezTo>
                    <a:pt x="821" y="905"/>
                    <a:pt x="821" y="905"/>
                    <a:pt x="821" y="905"/>
                  </a:cubicBezTo>
                  <a:cubicBezTo>
                    <a:pt x="822" y="905"/>
                    <a:pt x="822" y="905"/>
                    <a:pt x="822" y="905"/>
                  </a:cubicBezTo>
                  <a:cubicBezTo>
                    <a:pt x="822" y="905"/>
                    <a:pt x="823" y="906"/>
                    <a:pt x="823" y="907"/>
                  </a:cubicBezTo>
                  <a:cubicBezTo>
                    <a:pt x="823" y="908"/>
                    <a:pt x="823" y="908"/>
                    <a:pt x="822" y="909"/>
                  </a:cubicBezTo>
                  <a:cubicBezTo>
                    <a:pt x="815" y="915"/>
                    <a:pt x="809" y="920"/>
                    <a:pt x="802" y="925"/>
                  </a:cubicBezTo>
                  <a:cubicBezTo>
                    <a:pt x="757" y="957"/>
                    <a:pt x="757" y="957"/>
                    <a:pt x="757" y="957"/>
                  </a:cubicBezTo>
                  <a:cubicBezTo>
                    <a:pt x="721" y="983"/>
                    <a:pt x="684" y="1008"/>
                    <a:pt x="647" y="1033"/>
                  </a:cubicBezTo>
                  <a:cubicBezTo>
                    <a:pt x="629" y="1046"/>
                    <a:pt x="610" y="1058"/>
                    <a:pt x="592" y="1070"/>
                  </a:cubicBezTo>
                  <a:cubicBezTo>
                    <a:pt x="571" y="1084"/>
                    <a:pt x="550" y="1097"/>
                    <a:pt x="531" y="1112"/>
                  </a:cubicBezTo>
                  <a:cubicBezTo>
                    <a:pt x="526" y="1117"/>
                    <a:pt x="519" y="1122"/>
                    <a:pt x="518" y="1130"/>
                  </a:cubicBezTo>
                  <a:cubicBezTo>
                    <a:pt x="517" y="1135"/>
                    <a:pt x="516" y="1140"/>
                    <a:pt x="516" y="1145"/>
                  </a:cubicBezTo>
                  <a:cubicBezTo>
                    <a:pt x="516" y="1149"/>
                    <a:pt x="516" y="1154"/>
                    <a:pt x="520" y="1157"/>
                  </a:cubicBezTo>
                  <a:cubicBezTo>
                    <a:pt x="523" y="1161"/>
                    <a:pt x="530" y="1161"/>
                    <a:pt x="534" y="1160"/>
                  </a:cubicBezTo>
                  <a:cubicBezTo>
                    <a:pt x="545" y="1158"/>
                    <a:pt x="554" y="1153"/>
                    <a:pt x="564" y="1148"/>
                  </a:cubicBezTo>
                  <a:cubicBezTo>
                    <a:pt x="589" y="1134"/>
                    <a:pt x="614" y="1120"/>
                    <a:pt x="639" y="1105"/>
                  </a:cubicBezTo>
                  <a:cubicBezTo>
                    <a:pt x="651" y="1097"/>
                    <a:pt x="663" y="1089"/>
                    <a:pt x="675" y="1081"/>
                  </a:cubicBezTo>
                  <a:cubicBezTo>
                    <a:pt x="728" y="1044"/>
                    <a:pt x="728" y="1044"/>
                    <a:pt x="728" y="1044"/>
                  </a:cubicBezTo>
                  <a:cubicBezTo>
                    <a:pt x="781" y="1006"/>
                    <a:pt x="781" y="1006"/>
                    <a:pt x="781" y="1006"/>
                  </a:cubicBezTo>
                  <a:cubicBezTo>
                    <a:pt x="798" y="994"/>
                    <a:pt x="815" y="981"/>
                    <a:pt x="833" y="968"/>
                  </a:cubicBezTo>
                  <a:cubicBezTo>
                    <a:pt x="844" y="960"/>
                    <a:pt x="844" y="960"/>
                    <a:pt x="844" y="960"/>
                  </a:cubicBezTo>
                  <a:cubicBezTo>
                    <a:pt x="850" y="956"/>
                    <a:pt x="850" y="956"/>
                    <a:pt x="850" y="956"/>
                  </a:cubicBezTo>
                  <a:cubicBezTo>
                    <a:pt x="856" y="951"/>
                    <a:pt x="856" y="951"/>
                    <a:pt x="856" y="951"/>
                  </a:cubicBezTo>
                  <a:cubicBezTo>
                    <a:pt x="867" y="941"/>
                    <a:pt x="879" y="931"/>
                    <a:pt x="883" y="918"/>
                  </a:cubicBezTo>
                  <a:cubicBezTo>
                    <a:pt x="884" y="912"/>
                    <a:pt x="883" y="906"/>
                    <a:pt x="882" y="9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ja-JP" altLang="en-US"/>
            </a:p>
          </p:txBody>
        </p:sp>
      </p:grpSp>
      <p:sp>
        <p:nvSpPr>
          <p:cNvPr id="22" name="Rectangle 21">
            <a:extLst>
              <a:ext uri="{FF2B5EF4-FFF2-40B4-BE49-F238E27FC236}">
                <a16:creationId xmlns:a16="http://schemas.microsoft.com/office/drawing/2014/main" id="{E8631E56-6624-9F60-02A3-4EEF62AF061E}"/>
              </a:ext>
            </a:extLst>
          </p:cNvPr>
          <p:cNvSpPr/>
          <p:nvPr/>
        </p:nvSpPr>
        <p:spPr>
          <a:xfrm>
            <a:off x="1015319" y="1025885"/>
            <a:ext cx="524036" cy="20305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3" name="Content Placeholder 7">
            <a:extLst>
              <a:ext uri="{FF2B5EF4-FFF2-40B4-BE49-F238E27FC236}">
                <a16:creationId xmlns:a16="http://schemas.microsoft.com/office/drawing/2014/main" id="{63B42C9A-BA2A-6430-ABFF-C910C0D11990}"/>
              </a:ext>
            </a:extLst>
          </p:cNvPr>
          <p:cNvPicPr>
            <a:picLocks noChangeAspect="1"/>
          </p:cNvPicPr>
          <p:nvPr/>
        </p:nvPicPr>
        <p:blipFill rotWithShape="1">
          <a:blip r:embed="rId3"/>
          <a:srcRect b="73847"/>
          <a:stretch/>
        </p:blipFill>
        <p:spPr>
          <a:xfrm>
            <a:off x="833492" y="890198"/>
            <a:ext cx="2314898" cy="376199"/>
          </a:xfrm>
          <a:prstGeom prst="rect">
            <a:avLst/>
          </a:prstGeom>
        </p:spPr>
      </p:pic>
    </p:spTree>
    <p:extLst>
      <p:ext uri="{BB962C8B-B14F-4D97-AF65-F5344CB8AC3E}">
        <p14:creationId xmlns:p14="http://schemas.microsoft.com/office/powerpoint/2010/main" val="25848298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E68369-D258-D44B-ABD7-8CC47CADBA52}"/>
              </a:ext>
            </a:extLst>
          </p:cNvPr>
          <p:cNvSpPr>
            <a:spLocks noGrp="1"/>
          </p:cNvSpPr>
          <p:nvPr>
            <p:ph idx="1"/>
          </p:nvPr>
        </p:nvSpPr>
        <p:spPr>
          <a:xfrm>
            <a:off x="143024" y="925843"/>
            <a:ext cx="9000973" cy="1664957"/>
          </a:xfrm>
        </p:spPr>
        <p:txBody>
          <a:bodyPr>
            <a:normAutofit fontScale="92500" lnSpcReduction="20000"/>
          </a:bodyPr>
          <a:lstStyle/>
          <a:p>
            <a:r>
              <a:rPr kumimoji="1" lang="en-US" altLang="ja-JP">
                <a:latin typeface="Times New Roman" panose="02020603050405020304" pitchFamily="18" charset="0"/>
                <a:cs typeface="Times New Roman" panose="02020603050405020304" pitchFamily="18" charset="0"/>
              </a:rPr>
              <a:t>Trường hợp sử dụng tính năng 7_8: cập nhật R3 hoặc PLM mới.</a:t>
            </a:r>
          </a:p>
          <a:p>
            <a:r>
              <a:rPr kumimoji="1" lang="en-US" altLang="ja-JP">
                <a:latin typeface="Times New Roman" panose="02020603050405020304" pitchFamily="18" charset="0"/>
                <a:cs typeface="Times New Roman" panose="02020603050405020304" pitchFamily="18" charset="0"/>
              </a:rPr>
              <a:t>Trường hợp cập nhật file PLM thì chỉ để file PLM mới nhất cùng thư mục với file tổng hợp, quy tắc đặt tên như slide 15. </a:t>
            </a:r>
          </a:p>
          <a:p>
            <a:r>
              <a:rPr kumimoji="1" lang="en-US" altLang="ja-JP">
                <a:solidFill>
                  <a:srgbClr val="FF0000"/>
                </a:solidFill>
                <a:latin typeface="Times New Roman" panose="02020603050405020304" pitchFamily="18" charset="0"/>
                <a:cs typeface="Times New Roman" panose="02020603050405020304" pitchFamily="18" charset="0"/>
              </a:rPr>
              <a:t>Chú ý khi cập nhật PLM không được ẩn Sheet trong file BOM, Sheet PLM trong file BOM mới nhất phải nằm ở vị trí sheet thứ 5. Ví dụ cập nhật Sheet RevList vào file BOM thì phải cho xuống cuối cùng.</a:t>
            </a:r>
          </a:p>
          <a:p>
            <a:r>
              <a:rPr kumimoji="1" lang="en-US" altLang="ja-JP">
                <a:latin typeface="Times New Roman" panose="02020603050405020304" pitchFamily="18" charset="0"/>
                <a:cs typeface="Times New Roman" panose="02020603050405020304" pitchFamily="18" charset="0"/>
              </a:rPr>
              <a:t>Trường hợp cập nhật file R3 thì chỉ để file R3 mới nhất cùng thư mục với file tổng hợp, quy tắc đặt tên như slide 15.</a:t>
            </a:r>
            <a:endParaRPr kumimoji="1" lang="ja-JP" altLang="en-US">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8EB0F13-8FD4-A98D-61E4-4C5A42B38C12}"/>
              </a:ext>
            </a:extLst>
          </p:cNvPr>
          <p:cNvSpPr>
            <a:spLocks noGrp="1"/>
          </p:cNvSpPr>
          <p:nvPr>
            <p:ph type="sldNum" sz="quarter" idx="4"/>
          </p:nvPr>
        </p:nvSpPr>
        <p:spPr/>
        <p:txBody>
          <a:bodyPr/>
          <a:lstStyle/>
          <a:p>
            <a:fld id="{E38BFB4B-70AE-4AFC-9806-78E9768488DC}" type="slidenum">
              <a:rPr lang="fr-FR" altLang="ja-JP" sz="1600" smtClean="0">
                <a:solidFill>
                  <a:schemeClr val="tx1"/>
                </a:solidFill>
              </a:rPr>
              <a:pPr/>
              <a:t>17</a:t>
            </a:fld>
            <a:endParaRPr lang="fr-FR" altLang="ja-JP" sz="1600">
              <a:solidFill>
                <a:schemeClr val="tx1"/>
              </a:solidFill>
            </a:endParaRPr>
          </a:p>
          <a:p>
            <a:r>
              <a:rPr lang="fr-FR" altLang="ja-JP" sz="1000"/>
              <a:t>©20</a:t>
            </a:r>
            <a:r>
              <a:rPr lang="en-US" altLang="ja-JP" sz="1000"/>
              <a:t>19</a:t>
            </a:r>
            <a:r>
              <a:rPr lang="fr-FR" altLang="ja-JP" sz="1000"/>
              <a:t> KYOCERA Document Solutions Inc.</a:t>
            </a:r>
            <a:endParaRPr lang="en-US" sz="1000"/>
          </a:p>
        </p:txBody>
      </p:sp>
      <p:pic>
        <p:nvPicPr>
          <p:cNvPr id="6" name="Picture 5">
            <a:extLst>
              <a:ext uri="{FF2B5EF4-FFF2-40B4-BE49-F238E27FC236}">
                <a16:creationId xmlns:a16="http://schemas.microsoft.com/office/drawing/2014/main" id="{FAE425A8-44E5-24CD-01B7-6027CFB90DCB}"/>
              </a:ext>
            </a:extLst>
          </p:cNvPr>
          <p:cNvPicPr>
            <a:picLocks noChangeAspect="1"/>
          </p:cNvPicPr>
          <p:nvPr/>
        </p:nvPicPr>
        <p:blipFill>
          <a:blip r:embed="rId2"/>
          <a:stretch>
            <a:fillRect/>
          </a:stretch>
        </p:blipFill>
        <p:spPr>
          <a:xfrm>
            <a:off x="196523" y="2459436"/>
            <a:ext cx="2343477" cy="1114581"/>
          </a:xfrm>
          <a:prstGeom prst="rect">
            <a:avLst/>
          </a:prstGeom>
        </p:spPr>
      </p:pic>
      <p:pic>
        <p:nvPicPr>
          <p:cNvPr id="8" name="Picture 7">
            <a:extLst>
              <a:ext uri="{FF2B5EF4-FFF2-40B4-BE49-F238E27FC236}">
                <a16:creationId xmlns:a16="http://schemas.microsoft.com/office/drawing/2014/main" id="{A1D15508-6C07-F67B-B7EF-CFC625B1A1E9}"/>
              </a:ext>
            </a:extLst>
          </p:cNvPr>
          <p:cNvPicPr>
            <a:picLocks noChangeAspect="1"/>
          </p:cNvPicPr>
          <p:nvPr/>
        </p:nvPicPr>
        <p:blipFill>
          <a:blip r:embed="rId3"/>
          <a:stretch>
            <a:fillRect/>
          </a:stretch>
        </p:blipFill>
        <p:spPr>
          <a:xfrm>
            <a:off x="5458446" y="2944255"/>
            <a:ext cx="2172003" cy="1105054"/>
          </a:xfrm>
          <a:prstGeom prst="rect">
            <a:avLst/>
          </a:prstGeom>
        </p:spPr>
      </p:pic>
      <p:sp>
        <p:nvSpPr>
          <p:cNvPr id="9" name="Speech Bubble: Rectangle 8">
            <a:extLst>
              <a:ext uri="{FF2B5EF4-FFF2-40B4-BE49-F238E27FC236}">
                <a16:creationId xmlns:a16="http://schemas.microsoft.com/office/drawing/2014/main" id="{AE77E912-FCDE-9229-CE1D-DB338091A969}"/>
              </a:ext>
            </a:extLst>
          </p:cNvPr>
          <p:cNvSpPr/>
          <p:nvPr/>
        </p:nvSpPr>
        <p:spPr>
          <a:xfrm>
            <a:off x="309922" y="3661226"/>
            <a:ext cx="2580556" cy="689176"/>
          </a:xfrm>
          <a:prstGeom prst="wedgeRectCallout">
            <a:avLst>
              <a:gd name="adj1" fmla="val -13317"/>
              <a:gd name="adj2" fmla="val -83268"/>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pPr>
            <a:r>
              <a:rPr kumimoji="1" lang="en-US" altLang="ja-JP" sz="1500">
                <a:latin typeface="Times New Roman" panose="02020603050405020304" pitchFamily="18" charset="0"/>
                <a:cs typeface="Times New Roman" panose="02020603050405020304" pitchFamily="18" charset="0"/>
              </a:rPr>
              <a:t>Trường hợp cập nhật PLM mới</a:t>
            </a:r>
            <a:endParaRPr kumimoji="1" lang="ja-JP" altLang="en-US" sz="1500">
              <a:latin typeface="Times New Roman" panose="02020603050405020304" pitchFamily="18" charset="0"/>
              <a:cs typeface="Times New Roman" panose="02020603050405020304" pitchFamily="18" charset="0"/>
            </a:endParaRPr>
          </a:p>
        </p:txBody>
      </p:sp>
      <p:sp>
        <p:nvSpPr>
          <p:cNvPr id="10" name="Speech Bubble: Rectangle 9">
            <a:extLst>
              <a:ext uri="{FF2B5EF4-FFF2-40B4-BE49-F238E27FC236}">
                <a16:creationId xmlns:a16="http://schemas.microsoft.com/office/drawing/2014/main" id="{2C5EA35C-DBF3-6C0B-E511-F19B5600DE9D}"/>
              </a:ext>
            </a:extLst>
          </p:cNvPr>
          <p:cNvSpPr/>
          <p:nvPr/>
        </p:nvSpPr>
        <p:spPr>
          <a:xfrm>
            <a:off x="6543198" y="2743368"/>
            <a:ext cx="2392288" cy="719238"/>
          </a:xfrm>
          <a:prstGeom prst="wedgeRectCallout">
            <a:avLst>
              <a:gd name="adj1" fmla="val -41339"/>
              <a:gd name="adj2" fmla="val 94172"/>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pPr>
            <a:r>
              <a:rPr kumimoji="1" lang="en-US" altLang="ja-JP" sz="1500">
                <a:latin typeface="Times New Roman" panose="02020603050405020304" pitchFamily="18" charset="0"/>
                <a:cs typeface="Times New Roman" panose="02020603050405020304" pitchFamily="18" charset="0"/>
              </a:rPr>
              <a:t>Trường hợp cập nhật R3 mới</a:t>
            </a:r>
            <a:endParaRPr kumimoji="1" lang="ja-JP" altLang="en-US" sz="1500">
              <a:latin typeface="Times New Roman" panose="02020603050405020304" pitchFamily="18" charset="0"/>
              <a:cs typeface="Times New Roman" panose="02020603050405020304" pitchFamily="18" charset="0"/>
            </a:endParaRPr>
          </a:p>
        </p:txBody>
      </p:sp>
      <p:cxnSp>
        <p:nvCxnSpPr>
          <p:cNvPr id="11" name="Straight Connector 10">
            <a:extLst>
              <a:ext uri="{FF2B5EF4-FFF2-40B4-BE49-F238E27FC236}">
                <a16:creationId xmlns:a16="http://schemas.microsoft.com/office/drawing/2014/main" id="{0AEC1FAA-157F-FDA2-1B9D-0AF67B466CA3}"/>
              </a:ext>
            </a:extLst>
          </p:cNvPr>
          <p:cNvCxnSpPr/>
          <p:nvPr/>
        </p:nvCxnSpPr>
        <p:spPr>
          <a:xfrm>
            <a:off x="0" y="472118"/>
            <a:ext cx="914400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14" name="Title 1">
            <a:extLst>
              <a:ext uri="{FF2B5EF4-FFF2-40B4-BE49-F238E27FC236}">
                <a16:creationId xmlns:a16="http://schemas.microsoft.com/office/drawing/2014/main" id="{E099A37F-803F-1BD6-80CD-AF51918E12F0}"/>
              </a:ext>
            </a:extLst>
          </p:cNvPr>
          <p:cNvSpPr>
            <a:spLocks noGrp="1"/>
          </p:cNvSpPr>
          <p:nvPr>
            <p:ph type="title"/>
          </p:nvPr>
        </p:nvSpPr>
        <p:spPr>
          <a:xfrm>
            <a:off x="-1" y="0"/>
            <a:ext cx="9143999" cy="485369"/>
          </a:xfrm>
        </p:spPr>
        <p:txBody>
          <a:bodyPr>
            <a:noAutofit/>
          </a:bodyPr>
          <a:lstStyle/>
          <a:p>
            <a:r>
              <a:rPr kumimoji="1" lang="en-US" altLang="ja-JP" sz="2000">
                <a:latin typeface="Times New Roman" panose="02020603050405020304" pitchFamily="18" charset="0"/>
                <a:cs typeface="Times New Roman" panose="02020603050405020304" pitchFamily="18" charset="0"/>
              </a:rPr>
              <a:t>5. 3. Hướng dẫn sử dụng (phía Leader) _hướng dẫn chức năng trong Tính năng so sánh BOM tự động.</a:t>
            </a:r>
            <a:endParaRPr kumimoji="1" lang="ja-JP" altLang="en-US" sz="2000">
              <a:latin typeface="Times New Roman" panose="02020603050405020304" pitchFamily="18" charset="0"/>
              <a:cs typeface="Times New Roman" panose="02020603050405020304" pitchFamily="18" charset="0"/>
            </a:endParaRPr>
          </a:p>
        </p:txBody>
      </p:sp>
      <p:sp>
        <p:nvSpPr>
          <p:cNvPr id="7" name="Rectangle: Rounded Corners 6">
            <a:extLst>
              <a:ext uri="{FF2B5EF4-FFF2-40B4-BE49-F238E27FC236}">
                <a16:creationId xmlns:a16="http://schemas.microsoft.com/office/drawing/2014/main" id="{0DEBCC12-4EE7-29D6-E3B1-B911174C55D7}"/>
              </a:ext>
            </a:extLst>
          </p:cNvPr>
          <p:cNvSpPr/>
          <p:nvPr/>
        </p:nvSpPr>
        <p:spPr>
          <a:xfrm>
            <a:off x="196523" y="4402765"/>
            <a:ext cx="2532981" cy="1015955"/>
          </a:xfrm>
          <a:prstGeom prst="roundRect">
            <a:avLst/>
          </a:prstGeom>
          <a:solidFill>
            <a:srgbClr val="FFFF00"/>
          </a:solidFill>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a:hlinkClick r:id="rId4" action="ppaction://hlinkfile"/>
              </a:rPr>
              <a:t>Cách download BOM TC14 chi tiết tham khảo ở đây</a:t>
            </a:r>
            <a:endParaRPr kumimoji="1" lang="ja-JP" altLang="en-US"/>
          </a:p>
        </p:txBody>
      </p:sp>
      <p:grpSp>
        <p:nvGrpSpPr>
          <p:cNvPr id="16" name="Group 15">
            <a:extLst>
              <a:ext uri="{FF2B5EF4-FFF2-40B4-BE49-F238E27FC236}">
                <a16:creationId xmlns:a16="http://schemas.microsoft.com/office/drawing/2014/main" id="{BD90C874-0D9F-8ED7-DD92-FDBFF4715FEF}"/>
              </a:ext>
            </a:extLst>
          </p:cNvPr>
          <p:cNvGrpSpPr>
            <a:grpSpLocks noChangeAspect="1"/>
          </p:cNvGrpSpPr>
          <p:nvPr/>
        </p:nvGrpSpPr>
        <p:grpSpPr bwMode="auto">
          <a:xfrm rot="2162947">
            <a:off x="1634070" y="4982932"/>
            <a:ext cx="525659" cy="556684"/>
            <a:chOff x="258535" y="462642"/>
            <a:chExt cx="1538" cy="1581"/>
          </a:xfrm>
          <a:solidFill>
            <a:srgbClr val="FF0000"/>
          </a:solidFill>
        </p:grpSpPr>
        <p:sp>
          <p:nvSpPr>
            <p:cNvPr id="17" name="Freeform 82">
              <a:extLst>
                <a:ext uri="{FF2B5EF4-FFF2-40B4-BE49-F238E27FC236}">
                  <a16:creationId xmlns:a16="http://schemas.microsoft.com/office/drawing/2014/main" id="{258F40EF-EE65-E0CE-D197-3316F97D496D}"/>
                </a:ext>
              </a:extLst>
            </p:cNvPr>
            <p:cNvSpPr>
              <a:spLocks/>
            </p:cNvSpPr>
            <p:nvPr/>
          </p:nvSpPr>
          <p:spPr bwMode="auto">
            <a:xfrm>
              <a:off x="258535" y="462642"/>
              <a:ext cx="1046" cy="1479"/>
            </a:xfrm>
            <a:custGeom>
              <a:avLst/>
              <a:gdLst>
                <a:gd name="T0" fmla="*/ 648 w 858"/>
                <a:gd name="T1" fmla="*/ 980 h 1212"/>
                <a:gd name="T2" fmla="*/ 482 w 858"/>
                <a:gd name="T3" fmla="*/ 934 h 1212"/>
                <a:gd name="T4" fmla="*/ 276 w 858"/>
                <a:gd name="T5" fmla="*/ 861 h 1212"/>
                <a:gd name="T6" fmla="*/ 67 w 858"/>
                <a:gd name="T7" fmla="*/ 806 h 1212"/>
                <a:gd name="T8" fmla="*/ 36 w 858"/>
                <a:gd name="T9" fmla="*/ 761 h 1212"/>
                <a:gd name="T10" fmla="*/ 40 w 858"/>
                <a:gd name="T11" fmla="*/ 752 h 1212"/>
                <a:gd name="T12" fmla="*/ 51 w 858"/>
                <a:gd name="T13" fmla="*/ 735 h 1212"/>
                <a:gd name="T14" fmla="*/ 182 w 858"/>
                <a:gd name="T15" fmla="*/ 698 h 1212"/>
                <a:gd name="T16" fmla="*/ 312 w 858"/>
                <a:gd name="T17" fmla="*/ 720 h 1212"/>
                <a:gd name="T18" fmla="*/ 372 w 858"/>
                <a:gd name="T19" fmla="*/ 730 h 1212"/>
                <a:gd name="T20" fmla="*/ 390 w 858"/>
                <a:gd name="T21" fmla="*/ 723 h 1212"/>
                <a:gd name="T22" fmla="*/ 404 w 858"/>
                <a:gd name="T23" fmla="*/ 710 h 1212"/>
                <a:gd name="T24" fmla="*/ 419 w 858"/>
                <a:gd name="T25" fmla="*/ 659 h 1212"/>
                <a:gd name="T26" fmla="*/ 406 w 858"/>
                <a:gd name="T27" fmla="*/ 614 h 1212"/>
                <a:gd name="T28" fmla="*/ 400 w 858"/>
                <a:gd name="T29" fmla="*/ 604 h 1212"/>
                <a:gd name="T30" fmla="*/ 364 w 858"/>
                <a:gd name="T31" fmla="*/ 541 h 1212"/>
                <a:gd name="T32" fmla="*/ 136 w 858"/>
                <a:gd name="T33" fmla="*/ 173 h 1212"/>
                <a:gd name="T34" fmla="*/ 110 w 858"/>
                <a:gd name="T35" fmla="*/ 83 h 1212"/>
                <a:gd name="T36" fmla="*/ 141 w 858"/>
                <a:gd name="T37" fmla="*/ 54 h 1212"/>
                <a:gd name="T38" fmla="*/ 169 w 858"/>
                <a:gd name="T39" fmla="*/ 58 h 1212"/>
                <a:gd name="T40" fmla="*/ 237 w 858"/>
                <a:gd name="T41" fmla="*/ 138 h 1212"/>
                <a:gd name="T42" fmla="*/ 440 w 858"/>
                <a:gd name="T43" fmla="*/ 456 h 1212"/>
                <a:gd name="T44" fmla="*/ 498 w 858"/>
                <a:gd name="T45" fmla="*/ 490 h 1212"/>
                <a:gd name="T46" fmla="*/ 392 w 858"/>
                <a:gd name="T47" fmla="*/ 281 h 1212"/>
                <a:gd name="T48" fmla="*/ 255 w 858"/>
                <a:gd name="T49" fmla="*/ 67 h 1212"/>
                <a:gd name="T50" fmla="*/ 207 w 858"/>
                <a:gd name="T51" fmla="*/ 17 h 1212"/>
                <a:gd name="T52" fmla="*/ 143 w 858"/>
                <a:gd name="T53" fmla="*/ 0 h 1212"/>
                <a:gd name="T54" fmla="*/ 69 w 858"/>
                <a:gd name="T55" fmla="*/ 43 h 1212"/>
                <a:gd name="T56" fmla="*/ 57 w 858"/>
                <a:gd name="T57" fmla="*/ 126 h 1212"/>
                <a:gd name="T58" fmla="*/ 121 w 858"/>
                <a:gd name="T59" fmla="*/ 252 h 1212"/>
                <a:gd name="T60" fmla="*/ 349 w 858"/>
                <a:gd name="T61" fmla="*/ 620 h 1212"/>
                <a:gd name="T62" fmla="*/ 366 w 858"/>
                <a:gd name="T63" fmla="*/ 659 h 1212"/>
                <a:gd name="T64" fmla="*/ 365 w 858"/>
                <a:gd name="T65" fmla="*/ 675 h 1212"/>
                <a:gd name="T66" fmla="*/ 345 w 858"/>
                <a:gd name="T67" fmla="*/ 680 h 1212"/>
                <a:gd name="T68" fmla="*/ 239 w 858"/>
                <a:gd name="T69" fmla="*/ 657 h 1212"/>
                <a:gd name="T70" fmla="*/ 52 w 858"/>
                <a:gd name="T71" fmla="*/ 684 h 1212"/>
                <a:gd name="T72" fmla="*/ 2 w 858"/>
                <a:gd name="T73" fmla="*/ 753 h 1212"/>
                <a:gd name="T74" fmla="*/ 58 w 858"/>
                <a:gd name="T75" fmla="*/ 838 h 1212"/>
                <a:gd name="T76" fmla="*/ 327 w 858"/>
                <a:gd name="T77" fmla="*/ 906 h 1212"/>
                <a:gd name="T78" fmla="*/ 459 w 858"/>
                <a:gd name="T79" fmla="*/ 954 h 1212"/>
                <a:gd name="T80" fmla="*/ 596 w 858"/>
                <a:gd name="T81" fmla="*/ 985 h 1212"/>
                <a:gd name="T82" fmla="*/ 810 w 858"/>
                <a:gd name="T83" fmla="*/ 1153 h 1212"/>
                <a:gd name="T84" fmla="*/ 847 w 858"/>
                <a:gd name="T85" fmla="*/ 1210 h 1212"/>
                <a:gd name="T86" fmla="*/ 756 w 858"/>
                <a:gd name="T87" fmla="*/ 1057 h 1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8" h="1212">
                  <a:moveTo>
                    <a:pt x="756" y="1057"/>
                  </a:moveTo>
                  <a:cubicBezTo>
                    <a:pt x="736" y="1036"/>
                    <a:pt x="713" y="1017"/>
                    <a:pt x="687" y="1001"/>
                  </a:cubicBezTo>
                  <a:cubicBezTo>
                    <a:pt x="675" y="993"/>
                    <a:pt x="661" y="986"/>
                    <a:pt x="648" y="980"/>
                  </a:cubicBezTo>
                  <a:cubicBezTo>
                    <a:pt x="634" y="973"/>
                    <a:pt x="619" y="968"/>
                    <a:pt x="605" y="964"/>
                  </a:cubicBezTo>
                  <a:cubicBezTo>
                    <a:pt x="576" y="956"/>
                    <a:pt x="548" y="951"/>
                    <a:pt x="521" y="945"/>
                  </a:cubicBezTo>
                  <a:cubicBezTo>
                    <a:pt x="507" y="942"/>
                    <a:pt x="494" y="938"/>
                    <a:pt x="482" y="934"/>
                  </a:cubicBezTo>
                  <a:cubicBezTo>
                    <a:pt x="469" y="929"/>
                    <a:pt x="456" y="924"/>
                    <a:pt x="442" y="918"/>
                  </a:cubicBezTo>
                  <a:cubicBezTo>
                    <a:pt x="416" y="908"/>
                    <a:pt x="389" y="896"/>
                    <a:pt x="360" y="887"/>
                  </a:cubicBezTo>
                  <a:cubicBezTo>
                    <a:pt x="332" y="878"/>
                    <a:pt x="304" y="869"/>
                    <a:pt x="276" y="861"/>
                  </a:cubicBezTo>
                  <a:cubicBezTo>
                    <a:pt x="220" y="845"/>
                    <a:pt x="163" y="831"/>
                    <a:pt x="107" y="817"/>
                  </a:cubicBezTo>
                  <a:cubicBezTo>
                    <a:pt x="86" y="812"/>
                    <a:pt x="86" y="812"/>
                    <a:pt x="86" y="812"/>
                  </a:cubicBezTo>
                  <a:cubicBezTo>
                    <a:pt x="79" y="810"/>
                    <a:pt x="73" y="808"/>
                    <a:pt x="67" y="806"/>
                  </a:cubicBezTo>
                  <a:cubicBezTo>
                    <a:pt x="55" y="802"/>
                    <a:pt x="46" y="796"/>
                    <a:pt x="42" y="791"/>
                  </a:cubicBezTo>
                  <a:cubicBezTo>
                    <a:pt x="37" y="785"/>
                    <a:pt x="34" y="775"/>
                    <a:pt x="36" y="765"/>
                  </a:cubicBezTo>
                  <a:cubicBezTo>
                    <a:pt x="36" y="764"/>
                    <a:pt x="36" y="762"/>
                    <a:pt x="36" y="761"/>
                  </a:cubicBezTo>
                  <a:cubicBezTo>
                    <a:pt x="37" y="759"/>
                    <a:pt x="37" y="759"/>
                    <a:pt x="37" y="759"/>
                  </a:cubicBezTo>
                  <a:cubicBezTo>
                    <a:pt x="38" y="757"/>
                    <a:pt x="38" y="757"/>
                    <a:pt x="38" y="757"/>
                  </a:cubicBezTo>
                  <a:cubicBezTo>
                    <a:pt x="40" y="752"/>
                    <a:pt x="40" y="752"/>
                    <a:pt x="40" y="752"/>
                  </a:cubicBezTo>
                  <a:cubicBezTo>
                    <a:pt x="40" y="750"/>
                    <a:pt x="41" y="749"/>
                    <a:pt x="42" y="747"/>
                  </a:cubicBezTo>
                  <a:cubicBezTo>
                    <a:pt x="43" y="744"/>
                    <a:pt x="46" y="742"/>
                    <a:pt x="47" y="739"/>
                  </a:cubicBezTo>
                  <a:cubicBezTo>
                    <a:pt x="48" y="738"/>
                    <a:pt x="50" y="736"/>
                    <a:pt x="51" y="735"/>
                  </a:cubicBezTo>
                  <a:cubicBezTo>
                    <a:pt x="52" y="734"/>
                    <a:pt x="53" y="733"/>
                    <a:pt x="54" y="731"/>
                  </a:cubicBezTo>
                  <a:cubicBezTo>
                    <a:pt x="68" y="717"/>
                    <a:pt x="89" y="709"/>
                    <a:pt x="112" y="704"/>
                  </a:cubicBezTo>
                  <a:cubicBezTo>
                    <a:pt x="134" y="699"/>
                    <a:pt x="158" y="698"/>
                    <a:pt x="182" y="698"/>
                  </a:cubicBezTo>
                  <a:cubicBezTo>
                    <a:pt x="207" y="699"/>
                    <a:pt x="231" y="702"/>
                    <a:pt x="256" y="706"/>
                  </a:cubicBezTo>
                  <a:cubicBezTo>
                    <a:pt x="268" y="709"/>
                    <a:pt x="281" y="711"/>
                    <a:pt x="293" y="715"/>
                  </a:cubicBezTo>
                  <a:cubicBezTo>
                    <a:pt x="300" y="716"/>
                    <a:pt x="306" y="718"/>
                    <a:pt x="312" y="720"/>
                  </a:cubicBezTo>
                  <a:cubicBezTo>
                    <a:pt x="315" y="721"/>
                    <a:pt x="318" y="722"/>
                    <a:pt x="321" y="723"/>
                  </a:cubicBezTo>
                  <a:cubicBezTo>
                    <a:pt x="325" y="724"/>
                    <a:pt x="325" y="725"/>
                    <a:pt x="334" y="728"/>
                  </a:cubicBezTo>
                  <a:cubicBezTo>
                    <a:pt x="346" y="732"/>
                    <a:pt x="359" y="733"/>
                    <a:pt x="372" y="730"/>
                  </a:cubicBezTo>
                  <a:cubicBezTo>
                    <a:pt x="375" y="729"/>
                    <a:pt x="378" y="728"/>
                    <a:pt x="381" y="727"/>
                  </a:cubicBezTo>
                  <a:cubicBezTo>
                    <a:pt x="382" y="726"/>
                    <a:pt x="384" y="726"/>
                    <a:pt x="385" y="725"/>
                  </a:cubicBezTo>
                  <a:cubicBezTo>
                    <a:pt x="390" y="723"/>
                    <a:pt x="390" y="723"/>
                    <a:pt x="390" y="723"/>
                  </a:cubicBezTo>
                  <a:cubicBezTo>
                    <a:pt x="391" y="722"/>
                    <a:pt x="392" y="721"/>
                    <a:pt x="394" y="720"/>
                  </a:cubicBezTo>
                  <a:cubicBezTo>
                    <a:pt x="397" y="717"/>
                    <a:pt x="397" y="717"/>
                    <a:pt x="397" y="717"/>
                  </a:cubicBezTo>
                  <a:cubicBezTo>
                    <a:pt x="400" y="715"/>
                    <a:pt x="402" y="713"/>
                    <a:pt x="404" y="710"/>
                  </a:cubicBezTo>
                  <a:cubicBezTo>
                    <a:pt x="412" y="700"/>
                    <a:pt x="417" y="688"/>
                    <a:pt x="418" y="674"/>
                  </a:cubicBezTo>
                  <a:cubicBezTo>
                    <a:pt x="419" y="671"/>
                    <a:pt x="419" y="668"/>
                    <a:pt x="419" y="664"/>
                  </a:cubicBezTo>
                  <a:cubicBezTo>
                    <a:pt x="419" y="663"/>
                    <a:pt x="419" y="661"/>
                    <a:pt x="419" y="659"/>
                  </a:cubicBezTo>
                  <a:cubicBezTo>
                    <a:pt x="418" y="654"/>
                    <a:pt x="418" y="654"/>
                    <a:pt x="418" y="654"/>
                  </a:cubicBezTo>
                  <a:cubicBezTo>
                    <a:pt x="417" y="649"/>
                    <a:pt x="417" y="645"/>
                    <a:pt x="415" y="640"/>
                  </a:cubicBezTo>
                  <a:cubicBezTo>
                    <a:pt x="413" y="631"/>
                    <a:pt x="410" y="622"/>
                    <a:pt x="406" y="614"/>
                  </a:cubicBezTo>
                  <a:cubicBezTo>
                    <a:pt x="404" y="611"/>
                    <a:pt x="404" y="611"/>
                    <a:pt x="404" y="611"/>
                  </a:cubicBezTo>
                  <a:cubicBezTo>
                    <a:pt x="403" y="608"/>
                    <a:pt x="403" y="608"/>
                    <a:pt x="403" y="608"/>
                  </a:cubicBezTo>
                  <a:cubicBezTo>
                    <a:pt x="400" y="604"/>
                    <a:pt x="400" y="604"/>
                    <a:pt x="400" y="604"/>
                  </a:cubicBezTo>
                  <a:cubicBezTo>
                    <a:pt x="395" y="595"/>
                    <a:pt x="395" y="595"/>
                    <a:pt x="395" y="595"/>
                  </a:cubicBezTo>
                  <a:cubicBezTo>
                    <a:pt x="385" y="577"/>
                    <a:pt x="385" y="577"/>
                    <a:pt x="385" y="577"/>
                  </a:cubicBezTo>
                  <a:cubicBezTo>
                    <a:pt x="364" y="541"/>
                    <a:pt x="364" y="541"/>
                    <a:pt x="364" y="541"/>
                  </a:cubicBezTo>
                  <a:cubicBezTo>
                    <a:pt x="337" y="494"/>
                    <a:pt x="308" y="447"/>
                    <a:pt x="279" y="401"/>
                  </a:cubicBezTo>
                  <a:cubicBezTo>
                    <a:pt x="255" y="362"/>
                    <a:pt x="231" y="324"/>
                    <a:pt x="207" y="287"/>
                  </a:cubicBezTo>
                  <a:cubicBezTo>
                    <a:pt x="183" y="249"/>
                    <a:pt x="160" y="211"/>
                    <a:pt x="136" y="173"/>
                  </a:cubicBezTo>
                  <a:cubicBezTo>
                    <a:pt x="126" y="156"/>
                    <a:pt x="117" y="140"/>
                    <a:pt x="112" y="125"/>
                  </a:cubicBezTo>
                  <a:cubicBezTo>
                    <a:pt x="110" y="118"/>
                    <a:pt x="108" y="110"/>
                    <a:pt x="108" y="103"/>
                  </a:cubicBezTo>
                  <a:cubicBezTo>
                    <a:pt x="108" y="96"/>
                    <a:pt x="108" y="89"/>
                    <a:pt x="110" y="83"/>
                  </a:cubicBezTo>
                  <a:cubicBezTo>
                    <a:pt x="114" y="71"/>
                    <a:pt x="121" y="62"/>
                    <a:pt x="132" y="57"/>
                  </a:cubicBezTo>
                  <a:cubicBezTo>
                    <a:pt x="136" y="56"/>
                    <a:pt x="136" y="56"/>
                    <a:pt x="136" y="56"/>
                  </a:cubicBezTo>
                  <a:cubicBezTo>
                    <a:pt x="141" y="54"/>
                    <a:pt x="141" y="54"/>
                    <a:pt x="141" y="54"/>
                  </a:cubicBezTo>
                  <a:cubicBezTo>
                    <a:pt x="142" y="54"/>
                    <a:pt x="144" y="54"/>
                    <a:pt x="146" y="54"/>
                  </a:cubicBezTo>
                  <a:cubicBezTo>
                    <a:pt x="147" y="54"/>
                    <a:pt x="149" y="53"/>
                    <a:pt x="150" y="53"/>
                  </a:cubicBezTo>
                  <a:cubicBezTo>
                    <a:pt x="156" y="53"/>
                    <a:pt x="163" y="55"/>
                    <a:pt x="169" y="58"/>
                  </a:cubicBezTo>
                  <a:cubicBezTo>
                    <a:pt x="175" y="60"/>
                    <a:pt x="181" y="64"/>
                    <a:pt x="187" y="70"/>
                  </a:cubicBezTo>
                  <a:cubicBezTo>
                    <a:pt x="193" y="75"/>
                    <a:pt x="199" y="82"/>
                    <a:pt x="204" y="89"/>
                  </a:cubicBezTo>
                  <a:cubicBezTo>
                    <a:pt x="215" y="103"/>
                    <a:pt x="225" y="120"/>
                    <a:pt x="237" y="138"/>
                  </a:cubicBezTo>
                  <a:cubicBezTo>
                    <a:pt x="303" y="240"/>
                    <a:pt x="303" y="240"/>
                    <a:pt x="303" y="240"/>
                  </a:cubicBezTo>
                  <a:cubicBezTo>
                    <a:pt x="367" y="343"/>
                    <a:pt x="367" y="343"/>
                    <a:pt x="367" y="343"/>
                  </a:cubicBezTo>
                  <a:cubicBezTo>
                    <a:pt x="390" y="381"/>
                    <a:pt x="414" y="420"/>
                    <a:pt x="440" y="456"/>
                  </a:cubicBezTo>
                  <a:cubicBezTo>
                    <a:pt x="447" y="466"/>
                    <a:pt x="456" y="479"/>
                    <a:pt x="466" y="484"/>
                  </a:cubicBezTo>
                  <a:cubicBezTo>
                    <a:pt x="472" y="487"/>
                    <a:pt x="478" y="490"/>
                    <a:pt x="485" y="492"/>
                  </a:cubicBezTo>
                  <a:cubicBezTo>
                    <a:pt x="490" y="493"/>
                    <a:pt x="495" y="494"/>
                    <a:pt x="498" y="490"/>
                  </a:cubicBezTo>
                  <a:cubicBezTo>
                    <a:pt x="502" y="485"/>
                    <a:pt x="499" y="475"/>
                    <a:pt x="496" y="468"/>
                  </a:cubicBezTo>
                  <a:cubicBezTo>
                    <a:pt x="490" y="450"/>
                    <a:pt x="480" y="433"/>
                    <a:pt x="471" y="416"/>
                  </a:cubicBezTo>
                  <a:cubicBezTo>
                    <a:pt x="445" y="371"/>
                    <a:pt x="419" y="326"/>
                    <a:pt x="392" y="281"/>
                  </a:cubicBezTo>
                  <a:cubicBezTo>
                    <a:pt x="379" y="259"/>
                    <a:pt x="365" y="237"/>
                    <a:pt x="351" y="215"/>
                  </a:cubicBezTo>
                  <a:cubicBezTo>
                    <a:pt x="288" y="117"/>
                    <a:pt x="288" y="117"/>
                    <a:pt x="288" y="117"/>
                  </a:cubicBezTo>
                  <a:cubicBezTo>
                    <a:pt x="277" y="101"/>
                    <a:pt x="267" y="84"/>
                    <a:pt x="255" y="67"/>
                  </a:cubicBezTo>
                  <a:cubicBezTo>
                    <a:pt x="249" y="58"/>
                    <a:pt x="242" y="49"/>
                    <a:pt x="235" y="41"/>
                  </a:cubicBezTo>
                  <a:cubicBezTo>
                    <a:pt x="231" y="37"/>
                    <a:pt x="227" y="33"/>
                    <a:pt x="222" y="29"/>
                  </a:cubicBezTo>
                  <a:cubicBezTo>
                    <a:pt x="218" y="25"/>
                    <a:pt x="213" y="21"/>
                    <a:pt x="207" y="17"/>
                  </a:cubicBezTo>
                  <a:cubicBezTo>
                    <a:pt x="197" y="11"/>
                    <a:pt x="185" y="5"/>
                    <a:pt x="173" y="2"/>
                  </a:cubicBezTo>
                  <a:cubicBezTo>
                    <a:pt x="166" y="1"/>
                    <a:pt x="160" y="0"/>
                    <a:pt x="153" y="0"/>
                  </a:cubicBezTo>
                  <a:cubicBezTo>
                    <a:pt x="150" y="0"/>
                    <a:pt x="146" y="0"/>
                    <a:pt x="143" y="0"/>
                  </a:cubicBezTo>
                  <a:cubicBezTo>
                    <a:pt x="140" y="0"/>
                    <a:pt x="137" y="1"/>
                    <a:pt x="133" y="1"/>
                  </a:cubicBezTo>
                  <a:cubicBezTo>
                    <a:pt x="121" y="3"/>
                    <a:pt x="108" y="8"/>
                    <a:pt x="97" y="15"/>
                  </a:cubicBezTo>
                  <a:cubicBezTo>
                    <a:pt x="86" y="22"/>
                    <a:pt x="76" y="32"/>
                    <a:pt x="69" y="43"/>
                  </a:cubicBezTo>
                  <a:cubicBezTo>
                    <a:pt x="61" y="56"/>
                    <a:pt x="57" y="71"/>
                    <a:pt x="55" y="85"/>
                  </a:cubicBezTo>
                  <a:cubicBezTo>
                    <a:pt x="54" y="92"/>
                    <a:pt x="54" y="99"/>
                    <a:pt x="54" y="106"/>
                  </a:cubicBezTo>
                  <a:cubicBezTo>
                    <a:pt x="55" y="113"/>
                    <a:pt x="56" y="119"/>
                    <a:pt x="57" y="126"/>
                  </a:cubicBezTo>
                  <a:cubicBezTo>
                    <a:pt x="60" y="139"/>
                    <a:pt x="64" y="151"/>
                    <a:pt x="69" y="163"/>
                  </a:cubicBezTo>
                  <a:cubicBezTo>
                    <a:pt x="74" y="174"/>
                    <a:pt x="80" y="185"/>
                    <a:pt x="86" y="194"/>
                  </a:cubicBezTo>
                  <a:cubicBezTo>
                    <a:pt x="121" y="252"/>
                    <a:pt x="121" y="252"/>
                    <a:pt x="121" y="252"/>
                  </a:cubicBezTo>
                  <a:cubicBezTo>
                    <a:pt x="133" y="271"/>
                    <a:pt x="145" y="290"/>
                    <a:pt x="157" y="309"/>
                  </a:cubicBezTo>
                  <a:cubicBezTo>
                    <a:pt x="218" y="407"/>
                    <a:pt x="281" y="504"/>
                    <a:pt x="339" y="603"/>
                  </a:cubicBezTo>
                  <a:cubicBezTo>
                    <a:pt x="349" y="620"/>
                    <a:pt x="349" y="620"/>
                    <a:pt x="349" y="620"/>
                  </a:cubicBezTo>
                  <a:cubicBezTo>
                    <a:pt x="359" y="637"/>
                    <a:pt x="359" y="637"/>
                    <a:pt x="359" y="637"/>
                  </a:cubicBezTo>
                  <a:cubicBezTo>
                    <a:pt x="361" y="641"/>
                    <a:pt x="363" y="646"/>
                    <a:pt x="365" y="652"/>
                  </a:cubicBezTo>
                  <a:cubicBezTo>
                    <a:pt x="365" y="654"/>
                    <a:pt x="366" y="657"/>
                    <a:pt x="366" y="659"/>
                  </a:cubicBezTo>
                  <a:cubicBezTo>
                    <a:pt x="367" y="660"/>
                    <a:pt x="367" y="662"/>
                    <a:pt x="367" y="662"/>
                  </a:cubicBezTo>
                  <a:cubicBezTo>
                    <a:pt x="367" y="663"/>
                    <a:pt x="367" y="664"/>
                    <a:pt x="367" y="664"/>
                  </a:cubicBezTo>
                  <a:cubicBezTo>
                    <a:pt x="367" y="668"/>
                    <a:pt x="367" y="671"/>
                    <a:pt x="365" y="675"/>
                  </a:cubicBezTo>
                  <a:cubicBezTo>
                    <a:pt x="363" y="678"/>
                    <a:pt x="360" y="680"/>
                    <a:pt x="356" y="681"/>
                  </a:cubicBezTo>
                  <a:cubicBezTo>
                    <a:pt x="353" y="682"/>
                    <a:pt x="350" y="681"/>
                    <a:pt x="347" y="681"/>
                  </a:cubicBezTo>
                  <a:cubicBezTo>
                    <a:pt x="345" y="680"/>
                    <a:pt x="345" y="680"/>
                    <a:pt x="345" y="680"/>
                  </a:cubicBezTo>
                  <a:cubicBezTo>
                    <a:pt x="340" y="678"/>
                    <a:pt x="340" y="678"/>
                    <a:pt x="340" y="678"/>
                  </a:cubicBezTo>
                  <a:cubicBezTo>
                    <a:pt x="331" y="676"/>
                    <a:pt x="331" y="676"/>
                    <a:pt x="331" y="676"/>
                  </a:cubicBezTo>
                  <a:cubicBezTo>
                    <a:pt x="300" y="667"/>
                    <a:pt x="270" y="661"/>
                    <a:pt x="239" y="657"/>
                  </a:cubicBezTo>
                  <a:cubicBezTo>
                    <a:pt x="207" y="654"/>
                    <a:pt x="176" y="653"/>
                    <a:pt x="144" y="656"/>
                  </a:cubicBezTo>
                  <a:cubicBezTo>
                    <a:pt x="128" y="657"/>
                    <a:pt x="112" y="660"/>
                    <a:pt x="97" y="665"/>
                  </a:cubicBezTo>
                  <a:cubicBezTo>
                    <a:pt x="81" y="669"/>
                    <a:pt x="66" y="675"/>
                    <a:pt x="52" y="684"/>
                  </a:cubicBezTo>
                  <a:cubicBezTo>
                    <a:pt x="38" y="693"/>
                    <a:pt x="25" y="705"/>
                    <a:pt x="16" y="719"/>
                  </a:cubicBezTo>
                  <a:cubicBezTo>
                    <a:pt x="11" y="726"/>
                    <a:pt x="8" y="733"/>
                    <a:pt x="5" y="741"/>
                  </a:cubicBezTo>
                  <a:cubicBezTo>
                    <a:pt x="4" y="745"/>
                    <a:pt x="2" y="749"/>
                    <a:pt x="2" y="753"/>
                  </a:cubicBezTo>
                  <a:cubicBezTo>
                    <a:pt x="1" y="757"/>
                    <a:pt x="0" y="762"/>
                    <a:pt x="0" y="766"/>
                  </a:cubicBezTo>
                  <a:cubicBezTo>
                    <a:pt x="0" y="783"/>
                    <a:pt x="5" y="800"/>
                    <a:pt x="17" y="812"/>
                  </a:cubicBezTo>
                  <a:cubicBezTo>
                    <a:pt x="28" y="825"/>
                    <a:pt x="43" y="833"/>
                    <a:pt x="58" y="838"/>
                  </a:cubicBezTo>
                  <a:cubicBezTo>
                    <a:pt x="73" y="843"/>
                    <a:pt x="88" y="846"/>
                    <a:pt x="103" y="850"/>
                  </a:cubicBezTo>
                  <a:cubicBezTo>
                    <a:pt x="118" y="854"/>
                    <a:pt x="133" y="858"/>
                    <a:pt x="148" y="861"/>
                  </a:cubicBezTo>
                  <a:cubicBezTo>
                    <a:pt x="208" y="877"/>
                    <a:pt x="268" y="889"/>
                    <a:pt x="327" y="906"/>
                  </a:cubicBezTo>
                  <a:cubicBezTo>
                    <a:pt x="342" y="911"/>
                    <a:pt x="357" y="915"/>
                    <a:pt x="371" y="920"/>
                  </a:cubicBezTo>
                  <a:cubicBezTo>
                    <a:pt x="386" y="926"/>
                    <a:pt x="401" y="931"/>
                    <a:pt x="415" y="937"/>
                  </a:cubicBezTo>
                  <a:cubicBezTo>
                    <a:pt x="430" y="942"/>
                    <a:pt x="444" y="948"/>
                    <a:pt x="459" y="954"/>
                  </a:cubicBezTo>
                  <a:cubicBezTo>
                    <a:pt x="466" y="956"/>
                    <a:pt x="474" y="959"/>
                    <a:pt x="481" y="961"/>
                  </a:cubicBezTo>
                  <a:cubicBezTo>
                    <a:pt x="489" y="964"/>
                    <a:pt x="496" y="966"/>
                    <a:pt x="504" y="967"/>
                  </a:cubicBezTo>
                  <a:cubicBezTo>
                    <a:pt x="535" y="975"/>
                    <a:pt x="565" y="978"/>
                    <a:pt x="596" y="985"/>
                  </a:cubicBezTo>
                  <a:cubicBezTo>
                    <a:pt x="626" y="992"/>
                    <a:pt x="655" y="1004"/>
                    <a:pt x="681" y="1020"/>
                  </a:cubicBezTo>
                  <a:cubicBezTo>
                    <a:pt x="707" y="1036"/>
                    <a:pt x="731" y="1057"/>
                    <a:pt x="752" y="1079"/>
                  </a:cubicBezTo>
                  <a:cubicBezTo>
                    <a:pt x="774" y="1102"/>
                    <a:pt x="792" y="1127"/>
                    <a:pt x="810" y="1153"/>
                  </a:cubicBezTo>
                  <a:cubicBezTo>
                    <a:pt x="819" y="1165"/>
                    <a:pt x="827" y="1177"/>
                    <a:pt x="835" y="1190"/>
                  </a:cubicBezTo>
                  <a:cubicBezTo>
                    <a:pt x="842" y="1201"/>
                    <a:pt x="842" y="1201"/>
                    <a:pt x="842" y="1201"/>
                  </a:cubicBezTo>
                  <a:cubicBezTo>
                    <a:pt x="843" y="1203"/>
                    <a:pt x="845" y="1208"/>
                    <a:pt x="847" y="1210"/>
                  </a:cubicBezTo>
                  <a:cubicBezTo>
                    <a:pt x="849" y="1211"/>
                    <a:pt x="851" y="1212"/>
                    <a:pt x="853" y="1211"/>
                  </a:cubicBezTo>
                  <a:cubicBezTo>
                    <a:pt x="857" y="1211"/>
                    <a:pt x="858" y="1205"/>
                    <a:pt x="855" y="1199"/>
                  </a:cubicBezTo>
                  <a:cubicBezTo>
                    <a:pt x="827" y="1150"/>
                    <a:pt x="797" y="1100"/>
                    <a:pt x="756" y="10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ja-JP" altLang="en-US"/>
            </a:p>
          </p:txBody>
        </p:sp>
        <p:sp>
          <p:nvSpPr>
            <p:cNvPr id="18" name="Freeform 83">
              <a:extLst>
                <a:ext uri="{FF2B5EF4-FFF2-40B4-BE49-F238E27FC236}">
                  <a16:creationId xmlns:a16="http://schemas.microsoft.com/office/drawing/2014/main" id="{9D21F9D9-FE98-C530-88AB-9316BFA2CC38}"/>
                </a:ext>
              </a:extLst>
            </p:cNvPr>
            <p:cNvSpPr>
              <a:spLocks/>
            </p:cNvSpPr>
            <p:nvPr/>
          </p:nvSpPr>
          <p:spPr bwMode="auto">
            <a:xfrm>
              <a:off x="258996" y="462807"/>
              <a:ext cx="1077" cy="1416"/>
            </a:xfrm>
            <a:custGeom>
              <a:avLst/>
              <a:gdLst>
                <a:gd name="T0" fmla="*/ 878 w 884"/>
                <a:gd name="T1" fmla="*/ 892 h 1161"/>
                <a:gd name="T2" fmla="*/ 864 w 884"/>
                <a:gd name="T3" fmla="*/ 871 h 1161"/>
                <a:gd name="T4" fmla="*/ 822 w 884"/>
                <a:gd name="T5" fmla="*/ 784 h 1161"/>
                <a:gd name="T6" fmla="*/ 820 w 884"/>
                <a:gd name="T7" fmla="*/ 765 h 1161"/>
                <a:gd name="T8" fmla="*/ 823 w 884"/>
                <a:gd name="T9" fmla="*/ 748 h 1161"/>
                <a:gd name="T10" fmla="*/ 849 w 884"/>
                <a:gd name="T11" fmla="*/ 604 h 1161"/>
                <a:gd name="T12" fmla="*/ 800 w 884"/>
                <a:gd name="T13" fmla="*/ 461 h 1161"/>
                <a:gd name="T14" fmla="*/ 691 w 884"/>
                <a:gd name="T15" fmla="*/ 286 h 1161"/>
                <a:gd name="T16" fmla="*/ 552 w 884"/>
                <a:gd name="T17" fmla="*/ 70 h 1161"/>
                <a:gd name="T18" fmla="*/ 458 w 884"/>
                <a:gd name="T19" fmla="*/ 56 h 1161"/>
                <a:gd name="T20" fmla="*/ 409 w 884"/>
                <a:gd name="T21" fmla="*/ 113 h 1161"/>
                <a:gd name="T22" fmla="*/ 367 w 884"/>
                <a:gd name="T23" fmla="*/ 53 h 1161"/>
                <a:gd name="T24" fmla="*/ 321 w 884"/>
                <a:gd name="T25" fmla="*/ 12 h 1161"/>
                <a:gd name="T26" fmla="*/ 270 w 884"/>
                <a:gd name="T27" fmla="*/ 0 h 1161"/>
                <a:gd name="T28" fmla="*/ 226 w 884"/>
                <a:gd name="T29" fmla="*/ 15 h 1161"/>
                <a:gd name="T30" fmla="*/ 190 w 884"/>
                <a:gd name="T31" fmla="*/ 66 h 1161"/>
                <a:gd name="T32" fmla="*/ 138 w 884"/>
                <a:gd name="T33" fmla="*/ 41 h 1161"/>
                <a:gd name="T34" fmla="*/ 69 w 884"/>
                <a:gd name="T35" fmla="*/ 30 h 1161"/>
                <a:gd name="T36" fmla="*/ 2 w 884"/>
                <a:gd name="T37" fmla="*/ 101 h 1161"/>
                <a:gd name="T38" fmla="*/ 0 w 884"/>
                <a:gd name="T39" fmla="*/ 114 h 1161"/>
                <a:gd name="T40" fmla="*/ 23 w 884"/>
                <a:gd name="T41" fmla="*/ 92 h 1161"/>
                <a:gd name="T42" fmla="*/ 61 w 884"/>
                <a:gd name="T43" fmla="*/ 62 h 1161"/>
                <a:gd name="T44" fmla="*/ 114 w 884"/>
                <a:gd name="T45" fmla="*/ 67 h 1161"/>
                <a:gd name="T46" fmla="*/ 149 w 884"/>
                <a:gd name="T47" fmla="*/ 118 h 1161"/>
                <a:gd name="T48" fmla="*/ 236 w 884"/>
                <a:gd name="T49" fmla="*/ 247 h 1161"/>
                <a:gd name="T50" fmla="*/ 294 w 884"/>
                <a:gd name="T51" fmla="*/ 317 h 1161"/>
                <a:gd name="T52" fmla="*/ 327 w 884"/>
                <a:gd name="T53" fmla="*/ 309 h 1161"/>
                <a:gd name="T54" fmla="*/ 319 w 884"/>
                <a:gd name="T55" fmla="*/ 265 h 1161"/>
                <a:gd name="T56" fmla="*/ 283 w 884"/>
                <a:gd name="T57" fmla="*/ 221 h 1161"/>
                <a:gd name="T58" fmla="*/ 207 w 884"/>
                <a:gd name="T59" fmla="*/ 113 h 1161"/>
                <a:gd name="T60" fmla="*/ 206 w 884"/>
                <a:gd name="T61" fmla="*/ 84 h 1161"/>
                <a:gd name="T62" fmla="*/ 222 w 884"/>
                <a:gd name="T63" fmla="*/ 52 h 1161"/>
                <a:gd name="T64" fmla="*/ 240 w 884"/>
                <a:gd name="T65" fmla="*/ 40 h 1161"/>
                <a:gd name="T66" fmla="*/ 268 w 884"/>
                <a:gd name="T67" fmla="*/ 32 h 1161"/>
                <a:gd name="T68" fmla="*/ 272 w 884"/>
                <a:gd name="T69" fmla="*/ 33 h 1161"/>
                <a:gd name="T70" fmla="*/ 298 w 884"/>
                <a:gd name="T71" fmla="*/ 43 h 1161"/>
                <a:gd name="T72" fmla="*/ 305 w 884"/>
                <a:gd name="T73" fmla="*/ 50 h 1161"/>
                <a:gd name="T74" fmla="*/ 335 w 884"/>
                <a:gd name="T75" fmla="*/ 96 h 1161"/>
                <a:gd name="T76" fmla="*/ 388 w 884"/>
                <a:gd name="T77" fmla="*/ 181 h 1161"/>
                <a:gd name="T78" fmla="*/ 458 w 884"/>
                <a:gd name="T79" fmla="*/ 274 h 1161"/>
                <a:gd name="T80" fmla="*/ 498 w 884"/>
                <a:gd name="T81" fmla="*/ 292 h 1161"/>
                <a:gd name="T82" fmla="*/ 514 w 884"/>
                <a:gd name="T83" fmla="*/ 266 h 1161"/>
                <a:gd name="T84" fmla="*/ 477 w 884"/>
                <a:gd name="T85" fmla="*/ 211 h 1161"/>
                <a:gd name="T86" fmla="*/ 422 w 884"/>
                <a:gd name="T87" fmla="*/ 133 h 1161"/>
                <a:gd name="T88" fmla="*/ 455 w 884"/>
                <a:gd name="T89" fmla="*/ 78 h 1161"/>
                <a:gd name="T90" fmla="*/ 505 w 884"/>
                <a:gd name="T91" fmla="*/ 65 h 1161"/>
                <a:gd name="T92" fmla="*/ 581 w 884"/>
                <a:gd name="T93" fmla="*/ 161 h 1161"/>
                <a:gd name="T94" fmla="*/ 700 w 884"/>
                <a:gd name="T95" fmla="*/ 370 h 1161"/>
                <a:gd name="T96" fmla="*/ 796 w 884"/>
                <a:gd name="T97" fmla="*/ 573 h 1161"/>
                <a:gd name="T98" fmla="*/ 773 w 884"/>
                <a:gd name="T99" fmla="*/ 723 h 1161"/>
                <a:gd name="T100" fmla="*/ 767 w 884"/>
                <a:gd name="T101" fmla="*/ 752 h 1161"/>
                <a:gd name="T102" fmla="*/ 803 w 884"/>
                <a:gd name="T103" fmla="*/ 878 h 1161"/>
                <a:gd name="T104" fmla="*/ 821 w 884"/>
                <a:gd name="T105" fmla="*/ 904 h 1161"/>
                <a:gd name="T106" fmla="*/ 822 w 884"/>
                <a:gd name="T107" fmla="*/ 905 h 1161"/>
                <a:gd name="T108" fmla="*/ 802 w 884"/>
                <a:gd name="T109" fmla="*/ 925 h 1161"/>
                <a:gd name="T110" fmla="*/ 592 w 884"/>
                <a:gd name="T111" fmla="*/ 1070 h 1161"/>
                <a:gd name="T112" fmla="*/ 516 w 884"/>
                <a:gd name="T113" fmla="*/ 1145 h 1161"/>
                <a:gd name="T114" fmla="*/ 564 w 884"/>
                <a:gd name="T115" fmla="*/ 1148 h 1161"/>
                <a:gd name="T116" fmla="*/ 728 w 884"/>
                <a:gd name="T117" fmla="*/ 1044 h 1161"/>
                <a:gd name="T118" fmla="*/ 844 w 884"/>
                <a:gd name="T119" fmla="*/ 960 h 1161"/>
                <a:gd name="T120" fmla="*/ 883 w 884"/>
                <a:gd name="T121" fmla="*/ 918 h 1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884" h="1161">
                  <a:moveTo>
                    <a:pt x="882" y="901"/>
                  </a:moveTo>
                  <a:cubicBezTo>
                    <a:pt x="881" y="899"/>
                    <a:pt x="881" y="898"/>
                    <a:pt x="880" y="896"/>
                  </a:cubicBezTo>
                  <a:cubicBezTo>
                    <a:pt x="878" y="892"/>
                    <a:pt x="878" y="892"/>
                    <a:pt x="878" y="892"/>
                  </a:cubicBezTo>
                  <a:cubicBezTo>
                    <a:pt x="873" y="884"/>
                    <a:pt x="873" y="884"/>
                    <a:pt x="873" y="884"/>
                  </a:cubicBezTo>
                  <a:cubicBezTo>
                    <a:pt x="871" y="881"/>
                    <a:pt x="869" y="879"/>
                    <a:pt x="867" y="876"/>
                  </a:cubicBezTo>
                  <a:cubicBezTo>
                    <a:pt x="864" y="871"/>
                    <a:pt x="864" y="871"/>
                    <a:pt x="864" y="871"/>
                  </a:cubicBezTo>
                  <a:cubicBezTo>
                    <a:pt x="857" y="861"/>
                    <a:pt x="857" y="861"/>
                    <a:pt x="857" y="861"/>
                  </a:cubicBezTo>
                  <a:cubicBezTo>
                    <a:pt x="849" y="848"/>
                    <a:pt x="841" y="836"/>
                    <a:pt x="835" y="823"/>
                  </a:cubicBezTo>
                  <a:cubicBezTo>
                    <a:pt x="829" y="810"/>
                    <a:pt x="824" y="797"/>
                    <a:pt x="822" y="784"/>
                  </a:cubicBezTo>
                  <a:cubicBezTo>
                    <a:pt x="821" y="782"/>
                    <a:pt x="821" y="781"/>
                    <a:pt x="821" y="779"/>
                  </a:cubicBezTo>
                  <a:cubicBezTo>
                    <a:pt x="821" y="774"/>
                    <a:pt x="821" y="774"/>
                    <a:pt x="821" y="774"/>
                  </a:cubicBezTo>
                  <a:cubicBezTo>
                    <a:pt x="820" y="771"/>
                    <a:pt x="821" y="768"/>
                    <a:pt x="820" y="765"/>
                  </a:cubicBezTo>
                  <a:cubicBezTo>
                    <a:pt x="821" y="761"/>
                    <a:pt x="821" y="758"/>
                    <a:pt x="821" y="755"/>
                  </a:cubicBezTo>
                  <a:cubicBezTo>
                    <a:pt x="823" y="751"/>
                    <a:pt x="823" y="751"/>
                    <a:pt x="823" y="751"/>
                  </a:cubicBezTo>
                  <a:cubicBezTo>
                    <a:pt x="823" y="748"/>
                    <a:pt x="823" y="748"/>
                    <a:pt x="823" y="748"/>
                  </a:cubicBezTo>
                  <a:cubicBezTo>
                    <a:pt x="823" y="747"/>
                    <a:pt x="823" y="747"/>
                    <a:pt x="824" y="746"/>
                  </a:cubicBezTo>
                  <a:cubicBezTo>
                    <a:pt x="833" y="715"/>
                    <a:pt x="841" y="683"/>
                    <a:pt x="845" y="650"/>
                  </a:cubicBezTo>
                  <a:cubicBezTo>
                    <a:pt x="847" y="635"/>
                    <a:pt x="849" y="619"/>
                    <a:pt x="849" y="604"/>
                  </a:cubicBezTo>
                  <a:cubicBezTo>
                    <a:pt x="849" y="588"/>
                    <a:pt x="846" y="572"/>
                    <a:pt x="842" y="557"/>
                  </a:cubicBezTo>
                  <a:cubicBezTo>
                    <a:pt x="838" y="539"/>
                    <a:pt x="832" y="522"/>
                    <a:pt x="824" y="506"/>
                  </a:cubicBezTo>
                  <a:cubicBezTo>
                    <a:pt x="817" y="490"/>
                    <a:pt x="809" y="475"/>
                    <a:pt x="800" y="461"/>
                  </a:cubicBezTo>
                  <a:cubicBezTo>
                    <a:pt x="790" y="446"/>
                    <a:pt x="781" y="432"/>
                    <a:pt x="771" y="417"/>
                  </a:cubicBezTo>
                  <a:cubicBezTo>
                    <a:pt x="761" y="403"/>
                    <a:pt x="752" y="389"/>
                    <a:pt x="742" y="374"/>
                  </a:cubicBezTo>
                  <a:cubicBezTo>
                    <a:pt x="724" y="346"/>
                    <a:pt x="708" y="316"/>
                    <a:pt x="691" y="286"/>
                  </a:cubicBezTo>
                  <a:cubicBezTo>
                    <a:pt x="674" y="257"/>
                    <a:pt x="655" y="229"/>
                    <a:pt x="637" y="200"/>
                  </a:cubicBezTo>
                  <a:cubicBezTo>
                    <a:pt x="619" y="171"/>
                    <a:pt x="601" y="141"/>
                    <a:pt x="583" y="112"/>
                  </a:cubicBezTo>
                  <a:cubicBezTo>
                    <a:pt x="574" y="97"/>
                    <a:pt x="564" y="83"/>
                    <a:pt x="552" y="70"/>
                  </a:cubicBezTo>
                  <a:cubicBezTo>
                    <a:pt x="546" y="64"/>
                    <a:pt x="539" y="59"/>
                    <a:pt x="531" y="54"/>
                  </a:cubicBezTo>
                  <a:cubicBezTo>
                    <a:pt x="524" y="50"/>
                    <a:pt x="516" y="47"/>
                    <a:pt x="507" y="45"/>
                  </a:cubicBezTo>
                  <a:cubicBezTo>
                    <a:pt x="490" y="43"/>
                    <a:pt x="472" y="47"/>
                    <a:pt x="458" y="56"/>
                  </a:cubicBezTo>
                  <a:cubicBezTo>
                    <a:pt x="443" y="64"/>
                    <a:pt x="432" y="77"/>
                    <a:pt x="423" y="91"/>
                  </a:cubicBezTo>
                  <a:cubicBezTo>
                    <a:pt x="418" y="97"/>
                    <a:pt x="414" y="104"/>
                    <a:pt x="410" y="111"/>
                  </a:cubicBezTo>
                  <a:cubicBezTo>
                    <a:pt x="409" y="113"/>
                    <a:pt x="409" y="113"/>
                    <a:pt x="409" y="113"/>
                  </a:cubicBezTo>
                  <a:cubicBezTo>
                    <a:pt x="385" y="78"/>
                    <a:pt x="385" y="78"/>
                    <a:pt x="385" y="78"/>
                  </a:cubicBezTo>
                  <a:cubicBezTo>
                    <a:pt x="377" y="65"/>
                    <a:pt x="377" y="65"/>
                    <a:pt x="377" y="65"/>
                  </a:cubicBezTo>
                  <a:cubicBezTo>
                    <a:pt x="374" y="61"/>
                    <a:pt x="370" y="57"/>
                    <a:pt x="367" y="53"/>
                  </a:cubicBezTo>
                  <a:cubicBezTo>
                    <a:pt x="359" y="44"/>
                    <a:pt x="351" y="34"/>
                    <a:pt x="342" y="26"/>
                  </a:cubicBezTo>
                  <a:cubicBezTo>
                    <a:pt x="337" y="21"/>
                    <a:pt x="331" y="18"/>
                    <a:pt x="326" y="14"/>
                  </a:cubicBezTo>
                  <a:cubicBezTo>
                    <a:pt x="321" y="12"/>
                    <a:pt x="321" y="12"/>
                    <a:pt x="321" y="12"/>
                  </a:cubicBezTo>
                  <a:cubicBezTo>
                    <a:pt x="320" y="11"/>
                    <a:pt x="318" y="10"/>
                    <a:pt x="317" y="10"/>
                  </a:cubicBezTo>
                  <a:cubicBezTo>
                    <a:pt x="313" y="9"/>
                    <a:pt x="310" y="7"/>
                    <a:pt x="307" y="7"/>
                  </a:cubicBezTo>
                  <a:cubicBezTo>
                    <a:pt x="295" y="3"/>
                    <a:pt x="283" y="0"/>
                    <a:pt x="270" y="0"/>
                  </a:cubicBezTo>
                  <a:cubicBezTo>
                    <a:pt x="263" y="0"/>
                    <a:pt x="257" y="2"/>
                    <a:pt x="252" y="4"/>
                  </a:cubicBezTo>
                  <a:cubicBezTo>
                    <a:pt x="246" y="6"/>
                    <a:pt x="240" y="8"/>
                    <a:pt x="235" y="11"/>
                  </a:cubicBezTo>
                  <a:cubicBezTo>
                    <a:pt x="232" y="12"/>
                    <a:pt x="229" y="14"/>
                    <a:pt x="226" y="15"/>
                  </a:cubicBezTo>
                  <a:cubicBezTo>
                    <a:pt x="224" y="17"/>
                    <a:pt x="221" y="19"/>
                    <a:pt x="219" y="20"/>
                  </a:cubicBezTo>
                  <a:cubicBezTo>
                    <a:pt x="214" y="24"/>
                    <a:pt x="209" y="28"/>
                    <a:pt x="205" y="33"/>
                  </a:cubicBezTo>
                  <a:cubicBezTo>
                    <a:pt x="196" y="42"/>
                    <a:pt x="191" y="54"/>
                    <a:pt x="190" y="66"/>
                  </a:cubicBezTo>
                  <a:cubicBezTo>
                    <a:pt x="189" y="74"/>
                    <a:pt x="188" y="82"/>
                    <a:pt x="189" y="90"/>
                  </a:cubicBezTo>
                  <a:cubicBezTo>
                    <a:pt x="181" y="81"/>
                    <a:pt x="175" y="72"/>
                    <a:pt x="167" y="64"/>
                  </a:cubicBezTo>
                  <a:cubicBezTo>
                    <a:pt x="159" y="55"/>
                    <a:pt x="149" y="47"/>
                    <a:pt x="138" y="41"/>
                  </a:cubicBezTo>
                  <a:cubicBezTo>
                    <a:pt x="127" y="36"/>
                    <a:pt x="117" y="30"/>
                    <a:pt x="105" y="27"/>
                  </a:cubicBezTo>
                  <a:cubicBezTo>
                    <a:pt x="99" y="26"/>
                    <a:pt x="93" y="26"/>
                    <a:pt x="87" y="26"/>
                  </a:cubicBezTo>
                  <a:cubicBezTo>
                    <a:pt x="81" y="27"/>
                    <a:pt x="75" y="28"/>
                    <a:pt x="69" y="30"/>
                  </a:cubicBezTo>
                  <a:cubicBezTo>
                    <a:pt x="58" y="32"/>
                    <a:pt x="47" y="38"/>
                    <a:pt x="37" y="45"/>
                  </a:cubicBezTo>
                  <a:cubicBezTo>
                    <a:pt x="28" y="52"/>
                    <a:pt x="20" y="60"/>
                    <a:pt x="14" y="70"/>
                  </a:cubicBezTo>
                  <a:cubicBezTo>
                    <a:pt x="8" y="80"/>
                    <a:pt x="4" y="90"/>
                    <a:pt x="2" y="101"/>
                  </a:cubicBezTo>
                  <a:cubicBezTo>
                    <a:pt x="2" y="104"/>
                    <a:pt x="1" y="107"/>
                    <a:pt x="1" y="109"/>
                  </a:cubicBezTo>
                  <a:cubicBezTo>
                    <a:pt x="1" y="112"/>
                    <a:pt x="1" y="112"/>
                    <a:pt x="1" y="112"/>
                  </a:cubicBezTo>
                  <a:cubicBezTo>
                    <a:pt x="1" y="112"/>
                    <a:pt x="0" y="113"/>
                    <a:pt x="0" y="114"/>
                  </a:cubicBezTo>
                  <a:cubicBezTo>
                    <a:pt x="1" y="114"/>
                    <a:pt x="2" y="115"/>
                    <a:pt x="4" y="116"/>
                  </a:cubicBezTo>
                  <a:cubicBezTo>
                    <a:pt x="8" y="117"/>
                    <a:pt x="11" y="118"/>
                    <a:pt x="12" y="117"/>
                  </a:cubicBezTo>
                  <a:cubicBezTo>
                    <a:pt x="15" y="108"/>
                    <a:pt x="18" y="100"/>
                    <a:pt x="23" y="92"/>
                  </a:cubicBezTo>
                  <a:cubicBezTo>
                    <a:pt x="27" y="85"/>
                    <a:pt x="33" y="78"/>
                    <a:pt x="40" y="73"/>
                  </a:cubicBezTo>
                  <a:cubicBezTo>
                    <a:pt x="43" y="71"/>
                    <a:pt x="47" y="69"/>
                    <a:pt x="51" y="67"/>
                  </a:cubicBezTo>
                  <a:cubicBezTo>
                    <a:pt x="54" y="65"/>
                    <a:pt x="58" y="63"/>
                    <a:pt x="61" y="62"/>
                  </a:cubicBezTo>
                  <a:cubicBezTo>
                    <a:pt x="68" y="59"/>
                    <a:pt x="75" y="57"/>
                    <a:pt x="83" y="57"/>
                  </a:cubicBezTo>
                  <a:cubicBezTo>
                    <a:pt x="91" y="57"/>
                    <a:pt x="98" y="59"/>
                    <a:pt x="105" y="62"/>
                  </a:cubicBezTo>
                  <a:cubicBezTo>
                    <a:pt x="109" y="63"/>
                    <a:pt x="112" y="65"/>
                    <a:pt x="114" y="67"/>
                  </a:cubicBezTo>
                  <a:cubicBezTo>
                    <a:pt x="117" y="69"/>
                    <a:pt x="120" y="73"/>
                    <a:pt x="123" y="76"/>
                  </a:cubicBezTo>
                  <a:cubicBezTo>
                    <a:pt x="126" y="81"/>
                    <a:pt x="131" y="87"/>
                    <a:pt x="135" y="93"/>
                  </a:cubicBezTo>
                  <a:cubicBezTo>
                    <a:pt x="139" y="100"/>
                    <a:pt x="144" y="109"/>
                    <a:pt x="149" y="118"/>
                  </a:cubicBezTo>
                  <a:cubicBezTo>
                    <a:pt x="159" y="137"/>
                    <a:pt x="170" y="154"/>
                    <a:pt x="181" y="172"/>
                  </a:cubicBezTo>
                  <a:cubicBezTo>
                    <a:pt x="190" y="186"/>
                    <a:pt x="199" y="199"/>
                    <a:pt x="209" y="212"/>
                  </a:cubicBezTo>
                  <a:cubicBezTo>
                    <a:pt x="218" y="224"/>
                    <a:pt x="227" y="236"/>
                    <a:pt x="236" y="247"/>
                  </a:cubicBezTo>
                  <a:cubicBezTo>
                    <a:pt x="245" y="259"/>
                    <a:pt x="254" y="271"/>
                    <a:pt x="263" y="282"/>
                  </a:cubicBezTo>
                  <a:cubicBezTo>
                    <a:pt x="277" y="299"/>
                    <a:pt x="277" y="299"/>
                    <a:pt x="277" y="299"/>
                  </a:cubicBezTo>
                  <a:cubicBezTo>
                    <a:pt x="282" y="306"/>
                    <a:pt x="286" y="313"/>
                    <a:pt x="294" y="317"/>
                  </a:cubicBezTo>
                  <a:cubicBezTo>
                    <a:pt x="296" y="319"/>
                    <a:pt x="298" y="321"/>
                    <a:pt x="304" y="319"/>
                  </a:cubicBezTo>
                  <a:cubicBezTo>
                    <a:pt x="308" y="318"/>
                    <a:pt x="312" y="317"/>
                    <a:pt x="316" y="315"/>
                  </a:cubicBezTo>
                  <a:cubicBezTo>
                    <a:pt x="320" y="314"/>
                    <a:pt x="324" y="312"/>
                    <a:pt x="327" y="309"/>
                  </a:cubicBezTo>
                  <a:cubicBezTo>
                    <a:pt x="332" y="306"/>
                    <a:pt x="333" y="303"/>
                    <a:pt x="334" y="301"/>
                  </a:cubicBezTo>
                  <a:cubicBezTo>
                    <a:pt x="335" y="296"/>
                    <a:pt x="334" y="293"/>
                    <a:pt x="332" y="290"/>
                  </a:cubicBezTo>
                  <a:cubicBezTo>
                    <a:pt x="328" y="282"/>
                    <a:pt x="324" y="273"/>
                    <a:pt x="319" y="265"/>
                  </a:cubicBezTo>
                  <a:cubicBezTo>
                    <a:pt x="316" y="261"/>
                    <a:pt x="313" y="258"/>
                    <a:pt x="310" y="254"/>
                  </a:cubicBezTo>
                  <a:cubicBezTo>
                    <a:pt x="296" y="238"/>
                    <a:pt x="296" y="238"/>
                    <a:pt x="296" y="238"/>
                  </a:cubicBezTo>
                  <a:cubicBezTo>
                    <a:pt x="283" y="221"/>
                    <a:pt x="283" y="221"/>
                    <a:pt x="283" y="221"/>
                  </a:cubicBezTo>
                  <a:cubicBezTo>
                    <a:pt x="270" y="204"/>
                    <a:pt x="270" y="204"/>
                    <a:pt x="270" y="204"/>
                  </a:cubicBezTo>
                  <a:cubicBezTo>
                    <a:pt x="260" y="192"/>
                    <a:pt x="251" y="178"/>
                    <a:pt x="242" y="165"/>
                  </a:cubicBezTo>
                  <a:cubicBezTo>
                    <a:pt x="207" y="113"/>
                    <a:pt x="207" y="113"/>
                    <a:pt x="207" y="113"/>
                  </a:cubicBezTo>
                  <a:cubicBezTo>
                    <a:pt x="205" y="111"/>
                    <a:pt x="205" y="111"/>
                    <a:pt x="205" y="111"/>
                  </a:cubicBezTo>
                  <a:cubicBezTo>
                    <a:pt x="206" y="111"/>
                    <a:pt x="206" y="111"/>
                    <a:pt x="206" y="110"/>
                  </a:cubicBezTo>
                  <a:cubicBezTo>
                    <a:pt x="205" y="103"/>
                    <a:pt x="205" y="93"/>
                    <a:pt x="206" y="84"/>
                  </a:cubicBezTo>
                  <a:cubicBezTo>
                    <a:pt x="207" y="79"/>
                    <a:pt x="207" y="74"/>
                    <a:pt x="209" y="70"/>
                  </a:cubicBezTo>
                  <a:cubicBezTo>
                    <a:pt x="210" y="66"/>
                    <a:pt x="212" y="62"/>
                    <a:pt x="214" y="59"/>
                  </a:cubicBezTo>
                  <a:cubicBezTo>
                    <a:pt x="217" y="56"/>
                    <a:pt x="220" y="54"/>
                    <a:pt x="222" y="52"/>
                  </a:cubicBezTo>
                  <a:cubicBezTo>
                    <a:pt x="225" y="49"/>
                    <a:pt x="228" y="47"/>
                    <a:pt x="232" y="45"/>
                  </a:cubicBezTo>
                  <a:cubicBezTo>
                    <a:pt x="233" y="43"/>
                    <a:pt x="235" y="42"/>
                    <a:pt x="237" y="41"/>
                  </a:cubicBezTo>
                  <a:cubicBezTo>
                    <a:pt x="240" y="40"/>
                    <a:pt x="240" y="40"/>
                    <a:pt x="240" y="40"/>
                  </a:cubicBezTo>
                  <a:cubicBezTo>
                    <a:pt x="242" y="39"/>
                    <a:pt x="242" y="39"/>
                    <a:pt x="242" y="39"/>
                  </a:cubicBezTo>
                  <a:cubicBezTo>
                    <a:pt x="246" y="37"/>
                    <a:pt x="250" y="36"/>
                    <a:pt x="255" y="35"/>
                  </a:cubicBezTo>
                  <a:cubicBezTo>
                    <a:pt x="259" y="34"/>
                    <a:pt x="264" y="33"/>
                    <a:pt x="268" y="32"/>
                  </a:cubicBezTo>
                  <a:cubicBezTo>
                    <a:pt x="269" y="32"/>
                    <a:pt x="270" y="32"/>
                    <a:pt x="270" y="32"/>
                  </a:cubicBezTo>
                  <a:cubicBezTo>
                    <a:pt x="270" y="32"/>
                    <a:pt x="270" y="32"/>
                    <a:pt x="271" y="32"/>
                  </a:cubicBezTo>
                  <a:cubicBezTo>
                    <a:pt x="272" y="33"/>
                    <a:pt x="272" y="33"/>
                    <a:pt x="272" y="33"/>
                  </a:cubicBezTo>
                  <a:cubicBezTo>
                    <a:pt x="275" y="33"/>
                    <a:pt x="277" y="33"/>
                    <a:pt x="279" y="33"/>
                  </a:cubicBezTo>
                  <a:cubicBezTo>
                    <a:pt x="283" y="34"/>
                    <a:pt x="287" y="35"/>
                    <a:pt x="290" y="37"/>
                  </a:cubicBezTo>
                  <a:cubicBezTo>
                    <a:pt x="293" y="38"/>
                    <a:pt x="297" y="41"/>
                    <a:pt x="298" y="43"/>
                  </a:cubicBezTo>
                  <a:cubicBezTo>
                    <a:pt x="299" y="44"/>
                    <a:pt x="300" y="44"/>
                    <a:pt x="300" y="45"/>
                  </a:cubicBezTo>
                  <a:cubicBezTo>
                    <a:pt x="301" y="45"/>
                    <a:pt x="301" y="46"/>
                    <a:pt x="302" y="46"/>
                  </a:cubicBezTo>
                  <a:cubicBezTo>
                    <a:pt x="303" y="48"/>
                    <a:pt x="304" y="49"/>
                    <a:pt x="305" y="50"/>
                  </a:cubicBezTo>
                  <a:cubicBezTo>
                    <a:pt x="308" y="53"/>
                    <a:pt x="310" y="56"/>
                    <a:pt x="313" y="59"/>
                  </a:cubicBezTo>
                  <a:cubicBezTo>
                    <a:pt x="317" y="65"/>
                    <a:pt x="322" y="72"/>
                    <a:pt x="327" y="81"/>
                  </a:cubicBezTo>
                  <a:cubicBezTo>
                    <a:pt x="329" y="86"/>
                    <a:pt x="332" y="91"/>
                    <a:pt x="335" y="96"/>
                  </a:cubicBezTo>
                  <a:cubicBezTo>
                    <a:pt x="337" y="100"/>
                    <a:pt x="340" y="105"/>
                    <a:pt x="343" y="110"/>
                  </a:cubicBezTo>
                  <a:cubicBezTo>
                    <a:pt x="348" y="120"/>
                    <a:pt x="354" y="129"/>
                    <a:pt x="360" y="138"/>
                  </a:cubicBezTo>
                  <a:cubicBezTo>
                    <a:pt x="369" y="153"/>
                    <a:pt x="378" y="167"/>
                    <a:pt x="388" y="181"/>
                  </a:cubicBezTo>
                  <a:cubicBezTo>
                    <a:pt x="397" y="194"/>
                    <a:pt x="406" y="206"/>
                    <a:pt x="415" y="219"/>
                  </a:cubicBezTo>
                  <a:cubicBezTo>
                    <a:pt x="425" y="231"/>
                    <a:pt x="434" y="244"/>
                    <a:pt x="443" y="256"/>
                  </a:cubicBezTo>
                  <a:cubicBezTo>
                    <a:pt x="458" y="274"/>
                    <a:pt x="458" y="274"/>
                    <a:pt x="458" y="274"/>
                  </a:cubicBezTo>
                  <a:cubicBezTo>
                    <a:pt x="463" y="281"/>
                    <a:pt x="467" y="288"/>
                    <a:pt x="475" y="294"/>
                  </a:cubicBezTo>
                  <a:cubicBezTo>
                    <a:pt x="477" y="295"/>
                    <a:pt x="479" y="297"/>
                    <a:pt x="486" y="295"/>
                  </a:cubicBezTo>
                  <a:cubicBezTo>
                    <a:pt x="490" y="294"/>
                    <a:pt x="494" y="293"/>
                    <a:pt x="498" y="292"/>
                  </a:cubicBezTo>
                  <a:cubicBezTo>
                    <a:pt x="501" y="291"/>
                    <a:pt x="505" y="289"/>
                    <a:pt x="509" y="286"/>
                  </a:cubicBezTo>
                  <a:cubicBezTo>
                    <a:pt x="514" y="283"/>
                    <a:pt x="515" y="280"/>
                    <a:pt x="516" y="278"/>
                  </a:cubicBezTo>
                  <a:cubicBezTo>
                    <a:pt x="517" y="273"/>
                    <a:pt x="515" y="270"/>
                    <a:pt x="514" y="266"/>
                  </a:cubicBezTo>
                  <a:cubicBezTo>
                    <a:pt x="509" y="258"/>
                    <a:pt x="505" y="249"/>
                    <a:pt x="500" y="240"/>
                  </a:cubicBezTo>
                  <a:cubicBezTo>
                    <a:pt x="497" y="236"/>
                    <a:pt x="494" y="232"/>
                    <a:pt x="491" y="228"/>
                  </a:cubicBezTo>
                  <a:cubicBezTo>
                    <a:pt x="477" y="211"/>
                    <a:pt x="477" y="211"/>
                    <a:pt x="477" y="211"/>
                  </a:cubicBezTo>
                  <a:cubicBezTo>
                    <a:pt x="463" y="193"/>
                    <a:pt x="463" y="193"/>
                    <a:pt x="463" y="193"/>
                  </a:cubicBezTo>
                  <a:cubicBezTo>
                    <a:pt x="450" y="175"/>
                    <a:pt x="450" y="175"/>
                    <a:pt x="450" y="175"/>
                  </a:cubicBezTo>
                  <a:cubicBezTo>
                    <a:pt x="440" y="162"/>
                    <a:pt x="431" y="147"/>
                    <a:pt x="422" y="133"/>
                  </a:cubicBezTo>
                  <a:cubicBezTo>
                    <a:pt x="416" y="125"/>
                    <a:pt x="416" y="125"/>
                    <a:pt x="416" y="125"/>
                  </a:cubicBezTo>
                  <a:cubicBezTo>
                    <a:pt x="424" y="113"/>
                    <a:pt x="432" y="101"/>
                    <a:pt x="441" y="92"/>
                  </a:cubicBezTo>
                  <a:cubicBezTo>
                    <a:pt x="445" y="86"/>
                    <a:pt x="450" y="82"/>
                    <a:pt x="455" y="78"/>
                  </a:cubicBezTo>
                  <a:cubicBezTo>
                    <a:pt x="460" y="74"/>
                    <a:pt x="465" y="71"/>
                    <a:pt x="471" y="69"/>
                  </a:cubicBezTo>
                  <a:cubicBezTo>
                    <a:pt x="477" y="66"/>
                    <a:pt x="483" y="65"/>
                    <a:pt x="488" y="64"/>
                  </a:cubicBezTo>
                  <a:cubicBezTo>
                    <a:pt x="494" y="63"/>
                    <a:pt x="500" y="64"/>
                    <a:pt x="505" y="65"/>
                  </a:cubicBezTo>
                  <a:cubicBezTo>
                    <a:pt x="516" y="68"/>
                    <a:pt x="526" y="75"/>
                    <a:pt x="534" y="85"/>
                  </a:cubicBezTo>
                  <a:cubicBezTo>
                    <a:pt x="543" y="95"/>
                    <a:pt x="550" y="107"/>
                    <a:pt x="558" y="120"/>
                  </a:cubicBezTo>
                  <a:cubicBezTo>
                    <a:pt x="581" y="161"/>
                    <a:pt x="581" y="161"/>
                    <a:pt x="581" y="161"/>
                  </a:cubicBezTo>
                  <a:cubicBezTo>
                    <a:pt x="629" y="244"/>
                    <a:pt x="629" y="244"/>
                    <a:pt x="629" y="244"/>
                  </a:cubicBezTo>
                  <a:cubicBezTo>
                    <a:pt x="645" y="271"/>
                    <a:pt x="661" y="299"/>
                    <a:pt x="677" y="327"/>
                  </a:cubicBezTo>
                  <a:cubicBezTo>
                    <a:pt x="700" y="370"/>
                    <a:pt x="700" y="370"/>
                    <a:pt x="700" y="370"/>
                  </a:cubicBezTo>
                  <a:cubicBezTo>
                    <a:pt x="708" y="384"/>
                    <a:pt x="718" y="404"/>
                    <a:pt x="729" y="423"/>
                  </a:cubicBezTo>
                  <a:cubicBezTo>
                    <a:pt x="744" y="451"/>
                    <a:pt x="759" y="475"/>
                    <a:pt x="771" y="499"/>
                  </a:cubicBezTo>
                  <a:cubicBezTo>
                    <a:pt x="783" y="523"/>
                    <a:pt x="793" y="547"/>
                    <a:pt x="796" y="573"/>
                  </a:cubicBezTo>
                  <a:cubicBezTo>
                    <a:pt x="799" y="599"/>
                    <a:pt x="796" y="628"/>
                    <a:pt x="790" y="657"/>
                  </a:cubicBezTo>
                  <a:cubicBezTo>
                    <a:pt x="787" y="672"/>
                    <a:pt x="784" y="686"/>
                    <a:pt x="780" y="701"/>
                  </a:cubicBezTo>
                  <a:cubicBezTo>
                    <a:pt x="778" y="709"/>
                    <a:pt x="776" y="716"/>
                    <a:pt x="773" y="723"/>
                  </a:cubicBezTo>
                  <a:cubicBezTo>
                    <a:pt x="772" y="727"/>
                    <a:pt x="771" y="730"/>
                    <a:pt x="770" y="736"/>
                  </a:cubicBezTo>
                  <a:cubicBezTo>
                    <a:pt x="768" y="744"/>
                    <a:pt x="768" y="744"/>
                    <a:pt x="768" y="744"/>
                  </a:cubicBezTo>
                  <a:cubicBezTo>
                    <a:pt x="767" y="746"/>
                    <a:pt x="767" y="749"/>
                    <a:pt x="767" y="752"/>
                  </a:cubicBezTo>
                  <a:cubicBezTo>
                    <a:pt x="764" y="768"/>
                    <a:pt x="765" y="785"/>
                    <a:pt x="769" y="800"/>
                  </a:cubicBezTo>
                  <a:cubicBezTo>
                    <a:pt x="772" y="815"/>
                    <a:pt x="777" y="829"/>
                    <a:pt x="783" y="842"/>
                  </a:cubicBezTo>
                  <a:cubicBezTo>
                    <a:pt x="789" y="855"/>
                    <a:pt x="796" y="867"/>
                    <a:pt x="803" y="878"/>
                  </a:cubicBezTo>
                  <a:cubicBezTo>
                    <a:pt x="807" y="884"/>
                    <a:pt x="811" y="889"/>
                    <a:pt x="814" y="894"/>
                  </a:cubicBezTo>
                  <a:cubicBezTo>
                    <a:pt x="820" y="902"/>
                    <a:pt x="820" y="902"/>
                    <a:pt x="820" y="902"/>
                  </a:cubicBezTo>
                  <a:cubicBezTo>
                    <a:pt x="821" y="904"/>
                    <a:pt x="821" y="904"/>
                    <a:pt x="821" y="904"/>
                  </a:cubicBezTo>
                  <a:cubicBezTo>
                    <a:pt x="821" y="904"/>
                    <a:pt x="821" y="904"/>
                    <a:pt x="821" y="904"/>
                  </a:cubicBezTo>
                  <a:cubicBezTo>
                    <a:pt x="821" y="905"/>
                    <a:pt x="821" y="905"/>
                    <a:pt x="821" y="905"/>
                  </a:cubicBezTo>
                  <a:cubicBezTo>
                    <a:pt x="822" y="905"/>
                    <a:pt x="822" y="905"/>
                    <a:pt x="822" y="905"/>
                  </a:cubicBezTo>
                  <a:cubicBezTo>
                    <a:pt x="822" y="905"/>
                    <a:pt x="823" y="906"/>
                    <a:pt x="823" y="907"/>
                  </a:cubicBezTo>
                  <a:cubicBezTo>
                    <a:pt x="823" y="908"/>
                    <a:pt x="823" y="908"/>
                    <a:pt x="822" y="909"/>
                  </a:cubicBezTo>
                  <a:cubicBezTo>
                    <a:pt x="815" y="915"/>
                    <a:pt x="809" y="920"/>
                    <a:pt x="802" y="925"/>
                  </a:cubicBezTo>
                  <a:cubicBezTo>
                    <a:pt x="757" y="957"/>
                    <a:pt x="757" y="957"/>
                    <a:pt x="757" y="957"/>
                  </a:cubicBezTo>
                  <a:cubicBezTo>
                    <a:pt x="721" y="983"/>
                    <a:pt x="684" y="1008"/>
                    <a:pt x="647" y="1033"/>
                  </a:cubicBezTo>
                  <a:cubicBezTo>
                    <a:pt x="629" y="1046"/>
                    <a:pt x="610" y="1058"/>
                    <a:pt x="592" y="1070"/>
                  </a:cubicBezTo>
                  <a:cubicBezTo>
                    <a:pt x="571" y="1084"/>
                    <a:pt x="550" y="1097"/>
                    <a:pt x="531" y="1112"/>
                  </a:cubicBezTo>
                  <a:cubicBezTo>
                    <a:pt x="526" y="1117"/>
                    <a:pt x="519" y="1122"/>
                    <a:pt x="518" y="1130"/>
                  </a:cubicBezTo>
                  <a:cubicBezTo>
                    <a:pt x="517" y="1135"/>
                    <a:pt x="516" y="1140"/>
                    <a:pt x="516" y="1145"/>
                  </a:cubicBezTo>
                  <a:cubicBezTo>
                    <a:pt x="516" y="1149"/>
                    <a:pt x="516" y="1154"/>
                    <a:pt x="520" y="1157"/>
                  </a:cubicBezTo>
                  <a:cubicBezTo>
                    <a:pt x="523" y="1161"/>
                    <a:pt x="530" y="1161"/>
                    <a:pt x="534" y="1160"/>
                  </a:cubicBezTo>
                  <a:cubicBezTo>
                    <a:pt x="545" y="1158"/>
                    <a:pt x="554" y="1153"/>
                    <a:pt x="564" y="1148"/>
                  </a:cubicBezTo>
                  <a:cubicBezTo>
                    <a:pt x="589" y="1134"/>
                    <a:pt x="614" y="1120"/>
                    <a:pt x="639" y="1105"/>
                  </a:cubicBezTo>
                  <a:cubicBezTo>
                    <a:pt x="651" y="1097"/>
                    <a:pt x="663" y="1089"/>
                    <a:pt x="675" y="1081"/>
                  </a:cubicBezTo>
                  <a:cubicBezTo>
                    <a:pt x="728" y="1044"/>
                    <a:pt x="728" y="1044"/>
                    <a:pt x="728" y="1044"/>
                  </a:cubicBezTo>
                  <a:cubicBezTo>
                    <a:pt x="781" y="1006"/>
                    <a:pt x="781" y="1006"/>
                    <a:pt x="781" y="1006"/>
                  </a:cubicBezTo>
                  <a:cubicBezTo>
                    <a:pt x="798" y="994"/>
                    <a:pt x="815" y="981"/>
                    <a:pt x="833" y="968"/>
                  </a:cubicBezTo>
                  <a:cubicBezTo>
                    <a:pt x="844" y="960"/>
                    <a:pt x="844" y="960"/>
                    <a:pt x="844" y="960"/>
                  </a:cubicBezTo>
                  <a:cubicBezTo>
                    <a:pt x="850" y="956"/>
                    <a:pt x="850" y="956"/>
                    <a:pt x="850" y="956"/>
                  </a:cubicBezTo>
                  <a:cubicBezTo>
                    <a:pt x="856" y="951"/>
                    <a:pt x="856" y="951"/>
                    <a:pt x="856" y="951"/>
                  </a:cubicBezTo>
                  <a:cubicBezTo>
                    <a:pt x="867" y="941"/>
                    <a:pt x="879" y="931"/>
                    <a:pt x="883" y="918"/>
                  </a:cubicBezTo>
                  <a:cubicBezTo>
                    <a:pt x="884" y="912"/>
                    <a:pt x="883" y="906"/>
                    <a:pt x="882" y="9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ja-JP" altLang="en-US"/>
            </a:p>
          </p:txBody>
        </p:sp>
      </p:grpSp>
      <p:pic>
        <p:nvPicPr>
          <p:cNvPr id="5" name="Picture 4">
            <a:extLst>
              <a:ext uri="{FF2B5EF4-FFF2-40B4-BE49-F238E27FC236}">
                <a16:creationId xmlns:a16="http://schemas.microsoft.com/office/drawing/2014/main" id="{B1CF81EF-BDF8-BF50-9608-D38E32444D47}"/>
              </a:ext>
            </a:extLst>
          </p:cNvPr>
          <p:cNvPicPr>
            <a:picLocks noChangeAspect="1"/>
          </p:cNvPicPr>
          <p:nvPr/>
        </p:nvPicPr>
        <p:blipFill>
          <a:blip r:embed="rId5"/>
          <a:stretch>
            <a:fillRect/>
          </a:stretch>
        </p:blipFill>
        <p:spPr>
          <a:xfrm>
            <a:off x="2264410" y="486696"/>
            <a:ext cx="1189990" cy="396664"/>
          </a:xfrm>
          <a:prstGeom prst="rect">
            <a:avLst/>
          </a:prstGeom>
        </p:spPr>
      </p:pic>
      <p:pic>
        <p:nvPicPr>
          <p:cNvPr id="13" name="Picture 12">
            <a:extLst>
              <a:ext uri="{FF2B5EF4-FFF2-40B4-BE49-F238E27FC236}">
                <a16:creationId xmlns:a16="http://schemas.microsoft.com/office/drawing/2014/main" id="{60E07842-8E09-0106-FAD2-C8E63C71B8D5}"/>
              </a:ext>
            </a:extLst>
          </p:cNvPr>
          <p:cNvPicPr>
            <a:picLocks noChangeAspect="1"/>
          </p:cNvPicPr>
          <p:nvPr/>
        </p:nvPicPr>
        <p:blipFill>
          <a:blip r:embed="rId6"/>
          <a:stretch>
            <a:fillRect/>
          </a:stretch>
        </p:blipFill>
        <p:spPr>
          <a:xfrm>
            <a:off x="3507105" y="472118"/>
            <a:ext cx="988695" cy="411956"/>
          </a:xfrm>
          <a:prstGeom prst="rect">
            <a:avLst/>
          </a:prstGeom>
        </p:spPr>
      </p:pic>
    </p:spTree>
    <p:extLst>
      <p:ext uri="{BB962C8B-B14F-4D97-AF65-F5344CB8AC3E}">
        <p14:creationId xmlns:p14="http://schemas.microsoft.com/office/powerpoint/2010/main" val="12429243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34">
            <a:extLst>
              <a:ext uri="{FF2B5EF4-FFF2-40B4-BE49-F238E27FC236}">
                <a16:creationId xmlns:a16="http://schemas.microsoft.com/office/drawing/2014/main" id="{C5BFE60A-AE4B-9F63-85CE-08DE8BDE85AF}"/>
              </a:ext>
            </a:extLst>
          </p:cNvPr>
          <p:cNvPicPr>
            <a:picLocks noChangeAspect="1"/>
          </p:cNvPicPr>
          <p:nvPr/>
        </p:nvPicPr>
        <p:blipFill>
          <a:blip r:embed="rId2"/>
          <a:stretch>
            <a:fillRect/>
          </a:stretch>
        </p:blipFill>
        <p:spPr>
          <a:xfrm>
            <a:off x="4108712" y="1412269"/>
            <a:ext cx="1732785" cy="1992020"/>
          </a:xfrm>
          <a:prstGeom prst="rect">
            <a:avLst/>
          </a:prstGeom>
        </p:spPr>
      </p:pic>
      <p:sp>
        <p:nvSpPr>
          <p:cNvPr id="10" name="Speech Bubble: Rectangle 9">
            <a:extLst>
              <a:ext uri="{FF2B5EF4-FFF2-40B4-BE49-F238E27FC236}">
                <a16:creationId xmlns:a16="http://schemas.microsoft.com/office/drawing/2014/main" id="{A1AED66F-352F-B854-A598-A08781C328FE}"/>
              </a:ext>
            </a:extLst>
          </p:cNvPr>
          <p:cNvSpPr/>
          <p:nvPr/>
        </p:nvSpPr>
        <p:spPr>
          <a:xfrm>
            <a:off x="6909282" y="3077652"/>
            <a:ext cx="1999945" cy="1645928"/>
          </a:xfrm>
          <a:prstGeom prst="wedgeRectCallout">
            <a:avLst>
              <a:gd name="adj1" fmla="val -108739"/>
              <a:gd name="adj2" fmla="val -59430"/>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9" name="Picture 8">
            <a:extLst>
              <a:ext uri="{FF2B5EF4-FFF2-40B4-BE49-F238E27FC236}">
                <a16:creationId xmlns:a16="http://schemas.microsoft.com/office/drawing/2014/main" id="{00DE20D4-2782-8E26-B815-CB66B49691D7}"/>
              </a:ext>
            </a:extLst>
          </p:cNvPr>
          <p:cNvPicPr>
            <a:picLocks noChangeAspect="1"/>
          </p:cNvPicPr>
          <p:nvPr/>
        </p:nvPicPr>
        <p:blipFill>
          <a:blip r:embed="rId3"/>
          <a:stretch>
            <a:fillRect/>
          </a:stretch>
        </p:blipFill>
        <p:spPr>
          <a:xfrm>
            <a:off x="6083673" y="2470779"/>
            <a:ext cx="1867161" cy="466790"/>
          </a:xfrm>
          <a:prstGeom prst="rect">
            <a:avLst/>
          </a:prstGeom>
        </p:spPr>
      </p:pic>
      <p:sp>
        <p:nvSpPr>
          <p:cNvPr id="4" name="Slide Number Placeholder 3">
            <a:extLst>
              <a:ext uri="{FF2B5EF4-FFF2-40B4-BE49-F238E27FC236}">
                <a16:creationId xmlns:a16="http://schemas.microsoft.com/office/drawing/2014/main" id="{48EB0F13-8FD4-A98D-61E4-4C5A42B38C12}"/>
              </a:ext>
            </a:extLst>
          </p:cNvPr>
          <p:cNvSpPr>
            <a:spLocks noGrp="1"/>
          </p:cNvSpPr>
          <p:nvPr>
            <p:ph type="sldNum" sz="quarter" idx="4"/>
          </p:nvPr>
        </p:nvSpPr>
        <p:spPr/>
        <p:txBody>
          <a:bodyPr/>
          <a:lstStyle/>
          <a:p>
            <a:fld id="{E38BFB4B-70AE-4AFC-9806-78E9768488DC}" type="slidenum">
              <a:rPr lang="fr-FR" altLang="ja-JP" sz="1600" smtClean="0">
                <a:solidFill>
                  <a:schemeClr val="tx1"/>
                </a:solidFill>
              </a:rPr>
              <a:pPr/>
              <a:t>18</a:t>
            </a:fld>
            <a:endParaRPr lang="fr-FR" altLang="ja-JP" sz="1600">
              <a:solidFill>
                <a:schemeClr val="tx1"/>
              </a:solidFill>
            </a:endParaRPr>
          </a:p>
          <a:p>
            <a:r>
              <a:rPr lang="fr-FR" altLang="ja-JP" sz="1000"/>
              <a:t>©20</a:t>
            </a:r>
            <a:r>
              <a:rPr lang="en-US" altLang="ja-JP" sz="1000"/>
              <a:t>19</a:t>
            </a:r>
            <a:r>
              <a:rPr lang="fr-FR" altLang="ja-JP" sz="1000"/>
              <a:t> KYOCERA Document Solutions Inc.</a:t>
            </a:r>
            <a:endParaRPr lang="en-US" sz="1000"/>
          </a:p>
        </p:txBody>
      </p:sp>
      <p:cxnSp>
        <p:nvCxnSpPr>
          <p:cNvPr id="11" name="Straight Connector 10">
            <a:extLst>
              <a:ext uri="{FF2B5EF4-FFF2-40B4-BE49-F238E27FC236}">
                <a16:creationId xmlns:a16="http://schemas.microsoft.com/office/drawing/2014/main" id="{0AEC1FAA-157F-FDA2-1B9D-0AF67B466CA3}"/>
              </a:ext>
            </a:extLst>
          </p:cNvPr>
          <p:cNvCxnSpPr/>
          <p:nvPr/>
        </p:nvCxnSpPr>
        <p:spPr>
          <a:xfrm>
            <a:off x="0" y="472118"/>
            <a:ext cx="914400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14" name="Title 1">
            <a:extLst>
              <a:ext uri="{FF2B5EF4-FFF2-40B4-BE49-F238E27FC236}">
                <a16:creationId xmlns:a16="http://schemas.microsoft.com/office/drawing/2014/main" id="{E099A37F-803F-1BD6-80CD-AF51918E12F0}"/>
              </a:ext>
            </a:extLst>
          </p:cNvPr>
          <p:cNvSpPr>
            <a:spLocks noGrp="1"/>
          </p:cNvSpPr>
          <p:nvPr>
            <p:ph type="title"/>
          </p:nvPr>
        </p:nvSpPr>
        <p:spPr>
          <a:xfrm>
            <a:off x="0" y="0"/>
            <a:ext cx="9144000" cy="410695"/>
          </a:xfrm>
        </p:spPr>
        <p:txBody>
          <a:bodyPr>
            <a:noAutofit/>
          </a:bodyPr>
          <a:lstStyle/>
          <a:p>
            <a:r>
              <a:rPr kumimoji="1" lang="en-US" altLang="ja-JP" sz="2100">
                <a:latin typeface="Times New Roman" panose="02020603050405020304" pitchFamily="18" charset="0"/>
                <a:cs typeface="Times New Roman" panose="02020603050405020304" pitchFamily="18" charset="0"/>
              </a:rPr>
              <a:t>5.4. Hướng dẫn sử dụng (phía Leader)_sử dụng chức năng BOM FULL TC14</a:t>
            </a:r>
            <a:endParaRPr kumimoji="1" lang="ja-JP" altLang="en-US" sz="2100">
              <a:latin typeface="Times New Roman" panose="02020603050405020304" pitchFamily="18" charset="0"/>
              <a:cs typeface="Times New Roman" panose="02020603050405020304" pitchFamily="18" charset="0"/>
            </a:endParaRPr>
          </a:p>
        </p:txBody>
      </p:sp>
      <p:pic>
        <p:nvPicPr>
          <p:cNvPr id="22" name="Content Placeholder 21">
            <a:extLst>
              <a:ext uri="{FF2B5EF4-FFF2-40B4-BE49-F238E27FC236}">
                <a16:creationId xmlns:a16="http://schemas.microsoft.com/office/drawing/2014/main" id="{0342EAAA-8231-E3DC-11C4-22DF3819CB7D}"/>
              </a:ext>
            </a:extLst>
          </p:cNvPr>
          <p:cNvPicPr>
            <a:picLocks noGrp="1" noChangeAspect="1"/>
          </p:cNvPicPr>
          <p:nvPr>
            <p:ph idx="1"/>
          </p:nvPr>
        </p:nvPicPr>
        <p:blipFill>
          <a:blip r:embed="rId4"/>
          <a:stretch>
            <a:fillRect/>
          </a:stretch>
        </p:blipFill>
        <p:spPr>
          <a:xfrm>
            <a:off x="56838" y="3366540"/>
            <a:ext cx="5112701" cy="3370062"/>
          </a:xfrm>
        </p:spPr>
      </p:pic>
      <p:pic>
        <p:nvPicPr>
          <p:cNvPr id="13" name="Picture 12">
            <a:extLst>
              <a:ext uri="{FF2B5EF4-FFF2-40B4-BE49-F238E27FC236}">
                <a16:creationId xmlns:a16="http://schemas.microsoft.com/office/drawing/2014/main" id="{27024C3B-8432-8CAB-61B6-568E4A199026}"/>
              </a:ext>
            </a:extLst>
          </p:cNvPr>
          <p:cNvPicPr>
            <a:picLocks noChangeAspect="1"/>
          </p:cNvPicPr>
          <p:nvPr/>
        </p:nvPicPr>
        <p:blipFill>
          <a:blip r:embed="rId5"/>
          <a:stretch>
            <a:fillRect/>
          </a:stretch>
        </p:blipFill>
        <p:spPr>
          <a:xfrm>
            <a:off x="34977" y="504811"/>
            <a:ext cx="3927423" cy="2623830"/>
          </a:xfrm>
          <a:prstGeom prst="rect">
            <a:avLst/>
          </a:prstGeom>
        </p:spPr>
      </p:pic>
      <p:grpSp>
        <p:nvGrpSpPr>
          <p:cNvPr id="23" name="Group 22">
            <a:extLst>
              <a:ext uri="{FF2B5EF4-FFF2-40B4-BE49-F238E27FC236}">
                <a16:creationId xmlns:a16="http://schemas.microsoft.com/office/drawing/2014/main" id="{793002DE-19AB-9258-98DF-5E3F6B77BD2C}"/>
              </a:ext>
            </a:extLst>
          </p:cNvPr>
          <p:cNvGrpSpPr>
            <a:grpSpLocks noChangeAspect="1"/>
          </p:cNvGrpSpPr>
          <p:nvPr/>
        </p:nvGrpSpPr>
        <p:grpSpPr bwMode="auto">
          <a:xfrm rot="2162947">
            <a:off x="799270" y="1777771"/>
            <a:ext cx="525659" cy="556684"/>
            <a:chOff x="258535" y="462642"/>
            <a:chExt cx="1538" cy="1581"/>
          </a:xfrm>
          <a:solidFill>
            <a:srgbClr val="FF0000"/>
          </a:solidFill>
        </p:grpSpPr>
        <p:sp>
          <p:nvSpPr>
            <p:cNvPr id="24" name="Freeform 82">
              <a:extLst>
                <a:ext uri="{FF2B5EF4-FFF2-40B4-BE49-F238E27FC236}">
                  <a16:creationId xmlns:a16="http://schemas.microsoft.com/office/drawing/2014/main" id="{D25776AE-4586-4FF5-DD51-C68FD8B5DDA8}"/>
                </a:ext>
              </a:extLst>
            </p:cNvPr>
            <p:cNvSpPr>
              <a:spLocks/>
            </p:cNvSpPr>
            <p:nvPr/>
          </p:nvSpPr>
          <p:spPr bwMode="auto">
            <a:xfrm>
              <a:off x="258535" y="462642"/>
              <a:ext cx="1046" cy="1479"/>
            </a:xfrm>
            <a:custGeom>
              <a:avLst/>
              <a:gdLst>
                <a:gd name="T0" fmla="*/ 648 w 858"/>
                <a:gd name="T1" fmla="*/ 980 h 1212"/>
                <a:gd name="T2" fmla="*/ 482 w 858"/>
                <a:gd name="T3" fmla="*/ 934 h 1212"/>
                <a:gd name="T4" fmla="*/ 276 w 858"/>
                <a:gd name="T5" fmla="*/ 861 h 1212"/>
                <a:gd name="T6" fmla="*/ 67 w 858"/>
                <a:gd name="T7" fmla="*/ 806 h 1212"/>
                <a:gd name="T8" fmla="*/ 36 w 858"/>
                <a:gd name="T9" fmla="*/ 761 h 1212"/>
                <a:gd name="T10" fmla="*/ 40 w 858"/>
                <a:gd name="T11" fmla="*/ 752 h 1212"/>
                <a:gd name="T12" fmla="*/ 51 w 858"/>
                <a:gd name="T13" fmla="*/ 735 h 1212"/>
                <a:gd name="T14" fmla="*/ 182 w 858"/>
                <a:gd name="T15" fmla="*/ 698 h 1212"/>
                <a:gd name="T16" fmla="*/ 312 w 858"/>
                <a:gd name="T17" fmla="*/ 720 h 1212"/>
                <a:gd name="T18" fmla="*/ 372 w 858"/>
                <a:gd name="T19" fmla="*/ 730 h 1212"/>
                <a:gd name="T20" fmla="*/ 390 w 858"/>
                <a:gd name="T21" fmla="*/ 723 h 1212"/>
                <a:gd name="T22" fmla="*/ 404 w 858"/>
                <a:gd name="T23" fmla="*/ 710 h 1212"/>
                <a:gd name="T24" fmla="*/ 419 w 858"/>
                <a:gd name="T25" fmla="*/ 659 h 1212"/>
                <a:gd name="T26" fmla="*/ 406 w 858"/>
                <a:gd name="T27" fmla="*/ 614 h 1212"/>
                <a:gd name="T28" fmla="*/ 400 w 858"/>
                <a:gd name="T29" fmla="*/ 604 h 1212"/>
                <a:gd name="T30" fmla="*/ 364 w 858"/>
                <a:gd name="T31" fmla="*/ 541 h 1212"/>
                <a:gd name="T32" fmla="*/ 136 w 858"/>
                <a:gd name="T33" fmla="*/ 173 h 1212"/>
                <a:gd name="T34" fmla="*/ 110 w 858"/>
                <a:gd name="T35" fmla="*/ 83 h 1212"/>
                <a:gd name="T36" fmla="*/ 141 w 858"/>
                <a:gd name="T37" fmla="*/ 54 h 1212"/>
                <a:gd name="T38" fmla="*/ 169 w 858"/>
                <a:gd name="T39" fmla="*/ 58 h 1212"/>
                <a:gd name="T40" fmla="*/ 237 w 858"/>
                <a:gd name="T41" fmla="*/ 138 h 1212"/>
                <a:gd name="T42" fmla="*/ 440 w 858"/>
                <a:gd name="T43" fmla="*/ 456 h 1212"/>
                <a:gd name="T44" fmla="*/ 498 w 858"/>
                <a:gd name="T45" fmla="*/ 490 h 1212"/>
                <a:gd name="T46" fmla="*/ 392 w 858"/>
                <a:gd name="T47" fmla="*/ 281 h 1212"/>
                <a:gd name="T48" fmla="*/ 255 w 858"/>
                <a:gd name="T49" fmla="*/ 67 h 1212"/>
                <a:gd name="T50" fmla="*/ 207 w 858"/>
                <a:gd name="T51" fmla="*/ 17 h 1212"/>
                <a:gd name="T52" fmla="*/ 143 w 858"/>
                <a:gd name="T53" fmla="*/ 0 h 1212"/>
                <a:gd name="T54" fmla="*/ 69 w 858"/>
                <a:gd name="T55" fmla="*/ 43 h 1212"/>
                <a:gd name="T56" fmla="*/ 57 w 858"/>
                <a:gd name="T57" fmla="*/ 126 h 1212"/>
                <a:gd name="T58" fmla="*/ 121 w 858"/>
                <a:gd name="T59" fmla="*/ 252 h 1212"/>
                <a:gd name="T60" fmla="*/ 349 w 858"/>
                <a:gd name="T61" fmla="*/ 620 h 1212"/>
                <a:gd name="T62" fmla="*/ 366 w 858"/>
                <a:gd name="T63" fmla="*/ 659 h 1212"/>
                <a:gd name="T64" fmla="*/ 365 w 858"/>
                <a:gd name="T65" fmla="*/ 675 h 1212"/>
                <a:gd name="T66" fmla="*/ 345 w 858"/>
                <a:gd name="T67" fmla="*/ 680 h 1212"/>
                <a:gd name="T68" fmla="*/ 239 w 858"/>
                <a:gd name="T69" fmla="*/ 657 h 1212"/>
                <a:gd name="T70" fmla="*/ 52 w 858"/>
                <a:gd name="T71" fmla="*/ 684 h 1212"/>
                <a:gd name="T72" fmla="*/ 2 w 858"/>
                <a:gd name="T73" fmla="*/ 753 h 1212"/>
                <a:gd name="T74" fmla="*/ 58 w 858"/>
                <a:gd name="T75" fmla="*/ 838 h 1212"/>
                <a:gd name="T76" fmla="*/ 327 w 858"/>
                <a:gd name="T77" fmla="*/ 906 h 1212"/>
                <a:gd name="T78" fmla="*/ 459 w 858"/>
                <a:gd name="T79" fmla="*/ 954 h 1212"/>
                <a:gd name="T80" fmla="*/ 596 w 858"/>
                <a:gd name="T81" fmla="*/ 985 h 1212"/>
                <a:gd name="T82" fmla="*/ 810 w 858"/>
                <a:gd name="T83" fmla="*/ 1153 h 1212"/>
                <a:gd name="T84" fmla="*/ 847 w 858"/>
                <a:gd name="T85" fmla="*/ 1210 h 1212"/>
                <a:gd name="T86" fmla="*/ 756 w 858"/>
                <a:gd name="T87" fmla="*/ 1057 h 1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8" h="1212">
                  <a:moveTo>
                    <a:pt x="756" y="1057"/>
                  </a:moveTo>
                  <a:cubicBezTo>
                    <a:pt x="736" y="1036"/>
                    <a:pt x="713" y="1017"/>
                    <a:pt x="687" y="1001"/>
                  </a:cubicBezTo>
                  <a:cubicBezTo>
                    <a:pt x="675" y="993"/>
                    <a:pt x="661" y="986"/>
                    <a:pt x="648" y="980"/>
                  </a:cubicBezTo>
                  <a:cubicBezTo>
                    <a:pt x="634" y="973"/>
                    <a:pt x="619" y="968"/>
                    <a:pt x="605" y="964"/>
                  </a:cubicBezTo>
                  <a:cubicBezTo>
                    <a:pt x="576" y="956"/>
                    <a:pt x="548" y="951"/>
                    <a:pt x="521" y="945"/>
                  </a:cubicBezTo>
                  <a:cubicBezTo>
                    <a:pt x="507" y="942"/>
                    <a:pt x="494" y="938"/>
                    <a:pt x="482" y="934"/>
                  </a:cubicBezTo>
                  <a:cubicBezTo>
                    <a:pt x="469" y="929"/>
                    <a:pt x="456" y="924"/>
                    <a:pt x="442" y="918"/>
                  </a:cubicBezTo>
                  <a:cubicBezTo>
                    <a:pt x="416" y="908"/>
                    <a:pt x="389" y="896"/>
                    <a:pt x="360" y="887"/>
                  </a:cubicBezTo>
                  <a:cubicBezTo>
                    <a:pt x="332" y="878"/>
                    <a:pt x="304" y="869"/>
                    <a:pt x="276" y="861"/>
                  </a:cubicBezTo>
                  <a:cubicBezTo>
                    <a:pt x="220" y="845"/>
                    <a:pt x="163" y="831"/>
                    <a:pt x="107" y="817"/>
                  </a:cubicBezTo>
                  <a:cubicBezTo>
                    <a:pt x="86" y="812"/>
                    <a:pt x="86" y="812"/>
                    <a:pt x="86" y="812"/>
                  </a:cubicBezTo>
                  <a:cubicBezTo>
                    <a:pt x="79" y="810"/>
                    <a:pt x="73" y="808"/>
                    <a:pt x="67" y="806"/>
                  </a:cubicBezTo>
                  <a:cubicBezTo>
                    <a:pt x="55" y="802"/>
                    <a:pt x="46" y="796"/>
                    <a:pt x="42" y="791"/>
                  </a:cubicBezTo>
                  <a:cubicBezTo>
                    <a:pt x="37" y="785"/>
                    <a:pt x="34" y="775"/>
                    <a:pt x="36" y="765"/>
                  </a:cubicBezTo>
                  <a:cubicBezTo>
                    <a:pt x="36" y="764"/>
                    <a:pt x="36" y="762"/>
                    <a:pt x="36" y="761"/>
                  </a:cubicBezTo>
                  <a:cubicBezTo>
                    <a:pt x="37" y="759"/>
                    <a:pt x="37" y="759"/>
                    <a:pt x="37" y="759"/>
                  </a:cubicBezTo>
                  <a:cubicBezTo>
                    <a:pt x="38" y="757"/>
                    <a:pt x="38" y="757"/>
                    <a:pt x="38" y="757"/>
                  </a:cubicBezTo>
                  <a:cubicBezTo>
                    <a:pt x="40" y="752"/>
                    <a:pt x="40" y="752"/>
                    <a:pt x="40" y="752"/>
                  </a:cubicBezTo>
                  <a:cubicBezTo>
                    <a:pt x="40" y="750"/>
                    <a:pt x="41" y="749"/>
                    <a:pt x="42" y="747"/>
                  </a:cubicBezTo>
                  <a:cubicBezTo>
                    <a:pt x="43" y="744"/>
                    <a:pt x="46" y="742"/>
                    <a:pt x="47" y="739"/>
                  </a:cubicBezTo>
                  <a:cubicBezTo>
                    <a:pt x="48" y="738"/>
                    <a:pt x="50" y="736"/>
                    <a:pt x="51" y="735"/>
                  </a:cubicBezTo>
                  <a:cubicBezTo>
                    <a:pt x="52" y="734"/>
                    <a:pt x="53" y="733"/>
                    <a:pt x="54" y="731"/>
                  </a:cubicBezTo>
                  <a:cubicBezTo>
                    <a:pt x="68" y="717"/>
                    <a:pt x="89" y="709"/>
                    <a:pt x="112" y="704"/>
                  </a:cubicBezTo>
                  <a:cubicBezTo>
                    <a:pt x="134" y="699"/>
                    <a:pt x="158" y="698"/>
                    <a:pt x="182" y="698"/>
                  </a:cubicBezTo>
                  <a:cubicBezTo>
                    <a:pt x="207" y="699"/>
                    <a:pt x="231" y="702"/>
                    <a:pt x="256" y="706"/>
                  </a:cubicBezTo>
                  <a:cubicBezTo>
                    <a:pt x="268" y="709"/>
                    <a:pt x="281" y="711"/>
                    <a:pt x="293" y="715"/>
                  </a:cubicBezTo>
                  <a:cubicBezTo>
                    <a:pt x="300" y="716"/>
                    <a:pt x="306" y="718"/>
                    <a:pt x="312" y="720"/>
                  </a:cubicBezTo>
                  <a:cubicBezTo>
                    <a:pt x="315" y="721"/>
                    <a:pt x="318" y="722"/>
                    <a:pt x="321" y="723"/>
                  </a:cubicBezTo>
                  <a:cubicBezTo>
                    <a:pt x="325" y="724"/>
                    <a:pt x="325" y="725"/>
                    <a:pt x="334" y="728"/>
                  </a:cubicBezTo>
                  <a:cubicBezTo>
                    <a:pt x="346" y="732"/>
                    <a:pt x="359" y="733"/>
                    <a:pt x="372" y="730"/>
                  </a:cubicBezTo>
                  <a:cubicBezTo>
                    <a:pt x="375" y="729"/>
                    <a:pt x="378" y="728"/>
                    <a:pt x="381" y="727"/>
                  </a:cubicBezTo>
                  <a:cubicBezTo>
                    <a:pt x="382" y="726"/>
                    <a:pt x="384" y="726"/>
                    <a:pt x="385" y="725"/>
                  </a:cubicBezTo>
                  <a:cubicBezTo>
                    <a:pt x="390" y="723"/>
                    <a:pt x="390" y="723"/>
                    <a:pt x="390" y="723"/>
                  </a:cubicBezTo>
                  <a:cubicBezTo>
                    <a:pt x="391" y="722"/>
                    <a:pt x="392" y="721"/>
                    <a:pt x="394" y="720"/>
                  </a:cubicBezTo>
                  <a:cubicBezTo>
                    <a:pt x="397" y="717"/>
                    <a:pt x="397" y="717"/>
                    <a:pt x="397" y="717"/>
                  </a:cubicBezTo>
                  <a:cubicBezTo>
                    <a:pt x="400" y="715"/>
                    <a:pt x="402" y="713"/>
                    <a:pt x="404" y="710"/>
                  </a:cubicBezTo>
                  <a:cubicBezTo>
                    <a:pt x="412" y="700"/>
                    <a:pt x="417" y="688"/>
                    <a:pt x="418" y="674"/>
                  </a:cubicBezTo>
                  <a:cubicBezTo>
                    <a:pt x="419" y="671"/>
                    <a:pt x="419" y="668"/>
                    <a:pt x="419" y="664"/>
                  </a:cubicBezTo>
                  <a:cubicBezTo>
                    <a:pt x="419" y="663"/>
                    <a:pt x="419" y="661"/>
                    <a:pt x="419" y="659"/>
                  </a:cubicBezTo>
                  <a:cubicBezTo>
                    <a:pt x="418" y="654"/>
                    <a:pt x="418" y="654"/>
                    <a:pt x="418" y="654"/>
                  </a:cubicBezTo>
                  <a:cubicBezTo>
                    <a:pt x="417" y="649"/>
                    <a:pt x="417" y="645"/>
                    <a:pt x="415" y="640"/>
                  </a:cubicBezTo>
                  <a:cubicBezTo>
                    <a:pt x="413" y="631"/>
                    <a:pt x="410" y="622"/>
                    <a:pt x="406" y="614"/>
                  </a:cubicBezTo>
                  <a:cubicBezTo>
                    <a:pt x="404" y="611"/>
                    <a:pt x="404" y="611"/>
                    <a:pt x="404" y="611"/>
                  </a:cubicBezTo>
                  <a:cubicBezTo>
                    <a:pt x="403" y="608"/>
                    <a:pt x="403" y="608"/>
                    <a:pt x="403" y="608"/>
                  </a:cubicBezTo>
                  <a:cubicBezTo>
                    <a:pt x="400" y="604"/>
                    <a:pt x="400" y="604"/>
                    <a:pt x="400" y="604"/>
                  </a:cubicBezTo>
                  <a:cubicBezTo>
                    <a:pt x="395" y="595"/>
                    <a:pt x="395" y="595"/>
                    <a:pt x="395" y="595"/>
                  </a:cubicBezTo>
                  <a:cubicBezTo>
                    <a:pt x="385" y="577"/>
                    <a:pt x="385" y="577"/>
                    <a:pt x="385" y="577"/>
                  </a:cubicBezTo>
                  <a:cubicBezTo>
                    <a:pt x="364" y="541"/>
                    <a:pt x="364" y="541"/>
                    <a:pt x="364" y="541"/>
                  </a:cubicBezTo>
                  <a:cubicBezTo>
                    <a:pt x="337" y="494"/>
                    <a:pt x="308" y="447"/>
                    <a:pt x="279" y="401"/>
                  </a:cubicBezTo>
                  <a:cubicBezTo>
                    <a:pt x="255" y="362"/>
                    <a:pt x="231" y="324"/>
                    <a:pt x="207" y="287"/>
                  </a:cubicBezTo>
                  <a:cubicBezTo>
                    <a:pt x="183" y="249"/>
                    <a:pt x="160" y="211"/>
                    <a:pt x="136" y="173"/>
                  </a:cubicBezTo>
                  <a:cubicBezTo>
                    <a:pt x="126" y="156"/>
                    <a:pt x="117" y="140"/>
                    <a:pt x="112" y="125"/>
                  </a:cubicBezTo>
                  <a:cubicBezTo>
                    <a:pt x="110" y="118"/>
                    <a:pt x="108" y="110"/>
                    <a:pt x="108" y="103"/>
                  </a:cubicBezTo>
                  <a:cubicBezTo>
                    <a:pt x="108" y="96"/>
                    <a:pt x="108" y="89"/>
                    <a:pt x="110" y="83"/>
                  </a:cubicBezTo>
                  <a:cubicBezTo>
                    <a:pt x="114" y="71"/>
                    <a:pt x="121" y="62"/>
                    <a:pt x="132" y="57"/>
                  </a:cubicBezTo>
                  <a:cubicBezTo>
                    <a:pt x="136" y="56"/>
                    <a:pt x="136" y="56"/>
                    <a:pt x="136" y="56"/>
                  </a:cubicBezTo>
                  <a:cubicBezTo>
                    <a:pt x="141" y="54"/>
                    <a:pt x="141" y="54"/>
                    <a:pt x="141" y="54"/>
                  </a:cubicBezTo>
                  <a:cubicBezTo>
                    <a:pt x="142" y="54"/>
                    <a:pt x="144" y="54"/>
                    <a:pt x="146" y="54"/>
                  </a:cubicBezTo>
                  <a:cubicBezTo>
                    <a:pt x="147" y="54"/>
                    <a:pt x="149" y="53"/>
                    <a:pt x="150" y="53"/>
                  </a:cubicBezTo>
                  <a:cubicBezTo>
                    <a:pt x="156" y="53"/>
                    <a:pt x="163" y="55"/>
                    <a:pt x="169" y="58"/>
                  </a:cubicBezTo>
                  <a:cubicBezTo>
                    <a:pt x="175" y="60"/>
                    <a:pt x="181" y="64"/>
                    <a:pt x="187" y="70"/>
                  </a:cubicBezTo>
                  <a:cubicBezTo>
                    <a:pt x="193" y="75"/>
                    <a:pt x="199" y="82"/>
                    <a:pt x="204" y="89"/>
                  </a:cubicBezTo>
                  <a:cubicBezTo>
                    <a:pt x="215" y="103"/>
                    <a:pt x="225" y="120"/>
                    <a:pt x="237" y="138"/>
                  </a:cubicBezTo>
                  <a:cubicBezTo>
                    <a:pt x="303" y="240"/>
                    <a:pt x="303" y="240"/>
                    <a:pt x="303" y="240"/>
                  </a:cubicBezTo>
                  <a:cubicBezTo>
                    <a:pt x="367" y="343"/>
                    <a:pt x="367" y="343"/>
                    <a:pt x="367" y="343"/>
                  </a:cubicBezTo>
                  <a:cubicBezTo>
                    <a:pt x="390" y="381"/>
                    <a:pt x="414" y="420"/>
                    <a:pt x="440" y="456"/>
                  </a:cubicBezTo>
                  <a:cubicBezTo>
                    <a:pt x="447" y="466"/>
                    <a:pt x="456" y="479"/>
                    <a:pt x="466" y="484"/>
                  </a:cubicBezTo>
                  <a:cubicBezTo>
                    <a:pt x="472" y="487"/>
                    <a:pt x="478" y="490"/>
                    <a:pt x="485" y="492"/>
                  </a:cubicBezTo>
                  <a:cubicBezTo>
                    <a:pt x="490" y="493"/>
                    <a:pt x="495" y="494"/>
                    <a:pt x="498" y="490"/>
                  </a:cubicBezTo>
                  <a:cubicBezTo>
                    <a:pt x="502" y="485"/>
                    <a:pt x="499" y="475"/>
                    <a:pt x="496" y="468"/>
                  </a:cubicBezTo>
                  <a:cubicBezTo>
                    <a:pt x="490" y="450"/>
                    <a:pt x="480" y="433"/>
                    <a:pt x="471" y="416"/>
                  </a:cubicBezTo>
                  <a:cubicBezTo>
                    <a:pt x="445" y="371"/>
                    <a:pt x="419" y="326"/>
                    <a:pt x="392" y="281"/>
                  </a:cubicBezTo>
                  <a:cubicBezTo>
                    <a:pt x="379" y="259"/>
                    <a:pt x="365" y="237"/>
                    <a:pt x="351" y="215"/>
                  </a:cubicBezTo>
                  <a:cubicBezTo>
                    <a:pt x="288" y="117"/>
                    <a:pt x="288" y="117"/>
                    <a:pt x="288" y="117"/>
                  </a:cubicBezTo>
                  <a:cubicBezTo>
                    <a:pt x="277" y="101"/>
                    <a:pt x="267" y="84"/>
                    <a:pt x="255" y="67"/>
                  </a:cubicBezTo>
                  <a:cubicBezTo>
                    <a:pt x="249" y="58"/>
                    <a:pt x="242" y="49"/>
                    <a:pt x="235" y="41"/>
                  </a:cubicBezTo>
                  <a:cubicBezTo>
                    <a:pt x="231" y="37"/>
                    <a:pt x="227" y="33"/>
                    <a:pt x="222" y="29"/>
                  </a:cubicBezTo>
                  <a:cubicBezTo>
                    <a:pt x="218" y="25"/>
                    <a:pt x="213" y="21"/>
                    <a:pt x="207" y="17"/>
                  </a:cubicBezTo>
                  <a:cubicBezTo>
                    <a:pt x="197" y="11"/>
                    <a:pt x="185" y="5"/>
                    <a:pt x="173" y="2"/>
                  </a:cubicBezTo>
                  <a:cubicBezTo>
                    <a:pt x="166" y="1"/>
                    <a:pt x="160" y="0"/>
                    <a:pt x="153" y="0"/>
                  </a:cubicBezTo>
                  <a:cubicBezTo>
                    <a:pt x="150" y="0"/>
                    <a:pt x="146" y="0"/>
                    <a:pt x="143" y="0"/>
                  </a:cubicBezTo>
                  <a:cubicBezTo>
                    <a:pt x="140" y="0"/>
                    <a:pt x="137" y="1"/>
                    <a:pt x="133" y="1"/>
                  </a:cubicBezTo>
                  <a:cubicBezTo>
                    <a:pt x="121" y="3"/>
                    <a:pt x="108" y="8"/>
                    <a:pt x="97" y="15"/>
                  </a:cubicBezTo>
                  <a:cubicBezTo>
                    <a:pt x="86" y="22"/>
                    <a:pt x="76" y="32"/>
                    <a:pt x="69" y="43"/>
                  </a:cubicBezTo>
                  <a:cubicBezTo>
                    <a:pt x="61" y="56"/>
                    <a:pt x="57" y="71"/>
                    <a:pt x="55" y="85"/>
                  </a:cubicBezTo>
                  <a:cubicBezTo>
                    <a:pt x="54" y="92"/>
                    <a:pt x="54" y="99"/>
                    <a:pt x="54" y="106"/>
                  </a:cubicBezTo>
                  <a:cubicBezTo>
                    <a:pt x="55" y="113"/>
                    <a:pt x="56" y="119"/>
                    <a:pt x="57" y="126"/>
                  </a:cubicBezTo>
                  <a:cubicBezTo>
                    <a:pt x="60" y="139"/>
                    <a:pt x="64" y="151"/>
                    <a:pt x="69" y="163"/>
                  </a:cubicBezTo>
                  <a:cubicBezTo>
                    <a:pt x="74" y="174"/>
                    <a:pt x="80" y="185"/>
                    <a:pt x="86" y="194"/>
                  </a:cubicBezTo>
                  <a:cubicBezTo>
                    <a:pt x="121" y="252"/>
                    <a:pt x="121" y="252"/>
                    <a:pt x="121" y="252"/>
                  </a:cubicBezTo>
                  <a:cubicBezTo>
                    <a:pt x="133" y="271"/>
                    <a:pt x="145" y="290"/>
                    <a:pt x="157" y="309"/>
                  </a:cubicBezTo>
                  <a:cubicBezTo>
                    <a:pt x="218" y="407"/>
                    <a:pt x="281" y="504"/>
                    <a:pt x="339" y="603"/>
                  </a:cubicBezTo>
                  <a:cubicBezTo>
                    <a:pt x="349" y="620"/>
                    <a:pt x="349" y="620"/>
                    <a:pt x="349" y="620"/>
                  </a:cubicBezTo>
                  <a:cubicBezTo>
                    <a:pt x="359" y="637"/>
                    <a:pt x="359" y="637"/>
                    <a:pt x="359" y="637"/>
                  </a:cubicBezTo>
                  <a:cubicBezTo>
                    <a:pt x="361" y="641"/>
                    <a:pt x="363" y="646"/>
                    <a:pt x="365" y="652"/>
                  </a:cubicBezTo>
                  <a:cubicBezTo>
                    <a:pt x="365" y="654"/>
                    <a:pt x="366" y="657"/>
                    <a:pt x="366" y="659"/>
                  </a:cubicBezTo>
                  <a:cubicBezTo>
                    <a:pt x="367" y="660"/>
                    <a:pt x="367" y="662"/>
                    <a:pt x="367" y="662"/>
                  </a:cubicBezTo>
                  <a:cubicBezTo>
                    <a:pt x="367" y="663"/>
                    <a:pt x="367" y="664"/>
                    <a:pt x="367" y="664"/>
                  </a:cubicBezTo>
                  <a:cubicBezTo>
                    <a:pt x="367" y="668"/>
                    <a:pt x="367" y="671"/>
                    <a:pt x="365" y="675"/>
                  </a:cubicBezTo>
                  <a:cubicBezTo>
                    <a:pt x="363" y="678"/>
                    <a:pt x="360" y="680"/>
                    <a:pt x="356" y="681"/>
                  </a:cubicBezTo>
                  <a:cubicBezTo>
                    <a:pt x="353" y="682"/>
                    <a:pt x="350" y="681"/>
                    <a:pt x="347" y="681"/>
                  </a:cubicBezTo>
                  <a:cubicBezTo>
                    <a:pt x="345" y="680"/>
                    <a:pt x="345" y="680"/>
                    <a:pt x="345" y="680"/>
                  </a:cubicBezTo>
                  <a:cubicBezTo>
                    <a:pt x="340" y="678"/>
                    <a:pt x="340" y="678"/>
                    <a:pt x="340" y="678"/>
                  </a:cubicBezTo>
                  <a:cubicBezTo>
                    <a:pt x="331" y="676"/>
                    <a:pt x="331" y="676"/>
                    <a:pt x="331" y="676"/>
                  </a:cubicBezTo>
                  <a:cubicBezTo>
                    <a:pt x="300" y="667"/>
                    <a:pt x="270" y="661"/>
                    <a:pt x="239" y="657"/>
                  </a:cubicBezTo>
                  <a:cubicBezTo>
                    <a:pt x="207" y="654"/>
                    <a:pt x="176" y="653"/>
                    <a:pt x="144" y="656"/>
                  </a:cubicBezTo>
                  <a:cubicBezTo>
                    <a:pt x="128" y="657"/>
                    <a:pt x="112" y="660"/>
                    <a:pt x="97" y="665"/>
                  </a:cubicBezTo>
                  <a:cubicBezTo>
                    <a:pt x="81" y="669"/>
                    <a:pt x="66" y="675"/>
                    <a:pt x="52" y="684"/>
                  </a:cubicBezTo>
                  <a:cubicBezTo>
                    <a:pt x="38" y="693"/>
                    <a:pt x="25" y="705"/>
                    <a:pt x="16" y="719"/>
                  </a:cubicBezTo>
                  <a:cubicBezTo>
                    <a:pt x="11" y="726"/>
                    <a:pt x="8" y="733"/>
                    <a:pt x="5" y="741"/>
                  </a:cubicBezTo>
                  <a:cubicBezTo>
                    <a:pt x="4" y="745"/>
                    <a:pt x="2" y="749"/>
                    <a:pt x="2" y="753"/>
                  </a:cubicBezTo>
                  <a:cubicBezTo>
                    <a:pt x="1" y="757"/>
                    <a:pt x="0" y="762"/>
                    <a:pt x="0" y="766"/>
                  </a:cubicBezTo>
                  <a:cubicBezTo>
                    <a:pt x="0" y="783"/>
                    <a:pt x="5" y="800"/>
                    <a:pt x="17" y="812"/>
                  </a:cubicBezTo>
                  <a:cubicBezTo>
                    <a:pt x="28" y="825"/>
                    <a:pt x="43" y="833"/>
                    <a:pt x="58" y="838"/>
                  </a:cubicBezTo>
                  <a:cubicBezTo>
                    <a:pt x="73" y="843"/>
                    <a:pt x="88" y="846"/>
                    <a:pt x="103" y="850"/>
                  </a:cubicBezTo>
                  <a:cubicBezTo>
                    <a:pt x="118" y="854"/>
                    <a:pt x="133" y="858"/>
                    <a:pt x="148" y="861"/>
                  </a:cubicBezTo>
                  <a:cubicBezTo>
                    <a:pt x="208" y="877"/>
                    <a:pt x="268" y="889"/>
                    <a:pt x="327" y="906"/>
                  </a:cubicBezTo>
                  <a:cubicBezTo>
                    <a:pt x="342" y="911"/>
                    <a:pt x="357" y="915"/>
                    <a:pt x="371" y="920"/>
                  </a:cubicBezTo>
                  <a:cubicBezTo>
                    <a:pt x="386" y="926"/>
                    <a:pt x="401" y="931"/>
                    <a:pt x="415" y="937"/>
                  </a:cubicBezTo>
                  <a:cubicBezTo>
                    <a:pt x="430" y="942"/>
                    <a:pt x="444" y="948"/>
                    <a:pt x="459" y="954"/>
                  </a:cubicBezTo>
                  <a:cubicBezTo>
                    <a:pt x="466" y="956"/>
                    <a:pt x="474" y="959"/>
                    <a:pt x="481" y="961"/>
                  </a:cubicBezTo>
                  <a:cubicBezTo>
                    <a:pt x="489" y="964"/>
                    <a:pt x="496" y="966"/>
                    <a:pt x="504" y="967"/>
                  </a:cubicBezTo>
                  <a:cubicBezTo>
                    <a:pt x="535" y="975"/>
                    <a:pt x="565" y="978"/>
                    <a:pt x="596" y="985"/>
                  </a:cubicBezTo>
                  <a:cubicBezTo>
                    <a:pt x="626" y="992"/>
                    <a:pt x="655" y="1004"/>
                    <a:pt x="681" y="1020"/>
                  </a:cubicBezTo>
                  <a:cubicBezTo>
                    <a:pt x="707" y="1036"/>
                    <a:pt x="731" y="1057"/>
                    <a:pt x="752" y="1079"/>
                  </a:cubicBezTo>
                  <a:cubicBezTo>
                    <a:pt x="774" y="1102"/>
                    <a:pt x="792" y="1127"/>
                    <a:pt x="810" y="1153"/>
                  </a:cubicBezTo>
                  <a:cubicBezTo>
                    <a:pt x="819" y="1165"/>
                    <a:pt x="827" y="1177"/>
                    <a:pt x="835" y="1190"/>
                  </a:cubicBezTo>
                  <a:cubicBezTo>
                    <a:pt x="842" y="1201"/>
                    <a:pt x="842" y="1201"/>
                    <a:pt x="842" y="1201"/>
                  </a:cubicBezTo>
                  <a:cubicBezTo>
                    <a:pt x="843" y="1203"/>
                    <a:pt x="845" y="1208"/>
                    <a:pt x="847" y="1210"/>
                  </a:cubicBezTo>
                  <a:cubicBezTo>
                    <a:pt x="849" y="1211"/>
                    <a:pt x="851" y="1212"/>
                    <a:pt x="853" y="1211"/>
                  </a:cubicBezTo>
                  <a:cubicBezTo>
                    <a:pt x="857" y="1211"/>
                    <a:pt x="858" y="1205"/>
                    <a:pt x="855" y="1199"/>
                  </a:cubicBezTo>
                  <a:cubicBezTo>
                    <a:pt x="827" y="1150"/>
                    <a:pt x="797" y="1100"/>
                    <a:pt x="756" y="10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ja-JP" altLang="en-US"/>
            </a:p>
          </p:txBody>
        </p:sp>
        <p:sp>
          <p:nvSpPr>
            <p:cNvPr id="25" name="Freeform 83">
              <a:extLst>
                <a:ext uri="{FF2B5EF4-FFF2-40B4-BE49-F238E27FC236}">
                  <a16:creationId xmlns:a16="http://schemas.microsoft.com/office/drawing/2014/main" id="{44A5DBB3-3AD8-62CF-93E3-5FBF109774DB}"/>
                </a:ext>
              </a:extLst>
            </p:cNvPr>
            <p:cNvSpPr>
              <a:spLocks/>
            </p:cNvSpPr>
            <p:nvPr/>
          </p:nvSpPr>
          <p:spPr bwMode="auto">
            <a:xfrm>
              <a:off x="258996" y="462807"/>
              <a:ext cx="1077" cy="1416"/>
            </a:xfrm>
            <a:custGeom>
              <a:avLst/>
              <a:gdLst>
                <a:gd name="T0" fmla="*/ 878 w 884"/>
                <a:gd name="T1" fmla="*/ 892 h 1161"/>
                <a:gd name="T2" fmla="*/ 864 w 884"/>
                <a:gd name="T3" fmla="*/ 871 h 1161"/>
                <a:gd name="T4" fmla="*/ 822 w 884"/>
                <a:gd name="T5" fmla="*/ 784 h 1161"/>
                <a:gd name="T6" fmla="*/ 820 w 884"/>
                <a:gd name="T7" fmla="*/ 765 h 1161"/>
                <a:gd name="T8" fmla="*/ 823 w 884"/>
                <a:gd name="T9" fmla="*/ 748 h 1161"/>
                <a:gd name="T10" fmla="*/ 849 w 884"/>
                <a:gd name="T11" fmla="*/ 604 h 1161"/>
                <a:gd name="T12" fmla="*/ 800 w 884"/>
                <a:gd name="T13" fmla="*/ 461 h 1161"/>
                <a:gd name="T14" fmla="*/ 691 w 884"/>
                <a:gd name="T15" fmla="*/ 286 h 1161"/>
                <a:gd name="T16" fmla="*/ 552 w 884"/>
                <a:gd name="T17" fmla="*/ 70 h 1161"/>
                <a:gd name="T18" fmla="*/ 458 w 884"/>
                <a:gd name="T19" fmla="*/ 56 h 1161"/>
                <a:gd name="T20" fmla="*/ 409 w 884"/>
                <a:gd name="T21" fmla="*/ 113 h 1161"/>
                <a:gd name="T22" fmla="*/ 367 w 884"/>
                <a:gd name="T23" fmla="*/ 53 h 1161"/>
                <a:gd name="T24" fmla="*/ 321 w 884"/>
                <a:gd name="T25" fmla="*/ 12 h 1161"/>
                <a:gd name="T26" fmla="*/ 270 w 884"/>
                <a:gd name="T27" fmla="*/ 0 h 1161"/>
                <a:gd name="T28" fmla="*/ 226 w 884"/>
                <a:gd name="T29" fmla="*/ 15 h 1161"/>
                <a:gd name="T30" fmla="*/ 190 w 884"/>
                <a:gd name="T31" fmla="*/ 66 h 1161"/>
                <a:gd name="T32" fmla="*/ 138 w 884"/>
                <a:gd name="T33" fmla="*/ 41 h 1161"/>
                <a:gd name="T34" fmla="*/ 69 w 884"/>
                <a:gd name="T35" fmla="*/ 30 h 1161"/>
                <a:gd name="T36" fmla="*/ 2 w 884"/>
                <a:gd name="T37" fmla="*/ 101 h 1161"/>
                <a:gd name="T38" fmla="*/ 0 w 884"/>
                <a:gd name="T39" fmla="*/ 114 h 1161"/>
                <a:gd name="T40" fmla="*/ 23 w 884"/>
                <a:gd name="T41" fmla="*/ 92 h 1161"/>
                <a:gd name="T42" fmla="*/ 61 w 884"/>
                <a:gd name="T43" fmla="*/ 62 h 1161"/>
                <a:gd name="T44" fmla="*/ 114 w 884"/>
                <a:gd name="T45" fmla="*/ 67 h 1161"/>
                <a:gd name="T46" fmla="*/ 149 w 884"/>
                <a:gd name="T47" fmla="*/ 118 h 1161"/>
                <a:gd name="T48" fmla="*/ 236 w 884"/>
                <a:gd name="T49" fmla="*/ 247 h 1161"/>
                <a:gd name="T50" fmla="*/ 294 w 884"/>
                <a:gd name="T51" fmla="*/ 317 h 1161"/>
                <a:gd name="T52" fmla="*/ 327 w 884"/>
                <a:gd name="T53" fmla="*/ 309 h 1161"/>
                <a:gd name="T54" fmla="*/ 319 w 884"/>
                <a:gd name="T55" fmla="*/ 265 h 1161"/>
                <a:gd name="T56" fmla="*/ 283 w 884"/>
                <a:gd name="T57" fmla="*/ 221 h 1161"/>
                <a:gd name="T58" fmla="*/ 207 w 884"/>
                <a:gd name="T59" fmla="*/ 113 h 1161"/>
                <a:gd name="T60" fmla="*/ 206 w 884"/>
                <a:gd name="T61" fmla="*/ 84 h 1161"/>
                <a:gd name="T62" fmla="*/ 222 w 884"/>
                <a:gd name="T63" fmla="*/ 52 h 1161"/>
                <a:gd name="T64" fmla="*/ 240 w 884"/>
                <a:gd name="T65" fmla="*/ 40 h 1161"/>
                <a:gd name="T66" fmla="*/ 268 w 884"/>
                <a:gd name="T67" fmla="*/ 32 h 1161"/>
                <a:gd name="T68" fmla="*/ 272 w 884"/>
                <a:gd name="T69" fmla="*/ 33 h 1161"/>
                <a:gd name="T70" fmla="*/ 298 w 884"/>
                <a:gd name="T71" fmla="*/ 43 h 1161"/>
                <a:gd name="T72" fmla="*/ 305 w 884"/>
                <a:gd name="T73" fmla="*/ 50 h 1161"/>
                <a:gd name="T74" fmla="*/ 335 w 884"/>
                <a:gd name="T75" fmla="*/ 96 h 1161"/>
                <a:gd name="T76" fmla="*/ 388 w 884"/>
                <a:gd name="T77" fmla="*/ 181 h 1161"/>
                <a:gd name="T78" fmla="*/ 458 w 884"/>
                <a:gd name="T79" fmla="*/ 274 h 1161"/>
                <a:gd name="T80" fmla="*/ 498 w 884"/>
                <a:gd name="T81" fmla="*/ 292 h 1161"/>
                <a:gd name="T82" fmla="*/ 514 w 884"/>
                <a:gd name="T83" fmla="*/ 266 h 1161"/>
                <a:gd name="T84" fmla="*/ 477 w 884"/>
                <a:gd name="T85" fmla="*/ 211 h 1161"/>
                <a:gd name="T86" fmla="*/ 422 w 884"/>
                <a:gd name="T87" fmla="*/ 133 h 1161"/>
                <a:gd name="T88" fmla="*/ 455 w 884"/>
                <a:gd name="T89" fmla="*/ 78 h 1161"/>
                <a:gd name="T90" fmla="*/ 505 w 884"/>
                <a:gd name="T91" fmla="*/ 65 h 1161"/>
                <a:gd name="T92" fmla="*/ 581 w 884"/>
                <a:gd name="T93" fmla="*/ 161 h 1161"/>
                <a:gd name="T94" fmla="*/ 700 w 884"/>
                <a:gd name="T95" fmla="*/ 370 h 1161"/>
                <a:gd name="T96" fmla="*/ 796 w 884"/>
                <a:gd name="T97" fmla="*/ 573 h 1161"/>
                <a:gd name="T98" fmla="*/ 773 w 884"/>
                <a:gd name="T99" fmla="*/ 723 h 1161"/>
                <a:gd name="T100" fmla="*/ 767 w 884"/>
                <a:gd name="T101" fmla="*/ 752 h 1161"/>
                <a:gd name="T102" fmla="*/ 803 w 884"/>
                <a:gd name="T103" fmla="*/ 878 h 1161"/>
                <a:gd name="T104" fmla="*/ 821 w 884"/>
                <a:gd name="T105" fmla="*/ 904 h 1161"/>
                <a:gd name="T106" fmla="*/ 822 w 884"/>
                <a:gd name="T107" fmla="*/ 905 h 1161"/>
                <a:gd name="T108" fmla="*/ 802 w 884"/>
                <a:gd name="T109" fmla="*/ 925 h 1161"/>
                <a:gd name="T110" fmla="*/ 592 w 884"/>
                <a:gd name="T111" fmla="*/ 1070 h 1161"/>
                <a:gd name="T112" fmla="*/ 516 w 884"/>
                <a:gd name="T113" fmla="*/ 1145 h 1161"/>
                <a:gd name="T114" fmla="*/ 564 w 884"/>
                <a:gd name="T115" fmla="*/ 1148 h 1161"/>
                <a:gd name="T116" fmla="*/ 728 w 884"/>
                <a:gd name="T117" fmla="*/ 1044 h 1161"/>
                <a:gd name="T118" fmla="*/ 844 w 884"/>
                <a:gd name="T119" fmla="*/ 960 h 1161"/>
                <a:gd name="T120" fmla="*/ 883 w 884"/>
                <a:gd name="T121" fmla="*/ 918 h 1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884" h="1161">
                  <a:moveTo>
                    <a:pt x="882" y="901"/>
                  </a:moveTo>
                  <a:cubicBezTo>
                    <a:pt x="881" y="899"/>
                    <a:pt x="881" y="898"/>
                    <a:pt x="880" y="896"/>
                  </a:cubicBezTo>
                  <a:cubicBezTo>
                    <a:pt x="878" y="892"/>
                    <a:pt x="878" y="892"/>
                    <a:pt x="878" y="892"/>
                  </a:cubicBezTo>
                  <a:cubicBezTo>
                    <a:pt x="873" y="884"/>
                    <a:pt x="873" y="884"/>
                    <a:pt x="873" y="884"/>
                  </a:cubicBezTo>
                  <a:cubicBezTo>
                    <a:pt x="871" y="881"/>
                    <a:pt x="869" y="879"/>
                    <a:pt x="867" y="876"/>
                  </a:cubicBezTo>
                  <a:cubicBezTo>
                    <a:pt x="864" y="871"/>
                    <a:pt x="864" y="871"/>
                    <a:pt x="864" y="871"/>
                  </a:cubicBezTo>
                  <a:cubicBezTo>
                    <a:pt x="857" y="861"/>
                    <a:pt x="857" y="861"/>
                    <a:pt x="857" y="861"/>
                  </a:cubicBezTo>
                  <a:cubicBezTo>
                    <a:pt x="849" y="848"/>
                    <a:pt x="841" y="836"/>
                    <a:pt x="835" y="823"/>
                  </a:cubicBezTo>
                  <a:cubicBezTo>
                    <a:pt x="829" y="810"/>
                    <a:pt x="824" y="797"/>
                    <a:pt x="822" y="784"/>
                  </a:cubicBezTo>
                  <a:cubicBezTo>
                    <a:pt x="821" y="782"/>
                    <a:pt x="821" y="781"/>
                    <a:pt x="821" y="779"/>
                  </a:cubicBezTo>
                  <a:cubicBezTo>
                    <a:pt x="821" y="774"/>
                    <a:pt x="821" y="774"/>
                    <a:pt x="821" y="774"/>
                  </a:cubicBezTo>
                  <a:cubicBezTo>
                    <a:pt x="820" y="771"/>
                    <a:pt x="821" y="768"/>
                    <a:pt x="820" y="765"/>
                  </a:cubicBezTo>
                  <a:cubicBezTo>
                    <a:pt x="821" y="761"/>
                    <a:pt x="821" y="758"/>
                    <a:pt x="821" y="755"/>
                  </a:cubicBezTo>
                  <a:cubicBezTo>
                    <a:pt x="823" y="751"/>
                    <a:pt x="823" y="751"/>
                    <a:pt x="823" y="751"/>
                  </a:cubicBezTo>
                  <a:cubicBezTo>
                    <a:pt x="823" y="748"/>
                    <a:pt x="823" y="748"/>
                    <a:pt x="823" y="748"/>
                  </a:cubicBezTo>
                  <a:cubicBezTo>
                    <a:pt x="823" y="747"/>
                    <a:pt x="823" y="747"/>
                    <a:pt x="824" y="746"/>
                  </a:cubicBezTo>
                  <a:cubicBezTo>
                    <a:pt x="833" y="715"/>
                    <a:pt x="841" y="683"/>
                    <a:pt x="845" y="650"/>
                  </a:cubicBezTo>
                  <a:cubicBezTo>
                    <a:pt x="847" y="635"/>
                    <a:pt x="849" y="619"/>
                    <a:pt x="849" y="604"/>
                  </a:cubicBezTo>
                  <a:cubicBezTo>
                    <a:pt x="849" y="588"/>
                    <a:pt x="846" y="572"/>
                    <a:pt x="842" y="557"/>
                  </a:cubicBezTo>
                  <a:cubicBezTo>
                    <a:pt x="838" y="539"/>
                    <a:pt x="832" y="522"/>
                    <a:pt x="824" y="506"/>
                  </a:cubicBezTo>
                  <a:cubicBezTo>
                    <a:pt x="817" y="490"/>
                    <a:pt x="809" y="475"/>
                    <a:pt x="800" y="461"/>
                  </a:cubicBezTo>
                  <a:cubicBezTo>
                    <a:pt x="790" y="446"/>
                    <a:pt x="781" y="432"/>
                    <a:pt x="771" y="417"/>
                  </a:cubicBezTo>
                  <a:cubicBezTo>
                    <a:pt x="761" y="403"/>
                    <a:pt x="752" y="389"/>
                    <a:pt x="742" y="374"/>
                  </a:cubicBezTo>
                  <a:cubicBezTo>
                    <a:pt x="724" y="346"/>
                    <a:pt x="708" y="316"/>
                    <a:pt x="691" y="286"/>
                  </a:cubicBezTo>
                  <a:cubicBezTo>
                    <a:pt x="674" y="257"/>
                    <a:pt x="655" y="229"/>
                    <a:pt x="637" y="200"/>
                  </a:cubicBezTo>
                  <a:cubicBezTo>
                    <a:pt x="619" y="171"/>
                    <a:pt x="601" y="141"/>
                    <a:pt x="583" y="112"/>
                  </a:cubicBezTo>
                  <a:cubicBezTo>
                    <a:pt x="574" y="97"/>
                    <a:pt x="564" y="83"/>
                    <a:pt x="552" y="70"/>
                  </a:cubicBezTo>
                  <a:cubicBezTo>
                    <a:pt x="546" y="64"/>
                    <a:pt x="539" y="59"/>
                    <a:pt x="531" y="54"/>
                  </a:cubicBezTo>
                  <a:cubicBezTo>
                    <a:pt x="524" y="50"/>
                    <a:pt x="516" y="47"/>
                    <a:pt x="507" y="45"/>
                  </a:cubicBezTo>
                  <a:cubicBezTo>
                    <a:pt x="490" y="43"/>
                    <a:pt x="472" y="47"/>
                    <a:pt x="458" y="56"/>
                  </a:cubicBezTo>
                  <a:cubicBezTo>
                    <a:pt x="443" y="64"/>
                    <a:pt x="432" y="77"/>
                    <a:pt x="423" y="91"/>
                  </a:cubicBezTo>
                  <a:cubicBezTo>
                    <a:pt x="418" y="97"/>
                    <a:pt x="414" y="104"/>
                    <a:pt x="410" y="111"/>
                  </a:cubicBezTo>
                  <a:cubicBezTo>
                    <a:pt x="409" y="113"/>
                    <a:pt x="409" y="113"/>
                    <a:pt x="409" y="113"/>
                  </a:cubicBezTo>
                  <a:cubicBezTo>
                    <a:pt x="385" y="78"/>
                    <a:pt x="385" y="78"/>
                    <a:pt x="385" y="78"/>
                  </a:cubicBezTo>
                  <a:cubicBezTo>
                    <a:pt x="377" y="65"/>
                    <a:pt x="377" y="65"/>
                    <a:pt x="377" y="65"/>
                  </a:cubicBezTo>
                  <a:cubicBezTo>
                    <a:pt x="374" y="61"/>
                    <a:pt x="370" y="57"/>
                    <a:pt x="367" y="53"/>
                  </a:cubicBezTo>
                  <a:cubicBezTo>
                    <a:pt x="359" y="44"/>
                    <a:pt x="351" y="34"/>
                    <a:pt x="342" y="26"/>
                  </a:cubicBezTo>
                  <a:cubicBezTo>
                    <a:pt x="337" y="21"/>
                    <a:pt x="331" y="18"/>
                    <a:pt x="326" y="14"/>
                  </a:cubicBezTo>
                  <a:cubicBezTo>
                    <a:pt x="321" y="12"/>
                    <a:pt x="321" y="12"/>
                    <a:pt x="321" y="12"/>
                  </a:cubicBezTo>
                  <a:cubicBezTo>
                    <a:pt x="320" y="11"/>
                    <a:pt x="318" y="10"/>
                    <a:pt x="317" y="10"/>
                  </a:cubicBezTo>
                  <a:cubicBezTo>
                    <a:pt x="313" y="9"/>
                    <a:pt x="310" y="7"/>
                    <a:pt x="307" y="7"/>
                  </a:cubicBezTo>
                  <a:cubicBezTo>
                    <a:pt x="295" y="3"/>
                    <a:pt x="283" y="0"/>
                    <a:pt x="270" y="0"/>
                  </a:cubicBezTo>
                  <a:cubicBezTo>
                    <a:pt x="263" y="0"/>
                    <a:pt x="257" y="2"/>
                    <a:pt x="252" y="4"/>
                  </a:cubicBezTo>
                  <a:cubicBezTo>
                    <a:pt x="246" y="6"/>
                    <a:pt x="240" y="8"/>
                    <a:pt x="235" y="11"/>
                  </a:cubicBezTo>
                  <a:cubicBezTo>
                    <a:pt x="232" y="12"/>
                    <a:pt x="229" y="14"/>
                    <a:pt x="226" y="15"/>
                  </a:cubicBezTo>
                  <a:cubicBezTo>
                    <a:pt x="224" y="17"/>
                    <a:pt x="221" y="19"/>
                    <a:pt x="219" y="20"/>
                  </a:cubicBezTo>
                  <a:cubicBezTo>
                    <a:pt x="214" y="24"/>
                    <a:pt x="209" y="28"/>
                    <a:pt x="205" y="33"/>
                  </a:cubicBezTo>
                  <a:cubicBezTo>
                    <a:pt x="196" y="42"/>
                    <a:pt x="191" y="54"/>
                    <a:pt x="190" y="66"/>
                  </a:cubicBezTo>
                  <a:cubicBezTo>
                    <a:pt x="189" y="74"/>
                    <a:pt x="188" y="82"/>
                    <a:pt x="189" y="90"/>
                  </a:cubicBezTo>
                  <a:cubicBezTo>
                    <a:pt x="181" y="81"/>
                    <a:pt x="175" y="72"/>
                    <a:pt x="167" y="64"/>
                  </a:cubicBezTo>
                  <a:cubicBezTo>
                    <a:pt x="159" y="55"/>
                    <a:pt x="149" y="47"/>
                    <a:pt x="138" y="41"/>
                  </a:cubicBezTo>
                  <a:cubicBezTo>
                    <a:pt x="127" y="36"/>
                    <a:pt x="117" y="30"/>
                    <a:pt x="105" y="27"/>
                  </a:cubicBezTo>
                  <a:cubicBezTo>
                    <a:pt x="99" y="26"/>
                    <a:pt x="93" y="26"/>
                    <a:pt x="87" y="26"/>
                  </a:cubicBezTo>
                  <a:cubicBezTo>
                    <a:pt x="81" y="27"/>
                    <a:pt x="75" y="28"/>
                    <a:pt x="69" y="30"/>
                  </a:cubicBezTo>
                  <a:cubicBezTo>
                    <a:pt x="58" y="32"/>
                    <a:pt x="47" y="38"/>
                    <a:pt x="37" y="45"/>
                  </a:cubicBezTo>
                  <a:cubicBezTo>
                    <a:pt x="28" y="52"/>
                    <a:pt x="20" y="60"/>
                    <a:pt x="14" y="70"/>
                  </a:cubicBezTo>
                  <a:cubicBezTo>
                    <a:pt x="8" y="80"/>
                    <a:pt x="4" y="90"/>
                    <a:pt x="2" y="101"/>
                  </a:cubicBezTo>
                  <a:cubicBezTo>
                    <a:pt x="2" y="104"/>
                    <a:pt x="1" y="107"/>
                    <a:pt x="1" y="109"/>
                  </a:cubicBezTo>
                  <a:cubicBezTo>
                    <a:pt x="1" y="112"/>
                    <a:pt x="1" y="112"/>
                    <a:pt x="1" y="112"/>
                  </a:cubicBezTo>
                  <a:cubicBezTo>
                    <a:pt x="1" y="112"/>
                    <a:pt x="0" y="113"/>
                    <a:pt x="0" y="114"/>
                  </a:cubicBezTo>
                  <a:cubicBezTo>
                    <a:pt x="1" y="114"/>
                    <a:pt x="2" y="115"/>
                    <a:pt x="4" y="116"/>
                  </a:cubicBezTo>
                  <a:cubicBezTo>
                    <a:pt x="8" y="117"/>
                    <a:pt x="11" y="118"/>
                    <a:pt x="12" y="117"/>
                  </a:cubicBezTo>
                  <a:cubicBezTo>
                    <a:pt x="15" y="108"/>
                    <a:pt x="18" y="100"/>
                    <a:pt x="23" y="92"/>
                  </a:cubicBezTo>
                  <a:cubicBezTo>
                    <a:pt x="27" y="85"/>
                    <a:pt x="33" y="78"/>
                    <a:pt x="40" y="73"/>
                  </a:cubicBezTo>
                  <a:cubicBezTo>
                    <a:pt x="43" y="71"/>
                    <a:pt x="47" y="69"/>
                    <a:pt x="51" y="67"/>
                  </a:cubicBezTo>
                  <a:cubicBezTo>
                    <a:pt x="54" y="65"/>
                    <a:pt x="58" y="63"/>
                    <a:pt x="61" y="62"/>
                  </a:cubicBezTo>
                  <a:cubicBezTo>
                    <a:pt x="68" y="59"/>
                    <a:pt x="75" y="57"/>
                    <a:pt x="83" y="57"/>
                  </a:cubicBezTo>
                  <a:cubicBezTo>
                    <a:pt x="91" y="57"/>
                    <a:pt x="98" y="59"/>
                    <a:pt x="105" y="62"/>
                  </a:cubicBezTo>
                  <a:cubicBezTo>
                    <a:pt x="109" y="63"/>
                    <a:pt x="112" y="65"/>
                    <a:pt x="114" y="67"/>
                  </a:cubicBezTo>
                  <a:cubicBezTo>
                    <a:pt x="117" y="69"/>
                    <a:pt x="120" y="73"/>
                    <a:pt x="123" y="76"/>
                  </a:cubicBezTo>
                  <a:cubicBezTo>
                    <a:pt x="126" y="81"/>
                    <a:pt x="131" y="87"/>
                    <a:pt x="135" y="93"/>
                  </a:cubicBezTo>
                  <a:cubicBezTo>
                    <a:pt x="139" y="100"/>
                    <a:pt x="144" y="109"/>
                    <a:pt x="149" y="118"/>
                  </a:cubicBezTo>
                  <a:cubicBezTo>
                    <a:pt x="159" y="137"/>
                    <a:pt x="170" y="154"/>
                    <a:pt x="181" y="172"/>
                  </a:cubicBezTo>
                  <a:cubicBezTo>
                    <a:pt x="190" y="186"/>
                    <a:pt x="199" y="199"/>
                    <a:pt x="209" y="212"/>
                  </a:cubicBezTo>
                  <a:cubicBezTo>
                    <a:pt x="218" y="224"/>
                    <a:pt x="227" y="236"/>
                    <a:pt x="236" y="247"/>
                  </a:cubicBezTo>
                  <a:cubicBezTo>
                    <a:pt x="245" y="259"/>
                    <a:pt x="254" y="271"/>
                    <a:pt x="263" y="282"/>
                  </a:cubicBezTo>
                  <a:cubicBezTo>
                    <a:pt x="277" y="299"/>
                    <a:pt x="277" y="299"/>
                    <a:pt x="277" y="299"/>
                  </a:cubicBezTo>
                  <a:cubicBezTo>
                    <a:pt x="282" y="306"/>
                    <a:pt x="286" y="313"/>
                    <a:pt x="294" y="317"/>
                  </a:cubicBezTo>
                  <a:cubicBezTo>
                    <a:pt x="296" y="319"/>
                    <a:pt x="298" y="321"/>
                    <a:pt x="304" y="319"/>
                  </a:cubicBezTo>
                  <a:cubicBezTo>
                    <a:pt x="308" y="318"/>
                    <a:pt x="312" y="317"/>
                    <a:pt x="316" y="315"/>
                  </a:cubicBezTo>
                  <a:cubicBezTo>
                    <a:pt x="320" y="314"/>
                    <a:pt x="324" y="312"/>
                    <a:pt x="327" y="309"/>
                  </a:cubicBezTo>
                  <a:cubicBezTo>
                    <a:pt x="332" y="306"/>
                    <a:pt x="333" y="303"/>
                    <a:pt x="334" y="301"/>
                  </a:cubicBezTo>
                  <a:cubicBezTo>
                    <a:pt x="335" y="296"/>
                    <a:pt x="334" y="293"/>
                    <a:pt x="332" y="290"/>
                  </a:cubicBezTo>
                  <a:cubicBezTo>
                    <a:pt x="328" y="282"/>
                    <a:pt x="324" y="273"/>
                    <a:pt x="319" y="265"/>
                  </a:cubicBezTo>
                  <a:cubicBezTo>
                    <a:pt x="316" y="261"/>
                    <a:pt x="313" y="258"/>
                    <a:pt x="310" y="254"/>
                  </a:cubicBezTo>
                  <a:cubicBezTo>
                    <a:pt x="296" y="238"/>
                    <a:pt x="296" y="238"/>
                    <a:pt x="296" y="238"/>
                  </a:cubicBezTo>
                  <a:cubicBezTo>
                    <a:pt x="283" y="221"/>
                    <a:pt x="283" y="221"/>
                    <a:pt x="283" y="221"/>
                  </a:cubicBezTo>
                  <a:cubicBezTo>
                    <a:pt x="270" y="204"/>
                    <a:pt x="270" y="204"/>
                    <a:pt x="270" y="204"/>
                  </a:cubicBezTo>
                  <a:cubicBezTo>
                    <a:pt x="260" y="192"/>
                    <a:pt x="251" y="178"/>
                    <a:pt x="242" y="165"/>
                  </a:cubicBezTo>
                  <a:cubicBezTo>
                    <a:pt x="207" y="113"/>
                    <a:pt x="207" y="113"/>
                    <a:pt x="207" y="113"/>
                  </a:cubicBezTo>
                  <a:cubicBezTo>
                    <a:pt x="205" y="111"/>
                    <a:pt x="205" y="111"/>
                    <a:pt x="205" y="111"/>
                  </a:cubicBezTo>
                  <a:cubicBezTo>
                    <a:pt x="206" y="111"/>
                    <a:pt x="206" y="111"/>
                    <a:pt x="206" y="110"/>
                  </a:cubicBezTo>
                  <a:cubicBezTo>
                    <a:pt x="205" y="103"/>
                    <a:pt x="205" y="93"/>
                    <a:pt x="206" y="84"/>
                  </a:cubicBezTo>
                  <a:cubicBezTo>
                    <a:pt x="207" y="79"/>
                    <a:pt x="207" y="74"/>
                    <a:pt x="209" y="70"/>
                  </a:cubicBezTo>
                  <a:cubicBezTo>
                    <a:pt x="210" y="66"/>
                    <a:pt x="212" y="62"/>
                    <a:pt x="214" y="59"/>
                  </a:cubicBezTo>
                  <a:cubicBezTo>
                    <a:pt x="217" y="56"/>
                    <a:pt x="220" y="54"/>
                    <a:pt x="222" y="52"/>
                  </a:cubicBezTo>
                  <a:cubicBezTo>
                    <a:pt x="225" y="49"/>
                    <a:pt x="228" y="47"/>
                    <a:pt x="232" y="45"/>
                  </a:cubicBezTo>
                  <a:cubicBezTo>
                    <a:pt x="233" y="43"/>
                    <a:pt x="235" y="42"/>
                    <a:pt x="237" y="41"/>
                  </a:cubicBezTo>
                  <a:cubicBezTo>
                    <a:pt x="240" y="40"/>
                    <a:pt x="240" y="40"/>
                    <a:pt x="240" y="40"/>
                  </a:cubicBezTo>
                  <a:cubicBezTo>
                    <a:pt x="242" y="39"/>
                    <a:pt x="242" y="39"/>
                    <a:pt x="242" y="39"/>
                  </a:cubicBezTo>
                  <a:cubicBezTo>
                    <a:pt x="246" y="37"/>
                    <a:pt x="250" y="36"/>
                    <a:pt x="255" y="35"/>
                  </a:cubicBezTo>
                  <a:cubicBezTo>
                    <a:pt x="259" y="34"/>
                    <a:pt x="264" y="33"/>
                    <a:pt x="268" y="32"/>
                  </a:cubicBezTo>
                  <a:cubicBezTo>
                    <a:pt x="269" y="32"/>
                    <a:pt x="270" y="32"/>
                    <a:pt x="270" y="32"/>
                  </a:cubicBezTo>
                  <a:cubicBezTo>
                    <a:pt x="270" y="32"/>
                    <a:pt x="270" y="32"/>
                    <a:pt x="271" y="32"/>
                  </a:cubicBezTo>
                  <a:cubicBezTo>
                    <a:pt x="272" y="33"/>
                    <a:pt x="272" y="33"/>
                    <a:pt x="272" y="33"/>
                  </a:cubicBezTo>
                  <a:cubicBezTo>
                    <a:pt x="275" y="33"/>
                    <a:pt x="277" y="33"/>
                    <a:pt x="279" y="33"/>
                  </a:cubicBezTo>
                  <a:cubicBezTo>
                    <a:pt x="283" y="34"/>
                    <a:pt x="287" y="35"/>
                    <a:pt x="290" y="37"/>
                  </a:cubicBezTo>
                  <a:cubicBezTo>
                    <a:pt x="293" y="38"/>
                    <a:pt x="297" y="41"/>
                    <a:pt x="298" y="43"/>
                  </a:cubicBezTo>
                  <a:cubicBezTo>
                    <a:pt x="299" y="44"/>
                    <a:pt x="300" y="44"/>
                    <a:pt x="300" y="45"/>
                  </a:cubicBezTo>
                  <a:cubicBezTo>
                    <a:pt x="301" y="45"/>
                    <a:pt x="301" y="46"/>
                    <a:pt x="302" y="46"/>
                  </a:cubicBezTo>
                  <a:cubicBezTo>
                    <a:pt x="303" y="48"/>
                    <a:pt x="304" y="49"/>
                    <a:pt x="305" y="50"/>
                  </a:cubicBezTo>
                  <a:cubicBezTo>
                    <a:pt x="308" y="53"/>
                    <a:pt x="310" y="56"/>
                    <a:pt x="313" y="59"/>
                  </a:cubicBezTo>
                  <a:cubicBezTo>
                    <a:pt x="317" y="65"/>
                    <a:pt x="322" y="72"/>
                    <a:pt x="327" y="81"/>
                  </a:cubicBezTo>
                  <a:cubicBezTo>
                    <a:pt x="329" y="86"/>
                    <a:pt x="332" y="91"/>
                    <a:pt x="335" y="96"/>
                  </a:cubicBezTo>
                  <a:cubicBezTo>
                    <a:pt x="337" y="100"/>
                    <a:pt x="340" y="105"/>
                    <a:pt x="343" y="110"/>
                  </a:cubicBezTo>
                  <a:cubicBezTo>
                    <a:pt x="348" y="120"/>
                    <a:pt x="354" y="129"/>
                    <a:pt x="360" y="138"/>
                  </a:cubicBezTo>
                  <a:cubicBezTo>
                    <a:pt x="369" y="153"/>
                    <a:pt x="378" y="167"/>
                    <a:pt x="388" y="181"/>
                  </a:cubicBezTo>
                  <a:cubicBezTo>
                    <a:pt x="397" y="194"/>
                    <a:pt x="406" y="206"/>
                    <a:pt x="415" y="219"/>
                  </a:cubicBezTo>
                  <a:cubicBezTo>
                    <a:pt x="425" y="231"/>
                    <a:pt x="434" y="244"/>
                    <a:pt x="443" y="256"/>
                  </a:cubicBezTo>
                  <a:cubicBezTo>
                    <a:pt x="458" y="274"/>
                    <a:pt x="458" y="274"/>
                    <a:pt x="458" y="274"/>
                  </a:cubicBezTo>
                  <a:cubicBezTo>
                    <a:pt x="463" y="281"/>
                    <a:pt x="467" y="288"/>
                    <a:pt x="475" y="294"/>
                  </a:cubicBezTo>
                  <a:cubicBezTo>
                    <a:pt x="477" y="295"/>
                    <a:pt x="479" y="297"/>
                    <a:pt x="486" y="295"/>
                  </a:cubicBezTo>
                  <a:cubicBezTo>
                    <a:pt x="490" y="294"/>
                    <a:pt x="494" y="293"/>
                    <a:pt x="498" y="292"/>
                  </a:cubicBezTo>
                  <a:cubicBezTo>
                    <a:pt x="501" y="291"/>
                    <a:pt x="505" y="289"/>
                    <a:pt x="509" y="286"/>
                  </a:cubicBezTo>
                  <a:cubicBezTo>
                    <a:pt x="514" y="283"/>
                    <a:pt x="515" y="280"/>
                    <a:pt x="516" y="278"/>
                  </a:cubicBezTo>
                  <a:cubicBezTo>
                    <a:pt x="517" y="273"/>
                    <a:pt x="515" y="270"/>
                    <a:pt x="514" y="266"/>
                  </a:cubicBezTo>
                  <a:cubicBezTo>
                    <a:pt x="509" y="258"/>
                    <a:pt x="505" y="249"/>
                    <a:pt x="500" y="240"/>
                  </a:cubicBezTo>
                  <a:cubicBezTo>
                    <a:pt x="497" y="236"/>
                    <a:pt x="494" y="232"/>
                    <a:pt x="491" y="228"/>
                  </a:cubicBezTo>
                  <a:cubicBezTo>
                    <a:pt x="477" y="211"/>
                    <a:pt x="477" y="211"/>
                    <a:pt x="477" y="211"/>
                  </a:cubicBezTo>
                  <a:cubicBezTo>
                    <a:pt x="463" y="193"/>
                    <a:pt x="463" y="193"/>
                    <a:pt x="463" y="193"/>
                  </a:cubicBezTo>
                  <a:cubicBezTo>
                    <a:pt x="450" y="175"/>
                    <a:pt x="450" y="175"/>
                    <a:pt x="450" y="175"/>
                  </a:cubicBezTo>
                  <a:cubicBezTo>
                    <a:pt x="440" y="162"/>
                    <a:pt x="431" y="147"/>
                    <a:pt x="422" y="133"/>
                  </a:cubicBezTo>
                  <a:cubicBezTo>
                    <a:pt x="416" y="125"/>
                    <a:pt x="416" y="125"/>
                    <a:pt x="416" y="125"/>
                  </a:cubicBezTo>
                  <a:cubicBezTo>
                    <a:pt x="424" y="113"/>
                    <a:pt x="432" y="101"/>
                    <a:pt x="441" y="92"/>
                  </a:cubicBezTo>
                  <a:cubicBezTo>
                    <a:pt x="445" y="86"/>
                    <a:pt x="450" y="82"/>
                    <a:pt x="455" y="78"/>
                  </a:cubicBezTo>
                  <a:cubicBezTo>
                    <a:pt x="460" y="74"/>
                    <a:pt x="465" y="71"/>
                    <a:pt x="471" y="69"/>
                  </a:cubicBezTo>
                  <a:cubicBezTo>
                    <a:pt x="477" y="66"/>
                    <a:pt x="483" y="65"/>
                    <a:pt x="488" y="64"/>
                  </a:cubicBezTo>
                  <a:cubicBezTo>
                    <a:pt x="494" y="63"/>
                    <a:pt x="500" y="64"/>
                    <a:pt x="505" y="65"/>
                  </a:cubicBezTo>
                  <a:cubicBezTo>
                    <a:pt x="516" y="68"/>
                    <a:pt x="526" y="75"/>
                    <a:pt x="534" y="85"/>
                  </a:cubicBezTo>
                  <a:cubicBezTo>
                    <a:pt x="543" y="95"/>
                    <a:pt x="550" y="107"/>
                    <a:pt x="558" y="120"/>
                  </a:cubicBezTo>
                  <a:cubicBezTo>
                    <a:pt x="581" y="161"/>
                    <a:pt x="581" y="161"/>
                    <a:pt x="581" y="161"/>
                  </a:cubicBezTo>
                  <a:cubicBezTo>
                    <a:pt x="629" y="244"/>
                    <a:pt x="629" y="244"/>
                    <a:pt x="629" y="244"/>
                  </a:cubicBezTo>
                  <a:cubicBezTo>
                    <a:pt x="645" y="271"/>
                    <a:pt x="661" y="299"/>
                    <a:pt x="677" y="327"/>
                  </a:cubicBezTo>
                  <a:cubicBezTo>
                    <a:pt x="700" y="370"/>
                    <a:pt x="700" y="370"/>
                    <a:pt x="700" y="370"/>
                  </a:cubicBezTo>
                  <a:cubicBezTo>
                    <a:pt x="708" y="384"/>
                    <a:pt x="718" y="404"/>
                    <a:pt x="729" y="423"/>
                  </a:cubicBezTo>
                  <a:cubicBezTo>
                    <a:pt x="744" y="451"/>
                    <a:pt x="759" y="475"/>
                    <a:pt x="771" y="499"/>
                  </a:cubicBezTo>
                  <a:cubicBezTo>
                    <a:pt x="783" y="523"/>
                    <a:pt x="793" y="547"/>
                    <a:pt x="796" y="573"/>
                  </a:cubicBezTo>
                  <a:cubicBezTo>
                    <a:pt x="799" y="599"/>
                    <a:pt x="796" y="628"/>
                    <a:pt x="790" y="657"/>
                  </a:cubicBezTo>
                  <a:cubicBezTo>
                    <a:pt x="787" y="672"/>
                    <a:pt x="784" y="686"/>
                    <a:pt x="780" y="701"/>
                  </a:cubicBezTo>
                  <a:cubicBezTo>
                    <a:pt x="778" y="709"/>
                    <a:pt x="776" y="716"/>
                    <a:pt x="773" y="723"/>
                  </a:cubicBezTo>
                  <a:cubicBezTo>
                    <a:pt x="772" y="727"/>
                    <a:pt x="771" y="730"/>
                    <a:pt x="770" y="736"/>
                  </a:cubicBezTo>
                  <a:cubicBezTo>
                    <a:pt x="768" y="744"/>
                    <a:pt x="768" y="744"/>
                    <a:pt x="768" y="744"/>
                  </a:cubicBezTo>
                  <a:cubicBezTo>
                    <a:pt x="767" y="746"/>
                    <a:pt x="767" y="749"/>
                    <a:pt x="767" y="752"/>
                  </a:cubicBezTo>
                  <a:cubicBezTo>
                    <a:pt x="764" y="768"/>
                    <a:pt x="765" y="785"/>
                    <a:pt x="769" y="800"/>
                  </a:cubicBezTo>
                  <a:cubicBezTo>
                    <a:pt x="772" y="815"/>
                    <a:pt x="777" y="829"/>
                    <a:pt x="783" y="842"/>
                  </a:cubicBezTo>
                  <a:cubicBezTo>
                    <a:pt x="789" y="855"/>
                    <a:pt x="796" y="867"/>
                    <a:pt x="803" y="878"/>
                  </a:cubicBezTo>
                  <a:cubicBezTo>
                    <a:pt x="807" y="884"/>
                    <a:pt x="811" y="889"/>
                    <a:pt x="814" y="894"/>
                  </a:cubicBezTo>
                  <a:cubicBezTo>
                    <a:pt x="820" y="902"/>
                    <a:pt x="820" y="902"/>
                    <a:pt x="820" y="902"/>
                  </a:cubicBezTo>
                  <a:cubicBezTo>
                    <a:pt x="821" y="904"/>
                    <a:pt x="821" y="904"/>
                    <a:pt x="821" y="904"/>
                  </a:cubicBezTo>
                  <a:cubicBezTo>
                    <a:pt x="821" y="904"/>
                    <a:pt x="821" y="904"/>
                    <a:pt x="821" y="904"/>
                  </a:cubicBezTo>
                  <a:cubicBezTo>
                    <a:pt x="821" y="905"/>
                    <a:pt x="821" y="905"/>
                    <a:pt x="821" y="905"/>
                  </a:cubicBezTo>
                  <a:cubicBezTo>
                    <a:pt x="822" y="905"/>
                    <a:pt x="822" y="905"/>
                    <a:pt x="822" y="905"/>
                  </a:cubicBezTo>
                  <a:cubicBezTo>
                    <a:pt x="822" y="905"/>
                    <a:pt x="823" y="906"/>
                    <a:pt x="823" y="907"/>
                  </a:cubicBezTo>
                  <a:cubicBezTo>
                    <a:pt x="823" y="908"/>
                    <a:pt x="823" y="908"/>
                    <a:pt x="822" y="909"/>
                  </a:cubicBezTo>
                  <a:cubicBezTo>
                    <a:pt x="815" y="915"/>
                    <a:pt x="809" y="920"/>
                    <a:pt x="802" y="925"/>
                  </a:cubicBezTo>
                  <a:cubicBezTo>
                    <a:pt x="757" y="957"/>
                    <a:pt x="757" y="957"/>
                    <a:pt x="757" y="957"/>
                  </a:cubicBezTo>
                  <a:cubicBezTo>
                    <a:pt x="721" y="983"/>
                    <a:pt x="684" y="1008"/>
                    <a:pt x="647" y="1033"/>
                  </a:cubicBezTo>
                  <a:cubicBezTo>
                    <a:pt x="629" y="1046"/>
                    <a:pt x="610" y="1058"/>
                    <a:pt x="592" y="1070"/>
                  </a:cubicBezTo>
                  <a:cubicBezTo>
                    <a:pt x="571" y="1084"/>
                    <a:pt x="550" y="1097"/>
                    <a:pt x="531" y="1112"/>
                  </a:cubicBezTo>
                  <a:cubicBezTo>
                    <a:pt x="526" y="1117"/>
                    <a:pt x="519" y="1122"/>
                    <a:pt x="518" y="1130"/>
                  </a:cubicBezTo>
                  <a:cubicBezTo>
                    <a:pt x="517" y="1135"/>
                    <a:pt x="516" y="1140"/>
                    <a:pt x="516" y="1145"/>
                  </a:cubicBezTo>
                  <a:cubicBezTo>
                    <a:pt x="516" y="1149"/>
                    <a:pt x="516" y="1154"/>
                    <a:pt x="520" y="1157"/>
                  </a:cubicBezTo>
                  <a:cubicBezTo>
                    <a:pt x="523" y="1161"/>
                    <a:pt x="530" y="1161"/>
                    <a:pt x="534" y="1160"/>
                  </a:cubicBezTo>
                  <a:cubicBezTo>
                    <a:pt x="545" y="1158"/>
                    <a:pt x="554" y="1153"/>
                    <a:pt x="564" y="1148"/>
                  </a:cubicBezTo>
                  <a:cubicBezTo>
                    <a:pt x="589" y="1134"/>
                    <a:pt x="614" y="1120"/>
                    <a:pt x="639" y="1105"/>
                  </a:cubicBezTo>
                  <a:cubicBezTo>
                    <a:pt x="651" y="1097"/>
                    <a:pt x="663" y="1089"/>
                    <a:pt x="675" y="1081"/>
                  </a:cubicBezTo>
                  <a:cubicBezTo>
                    <a:pt x="728" y="1044"/>
                    <a:pt x="728" y="1044"/>
                    <a:pt x="728" y="1044"/>
                  </a:cubicBezTo>
                  <a:cubicBezTo>
                    <a:pt x="781" y="1006"/>
                    <a:pt x="781" y="1006"/>
                    <a:pt x="781" y="1006"/>
                  </a:cubicBezTo>
                  <a:cubicBezTo>
                    <a:pt x="798" y="994"/>
                    <a:pt x="815" y="981"/>
                    <a:pt x="833" y="968"/>
                  </a:cubicBezTo>
                  <a:cubicBezTo>
                    <a:pt x="844" y="960"/>
                    <a:pt x="844" y="960"/>
                    <a:pt x="844" y="960"/>
                  </a:cubicBezTo>
                  <a:cubicBezTo>
                    <a:pt x="850" y="956"/>
                    <a:pt x="850" y="956"/>
                    <a:pt x="850" y="956"/>
                  </a:cubicBezTo>
                  <a:cubicBezTo>
                    <a:pt x="856" y="951"/>
                    <a:pt x="856" y="951"/>
                    <a:pt x="856" y="951"/>
                  </a:cubicBezTo>
                  <a:cubicBezTo>
                    <a:pt x="867" y="941"/>
                    <a:pt x="879" y="931"/>
                    <a:pt x="883" y="918"/>
                  </a:cubicBezTo>
                  <a:cubicBezTo>
                    <a:pt x="884" y="912"/>
                    <a:pt x="883" y="906"/>
                    <a:pt x="882" y="9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ja-JP" altLang="en-US"/>
            </a:p>
          </p:txBody>
        </p:sp>
      </p:grpSp>
      <p:sp>
        <p:nvSpPr>
          <p:cNvPr id="26" name="Speech Bubble: Rectangle 25">
            <a:extLst>
              <a:ext uri="{FF2B5EF4-FFF2-40B4-BE49-F238E27FC236}">
                <a16:creationId xmlns:a16="http://schemas.microsoft.com/office/drawing/2014/main" id="{5856576A-C5AC-5575-80FB-C087C7D7770B}"/>
              </a:ext>
            </a:extLst>
          </p:cNvPr>
          <p:cNvSpPr/>
          <p:nvPr/>
        </p:nvSpPr>
        <p:spPr>
          <a:xfrm>
            <a:off x="222417" y="2843616"/>
            <a:ext cx="2580556" cy="689176"/>
          </a:xfrm>
          <a:prstGeom prst="wedgeRectCallout">
            <a:avLst>
              <a:gd name="adj1" fmla="val -17383"/>
              <a:gd name="adj2" fmla="val -139820"/>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pPr>
            <a:r>
              <a:rPr kumimoji="1" lang="en-US" altLang="ja-JP" sz="1500">
                <a:latin typeface="Times New Roman" panose="02020603050405020304" pitchFamily="18" charset="0"/>
                <a:cs typeface="Times New Roman" panose="02020603050405020304" pitchFamily="18" charset="0"/>
              </a:rPr>
              <a:t>Bấm vào như hình</a:t>
            </a:r>
            <a:endParaRPr kumimoji="1" lang="ja-JP" altLang="en-US" sz="1500">
              <a:latin typeface="Times New Roman" panose="02020603050405020304" pitchFamily="18" charset="0"/>
              <a:cs typeface="Times New Roman" panose="02020603050405020304" pitchFamily="18" charset="0"/>
            </a:endParaRPr>
          </a:p>
        </p:txBody>
      </p:sp>
      <p:sp>
        <p:nvSpPr>
          <p:cNvPr id="27" name="Speech Bubble: Rectangle 26">
            <a:extLst>
              <a:ext uri="{FF2B5EF4-FFF2-40B4-BE49-F238E27FC236}">
                <a16:creationId xmlns:a16="http://schemas.microsoft.com/office/drawing/2014/main" id="{97BE1C30-D565-A3A2-53C5-C390F6151CA2}"/>
              </a:ext>
            </a:extLst>
          </p:cNvPr>
          <p:cNvSpPr/>
          <p:nvPr/>
        </p:nvSpPr>
        <p:spPr>
          <a:xfrm>
            <a:off x="6357966" y="525247"/>
            <a:ext cx="2669419" cy="1885833"/>
          </a:xfrm>
          <a:prstGeom prst="wedgeRectCallout">
            <a:avLst>
              <a:gd name="adj1" fmla="val -47066"/>
              <a:gd name="adj2" fmla="val -4493"/>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lnSpc>
                <a:spcPct val="90000"/>
              </a:lnSpc>
            </a:pPr>
            <a:r>
              <a:rPr kumimoji="1" lang="en-US" altLang="ja-JP" sz="1600">
                <a:latin typeface="Times New Roman" panose="02020603050405020304" pitchFamily="18" charset="0"/>
                <a:cs typeface="Times New Roman" panose="02020603050405020304" pitchFamily="18" charset="0"/>
              </a:rPr>
              <a:t>※Chú ý file</a:t>
            </a:r>
            <a:r>
              <a:rPr kumimoji="1" lang="ja-JP" altLang="en-US" sz="1600">
                <a:latin typeface="Times New Roman" panose="02020603050405020304" pitchFamily="18" charset="0"/>
                <a:cs typeface="Times New Roman" panose="02020603050405020304" pitchFamily="18" charset="0"/>
              </a:rPr>
              <a:t> </a:t>
            </a:r>
            <a:r>
              <a:rPr kumimoji="1" lang="en-US" altLang="ja-JP" sz="1600">
                <a:latin typeface="Times New Roman" panose="02020603050405020304" pitchFamily="18" charset="0"/>
                <a:cs typeface="Times New Roman" panose="02020603050405020304" pitchFamily="18" charset="0"/>
              </a:rPr>
              <a:t>BOM</a:t>
            </a:r>
            <a:r>
              <a:rPr kumimoji="1" lang="ja-JP" altLang="en-US" sz="1600">
                <a:latin typeface="Times New Roman" panose="02020603050405020304" pitchFamily="18" charset="0"/>
                <a:cs typeface="Times New Roman" panose="02020603050405020304" pitchFamily="18" charset="0"/>
              </a:rPr>
              <a:t> </a:t>
            </a:r>
            <a:r>
              <a:rPr kumimoji="1" lang="en-US" altLang="ja-JP" sz="1600">
                <a:latin typeface="Times New Roman" panose="02020603050405020304" pitchFamily="18" charset="0"/>
                <a:cs typeface="Times New Roman" panose="02020603050405020304" pitchFamily="18" charset="0"/>
              </a:rPr>
              <a:t>PLM</a:t>
            </a:r>
            <a:r>
              <a:rPr kumimoji="1" lang="ja-JP" altLang="en-US" sz="1600">
                <a:latin typeface="Times New Roman" panose="02020603050405020304" pitchFamily="18" charset="0"/>
                <a:cs typeface="Times New Roman" panose="02020603050405020304" pitchFamily="18" charset="0"/>
              </a:rPr>
              <a:t> </a:t>
            </a:r>
            <a:r>
              <a:rPr kumimoji="1" lang="en-US" altLang="ja-JP" sz="1600">
                <a:latin typeface="Times New Roman" panose="02020603050405020304" pitchFamily="18" charset="0"/>
                <a:cs typeface="Times New Roman" panose="02020603050405020304" pitchFamily="18" charset="0"/>
              </a:rPr>
              <a:t>full</a:t>
            </a:r>
            <a:r>
              <a:rPr kumimoji="1" lang="ja-JP" altLang="en-US" sz="1600">
                <a:latin typeface="Times New Roman" panose="02020603050405020304" pitchFamily="18" charset="0"/>
                <a:cs typeface="Times New Roman" panose="02020603050405020304" pitchFamily="18" charset="0"/>
              </a:rPr>
              <a:t> </a:t>
            </a:r>
            <a:r>
              <a:rPr kumimoji="1" lang="en-US" altLang="ja-JP" sz="1600">
                <a:latin typeface="Times New Roman" panose="02020603050405020304" pitchFamily="18" charset="0"/>
                <a:cs typeface="Times New Roman" panose="02020603050405020304" pitchFamily="18" charset="0"/>
              </a:rPr>
              <a:t>cần xử lý phải đặt chung thư mục với file tổng hợp. </a:t>
            </a:r>
            <a:r>
              <a:rPr kumimoji="1" lang="en-US" altLang="ja-JP" sz="1600" u="sng">
                <a:solidFill>
                  <a:srgbClr val="FF0000"/>
                </a:solidFill>
                <a:latin typeface="Times New Roman" panose="02020603050405020304" pitchFamily="18" charset="0"/>
                <a:cs typeface="Times New Roman" panose="02020603050405020304" pitchFamily="18" charset="0"/>
              </a:rPr>
              <a:t>Ngoài ra không để file R3 và những file nhập danh sách linh kiện của người phụ trách vào chung khi sử dụng tính năng này.</a:t>
            </a:r>
            <a:endParaRPr kumimoji="1" lang="ja-JP" altLang="en-US" sz="1600" u="sng">
              <a:solidFill>
                <a:srgbClr val="FF0000"/>
              </a:solidFill>
              <a:latin typeface="Times New Roman" panose="02020603050405020304" pitchFamily="18" charset="0"/>
              <a:cs typeface="Times New Roman" panose="02020603050405020304" pitchFamily="18" charset="0"/>
            </a:endParaRPr>
          </a:p>
        </p:txBody>
      </p:sp>
      <p:pic>
        <p:nvPicPr>
          <p:cNvPr id="29" name="Picture 28">
            <a:extLst>
              <a:ext uri="{FF2B5EF4-FFF2-40B4-BE49-F238E27FC236}">
                <a16:creationId xmlns:a16="http://schemas.microsoft.com/office/drawing/2014/main" id="{1BC18089-7C53-A013-9DEF-7DC121895417}"/>
              </a:ext>
            </a:extLst>
          </p:cNvPr>
          <p:cNvPicPr>
            <a:picLocks noChangeAspect="1"/>
          </p:cNvPicPr>
          <p:nvPr/>
        </p:nvPicPr>
        <p:blipFill>
          <a:blip r:embed="rId6"/>
          <a:stretch>
            <a:fillRect/>
          </a:stretch>
        </p:blipFill>
        <p:spPr>
          <a:xfrm>
            <a:off x="4050195" y="592290"/>
            <a:ext cx="2238687" cy="419158"/>
          </a:xfrm>
          <a:prstGeom prst="rect">
            <a:avLst/>
          </a:prstGeom>
          <a:ln>
            <a:solidFill>
              <a:srgbClr val="66CCFF">
                <a:alpha val="99000"/>
              </a:srgbClr>
            </a:solidFill>
          </a:ln>
        </p:spPr>
      </p:pic>
      <p:sp>
        <p:nvSpPr>
          <p:cNvPr id="31" name="Rectangle: Rounded Corners 30">
            <a:extLst>
              <a:ext uri="{FF2B5EF4-FFF2-40B4-BE49-F238E27FC236}">
                <a16:creationId xmlns:a16="http://schemas.microsoft.com/office/drawing/2014/main" id="{B908934C-9034-D784-A5B6-D43097BFFAD1}"/>
              </a:ext>
            </a:extLst>
          </p:cNvPr>
          <p:cNvSpPr/>
          <p:nvPr/>
        </p:nvSpPr>
        <p:spPr>
          <a:xfrm>
            <a:off x="1455340" y="3729360"/>
            <a:ext cx="3573860" cy="918840"/>
          </a:xfrm>
          <a:prstGeom prst="roundRect">
            <a:avLst/>
          </a:prstGeom>
          <a:solidFill>
            <a:schemeClr val="bg1">
              <a:alpha val="0"/>
            </a:schemeClr>
          </a:solidFill>
          <a:ln w="508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Rectangle: Rounded Corners 31">
            <a:extLst>
              <a:ext uri="{FF2B5EF4-FFF2-40B4-BE49-F238E27FC236}">
                <a16:creationId xmlns:a16="http://schemas.microsoft.com/office/drawing/2014/main" id="{00672BAF-8A1E-1789-E1F6-507860EFE2BC}"/>
              </a:ext>
            </a:extLst>
          </p:cNvPr>
          <p:cNvSpPr/>
          <p:nvPr/>
        </p:nvSpPr>
        <p:spPr>
          <a:xfrm>
            <a:off x="56838" y="5148162"/>
            <a:ext cx="3753162" cy="719238"/>
          </a:xfrm>
          <a:prstGeom prst="roundRect">
            <a:avLst/>
          </a:prstGeom>
          <a:solidFill>
            <a:schemeClr val="bg1">
              <a:alpha val="0"/>
            </a:schemeClr>
          </a:solidFill>
          <a:ln w="508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Speech Bubble: Rectangle 32">
            <a:extLst>
              <a:ext uri="{FF2B5EF4-FFF2-40B4-BE49-F238E27FC236}">
                <a16:creationId xmlns:a16="http://schemas.microsoft.com/office/drawing/2014/main" id="{2199F5B4-B4E6-AD32-377B-A332ED6073C4}"/>
              </a:ext>
            </a:extLst>
          </p:cNvPr>
          <p:cNvSpPr/>
          <p:nvPr/>
        </p:nvSpPr>
        <p:spPr>
          <a:xfrm>
            <a:off x="2097482" y="5576445"/>
            <a:ext cx="2392288" cy="719238"/>
          </a:xfrm>
          <a:prstGeom prst="wedgeRectCallout">
            <a:avLst>
              <a:gd name="adj1" fmla="val -67326"/>
              <a:gd name="adj2" fmla="val -29286"/>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pPr>
            <a:r>
              <a:rPr kumimoji="1" lang="en-US" altLang="ja-JP" sz="1500">
                <a:latin typeface="Times New Roman" panose="02020603050405020304" pitchFamily="18" charset="0"/>
                <a:cs typeface="Times New Roman" panose="02020603050405020304" pitchFamily="18" charset="0"/>
              </a:rPr>
              <a:t>Trường hợp muốn xử lý từng file PLM. (</a:t>
            </a:r>
            <a:r>
              <a:rPr kumimoji="1" lang="en-US" altLang="ja-JP" sz="1500">
                <a:solidFill>
                  <a:srgbClr val="FF0000"/>
                </a:solidFill>
                <a:latin typeface="Times New Roman" panose="02020603050405020304" pitchFamily="18" charset="0"/>
                <a:cs typeface="Times New Roman" panose="02020603050405020304" pitchFamily="18" charset="0"/>
              </a:rPr>
              <a:t>Không tự copy vào folder máy</a:t>
            </a:r>
            <a:r>
              <a:rPr kumimoji="1" lang="en-US" altLang="ja-JP" sz="1500">
                <a:latin typeface="Times New Roman" panose="02020603050405020304" pitchFamily="18" charset="0"/>
                <a:cs typeface="Times New Roman" panose="02020603050405020304" pitchFamily="18" charset="0"/>
              </a:rPr>
              <a:t>)</a:t>
            </a:r>
            <a:endParaRPr kumimoji="1" lang="ja-JP" altLang="en-US" sz="1500">
              <a:latin typeface="Times New Roman" panose="02020603050405020304" pitchFamily="18" charset="0"/>
              <a:cs typeface="Times New Roman" panose="02020603050405020304" pitchFamily="18" charset="0"/>
            </a:endParaRPr>
          </a:p>
        </p:txBody>
      </p:sp>
      <p:sp>
        <p:nvSpPr>
          <p:cNvPr id="36" name="Arrow: Curved Up 35">
            <a:extLst>
              <a:ext uri="{FF2B5EF4-FFF2-40B4-BE49-F238E27FC236}">
                <a16:creationId xmlns:a16="http://schemas.microsoft.com/office/drawing/2014/main" id="{B2B22058-ECAC-FCE2-462B-1BD978F79670}"/>
              </a:ext>
            </a:extLst>
          </p:cNvPr>
          <p:cNvSpPr/>
          <p:nvPr/>
        </p:nvSpPr>
        <p:spPr>
          <a:xfrm rot="14486780">
            <a:off x="5159363" y="1943461"/>
            <a:ext cx="873781" cy="719238"/>
          </a:xfrm>
          <a:prstGeom prst="curvedUpArrow">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7" name="Rectangle: Rounded Corners 36">
            <a:extLst>
              <a:ext uri="{FF2B5EF4-FFF2-40B4-BE49-F238E27FC236}">
                <a16:creationId xmlns:a16="http://schemas.microsoft.com/office/drawing/2014/main" id="{BADB99CD-04B4-7D8B-53D0-75B29925613B}"/>
              </a:ext>
            </a:extLst>
          </p:cNvPr>
          <p:cNvSpPr/>
          <p:nvPr/>
        </p:nvSpPr>
        <p:spPr>
          <a:xfrm>
            <a:off x="4050195" y="2590800"/>
            <a:ext cx="1530597" cy="619214"/>
          </a:xfrm>
          <a:prstGeom prst="roundRect">
            <a:avLst/>
          </a:prstGeom>
          <a:solidFill>
            <a:schemeClr val="bg1">
              <a:alpha val="0"/>
            </a:schemeClr>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Rectangle: Rounded Corners 37">
            <a:extLst>
              <a:ext uri="{FF2B5EF4-FFF2-40B4-BE49-F238E27FC236}">
                <a16:creationId xmlns:a16="http://schemas.microsoft.com/office/drawing/2014/main" id="{55FE0CA8-1818-B5BC-0137-E0B38FB94868}"/>
              </a:ext>
            </a:extLst>
          </p:cNvPr>
          <p:cNvSpPr/>
          <p:nvPr/>
        </p:nvSpPr>
        <p:spPr>
          <a:xfrm>
            <a:off x="4108712" y="2004622"/>
            <a:ext cx="719239" cy="586177"/>
          </a:xfrm>
          <a:prstGeom prst="roundRect">
            <a:avLst/>
          </a:prstGeom>
          <a:solidFill>
            <a:schemeClr val="bg1">
              <a:alpha val="0"/>
            </a:schemeClr>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Speech Bubble: Rectangle 38">
            <a:extLst>
              <a:ext uri="{FF2B5EF4-FFF2-40B4-BE49-F238E27FC236}">
                <a16:creationId xmlns:a16="http://schemas.microsoft.com/office/drawing/2014/main" id="{481EF7E5-162D-DEE5-F2BE-DFB865DCB264}"/>
              </a:ext>
            </a:extLst>
          </p:cNvPr>
          <p:cNvSpPr/>
          <p:nvPr/>
        </p:nvSpPr>
        <p:spPr>
          <a:xfrm>
            <a:off x="6734322" y="3079582"/>
            <a:ext cx="2230773" cy="1643527"/>
          </a:xfrm>
          <a:prstGeom prst="wedgeRectCallout">
            <a:avLst>
              <a:gd name="adj1" fmla="val -36269"/>
              <a:gd name="adj2" fmla="val -73903"/>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kumimoji="1" lang="en-US" altLang="ja-JP" sz="1400">
                <a:solidFill>
                  <a:srgbClr val="FF0000"/>
                </a:solidFill>
                <a:latin typeface="Times New Roman" panose="02020603050405020304" pitchFamily="18" charset="0"/>
                <a:cs typeface="Times New Roman" panose="02020603050405020304" pitchFamily="18" charset="0"/>
              </a:rPr>
              <a:t>File sau khi xử lý sẽ tự động tạo folder backupTC14ful để backup file BOM TC14full và file BOM TC14full sau khi xử lý qua bộ lọc BOM sẽ được tự động cho vào từng folder hướng xuất tương ứng.</a:t>
            </a:r>
            <a:endParaRPr kumimoji="1" lang="ja-JP" altLang="en-US" sz="1400">
              <a:solidFill>
                <a:srgbClr val="FF0000"/>
              </a:solidFill>
              <a:latin typeface="Times New Roman" panose="02020603050405020304" pitchFamily="18" charset="0"/>
              <a:cs typeface="Times New Roman" panose="02020603050405020304" pitchFamily="18" charset="0"/>
            </a:endParaRPr>
          </a:p>
        </p:txBody>
      </p:sp>
      <p:sp>
        <p:nvSpPr>
          <p:cNvPr id="2" name="Speech Bubble: Rectangle 1">
            <a:extLst>
              <a:ext uri="{FF2B5EF4-FFF2-40B4-BE49-F238E27FC236}">
                <a16:creationId xmlns:a16="http://schemas.microsoft.com/office/drawing/2014/main" id="{B9C7EC86-94B9-15FE-CB3F-1B9024A40B77}"/>
              </a:ext>
            </a:extLst>
          </p:cNvPr>
          <p:cNvSpPr/>
          <p:nvPr/>
        </p:nvSpPr>
        <p:spPr>
          <a:xfrm>
            <a:off x="4827951" y="4758860"/>
            <a:ext cx="2392288" cy="719238"/>
          </a:xfrm>
          <a:prstGeom prst="wedgeRectCallout">
            <a:avLst>
              <a:gd name="adj1" fmla="val -14395"/>
              <a:gd name="adj2" fmla="val 39983"/>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pPr>
            <a:r>
              <a:rPr kumimoji="1" lang="en-US" altLang="ja-JP" sz="1500">
                <a:latin typeface="Times New Roman" panose="02020603050405020304" pitchFamily="18" charset="0"/>
                <a:cs typeface="Times New Roman" panose="02020603050405020304" pitchFamily="18" charset="0"/>
              </a:rPr>
              <a:t>Cách nhập tham khảo Slide tiếp theo</a:t>
            </a:r>
            <a:r>
              <a:rPr kumimoji="1" lang="ja-JP" altLang="en-US" sz="1500">
                <a:latin typeface="Times New Roman" panose="02020603050405020304" pitchFamily="18" charset="0"/>
                <a:cs typeface="Times New Roman" panose="02020603050405020304" pitchFamily="18" charset="0"/>
              </a:rPr>
              <a:t>→</a:t>
            </a:r>
          </a:p>
        </p:txBody>
      </p:sp>
      <p:sp>
        <p:nvSpPr>
          <p:cNvPr id="3" name="Rectangle: Rounded Corners 2">
            <a:extLst>
              <a:ext uri="{FF2B5EF4-FFF2-40B4-BE49-F238E27FC236}">
                <a16:creationId xmlns:a16="http://schemas.microsoft.com/office/drawing/2014/main" id="{989FAF87-AFFB-08DE-D361-2984F9797696}"/>
              </a:ext>
            </a:extLst>
          </p:cNvPr>
          <p:cNvSpPr/>
          <p:nvPr/>
        </p:nvSpPr>
        <p:spPr>
          <a:xfrm>
            <a:off x="2501795" y="4132206"/>
            <a:ext cx="1108776" cy="250291"/>
          </a:xfrm>
          <a:prstGeom prst="roundRect">
            <a:avLst/>
          </a:prstGeom>
          <a:solidFill>
            <a:schemeClr val="bg1">
              <a:alpha val="0"/>
            </a:schemeClr>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Rectangle: Rounded Corners 4">
            <a:extLst>
              <a:ext uri="{FF2B5EF4-FFF2-40B4-BE49-F238E27FC236}">
                <a16:creationId xmlns:a16="http://schemas.microsoft.com/office/drawing/2014/main" id="{382AC5AA-4BF0-9FED-29F3-25AC6FDA8EE4}"/>
              </a:ext>
            </a:extLst>
          </p:cNvPr>
          <p:cNvSpPr/>
          <p:nvPr/>
        </p:nvSpPr>
        <p:spPr>
          <a:xfrm>
            <a:off x="554312" y="5342300"/>
            <a:ext cx="1108776" cy="250291"/>
          </a:xfrm>
          <a:prstGeom prst="roundRect">
            <a:avLst/>
          </a:prstGeom>
          <a:solidFill>
            <a:schemeClr val="bg1">
              <a:alpha val="0"/>
            </a:schemeClr>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Straight Arrow Connector 6">
            <a:extLst>
              <a:ext uri="{FF2B5EF4-FFF2-40B4-BE49-F238E27FC236}">
                <a16:creationId xmlns:a16="http://schemas.microsoft.com/office/drawing/2014/main" id="{D85F99E0-ADAF-D574-43D3-3A0234F2A06B}"/>
              </a:ext>
            </a:extLst>
          </p:cNvPr>
          <p:cNvCxnSpPr>
            <a:cxnSpLocks/>
            <a:stCxn id="2" idx="1"/>
            <a:endCxn id="3" idx="3"/>
          </p:cNvCxnSpPr>
          <p:nvPr/>
        </p:nvCxnSpPr>
        <p:spPr>
          <a:xfrm flipH="1" flipV="1">
            <a:off x="3610571" y="4257352"/>
            <a:ext cx="1217380" cy="86112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E804634A-93E5-901B-AE69-60840061588C}"/>
              </a:ext>
            </a:extLst>
          </p:cNvPr>
          <p:cNvCxnSpPr>
            <a:cxnSpLocks/>
            <a:stCxn id="2" idx="1"/>
          </p:cNvCxnSpPr>
          <p:nvPr/>
        </p:nvCxnSpPr>
        <p:spPr>
          <a:xfrm flipH="1">
            <a:off x="1663088" y="5118479"/>
            <a:ext cx="3164863" cy="38930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Speech Bubble: Rectangle 29">
            <a:extLst>
              <a:ext uri="{FF2B5EF4-FFF2-40B4-BE49-F238E27FC236}">
                <a16:creationId xmlns:a16="http://schemas.microsoft.com/office/drawing/2014/main" id="{3EA3310A-DB75-CAF6-56CE-F7B08BD499AC}"/>
              </a:ext>
            </a:extLst>
          </p:cNvPr>
          <p:cNvSpPr/>
          <p:nvPr/>
        </p:nvSpPr>
        <p:spPr>
          <a:xfrm>
            <a:off x="3744798" y="3523273"/>
            <a:ext cx="2392288" cy="719238"/>
          </a:xfrm>
          <a:prstGeom prst="wedgeRectCallout">
            <a:avLst>
              <a:gd name="adj1" fmla="val -52618"/>
              <a:gd name="adj2" fmla="val 79583"/>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92500" lnSpcReduction="20000"/>
          </a:bodyPr>
          <a:lstStyle/>
          <a:p>
            <a:pPr algn="ctr">
              <a:lnSpc>
                <a:spcPct val="90000"/>
              </a:lnSpc>
            </a:pPr>
            <a:r>
              <a:rPr kumimoji="1" lang="en-US" altLang="ja-JP" sz="1500">
                <a:latin typeface="Times New Roman" panose="02020603050405020304" pitchFamily="18" charset="0"/>
                <a:cs typeface="Times New Roman" panose="02020603050405020304" pitchFamily="18" charset="0"/>
              </a:rPr>
              <a:t>Trường hợp muốn xử lý nhiều file PLM cùng 1 lúc(File sau khi xử lý sẽ được cho vào máy tương ứng).</a:t>
            </a:r>
            <a:endParaRPr kumimoji="1" lang="ja-JP" altLang="en-US" sz="15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13106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61246554-68EB-8189-A9E6-74F853DCFA45}"/>
              </a:ext>
            </a:extLst>
          </p:cNvPr>
          <p:cNvPicPr>
            <a:picLocks noChangeAspect="1"/>
          </p:cNvPicPr>
          <p:nvPr/>
        </p:nvPicPr>
        <p:blipFill>
          <a:blip r:embed="rId2"/>
          <a:stretch>
            <a:fillRect/>
          </a:stretch>
        </p:blipFill>
        <p:spPr>
          <a:xfrm>
            <a:off x="76572" y="4049821"/>
            <a:ext cx="8306959" cy="1619476"/>
          </a:xfrm>
          <a:prstGeom prst="rect">
            <a:avLst/>
          </a:prstGeom>
        </p:spPr>
      </p:pic>
      <p:sp>
        <p:nvSpPr>
          <p:cNvPr id="4" name="Slide Number Placeholder 3">
            <a:extLst>
              <a:ext uri="{FF2B5EF4-FFF2-40B4-BE49-F238E27FC236}">
                <a16:creationId xmlns:a16="http://schemas.microsoft.com/office/drawing/2014/main" id="{48EB0F13-8FD4-A98D-61E4-4C5A42B38C12}"/>
              </a:ext>
            </a:extLst>
          </p:cNvPr>
          <p:cNvSpPr>
            <a:spLocks noGrp="1"/>
          </p:cNvSpPr>
          <p:nvPr>
            <p:ph type="sldNum" sz="quarter" idx="4"/>
          </p:nvPr>
        </p:nvSpPr>
        <p:spPr/>
        <p:txBody>
          <a:bodyPr/>
          <a:lstStyle/>
          <a:p>
            <a:fld id="{E38BFB4B-70AE-4AFC-9806-78E9768488DC}" type="slidenum">
              <a:rPr lang="fr-FR" altLang="ja-JP" sz="1600" smtClean="0">
                <a:solidFill>
                  <a:schemeClr val="tx1"/>
                </a:solidFill>
              </a:rPr>
              <a:pPr/>
              <a:t>19</a:t>
            </a:fld>
            <a:endParaRPr lang="fr-FR" altLang="ja-JP" sz="1600">
              <a:solidFill>
                <a:schemeClr val="tx1"/>
              </a:solidFill>
            </a:endParaRPr>
          </a:p>
          <a:p>
            <a:r>
              <a:rPr lang="fr-FR" altLang="ja-JP" sz="1000"/>
              <a:t>©20</a:t>
            </a:r>
            <a:r>
              <a:rPr lang="en-US" altLang="ja-JP" sz="1000"/>
              <a:t>19</a:t>
            </a:r>
            <a:r>
              <a:rPr lang="fr-FR" altLang="ja-JP" sz="1000"/>
              <a:t> KYOCERA Document Solutions Inc.</a:t>
            </a:r>
            <a:endParaRPr lang="en-US" sz="1000"/>
          </a:p>
        </p:txBody>
      </p:sp>
      <p:cxnSp>
        <p:nvCxnSpPr>
          <p:cNvPr id="11" name="Straight Connector 10">
            <a:extLst>
              <a:ext uri="{FF2B5EF4-FFF2-40B4-BE49-F238E27FC236}">
                <a16:creationId xmlns:a16="http://schemas.microsoft.com/office/drawing/2014/main" id="{0AEC1FAA-157F-FDA2-1B9D-0AF67B466CA3}"/>
              </a:ext>
            </a:extLst>
          </p:cNvPr>
          <p:cNvCxnSpPr/>
          <p:nvPr/>
        </p:nvCxnSpPr>
        <p:spPr>
          <a:xfrm>
            <a:off x="0" y="472118"/>
            <a:ext cx="914400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14" name="Title 1">
            <a:extLst>
              <a:ext uri="{FF2B5EF4-FFF2-40B4-BE49-F238E27FC236}">
                <a16:creationId xmlns:a16="http://schemas.microsoft.com/office/drawing/2014/main" id="{E099A37F-803F-1BD6-80CD-AF51918E12F0}"/>
              </a:ext>
            </a:extLst>
          </p:cNvPr>
          <p:cNvSpPr>
            <a:spLocks noGrp="1"/>
          </p:cNvSpPr>
          <p:nvPr>
            <p:ph type="title"/>
          </p:nvPr>
        </p:nvSpPr>
        <p:spPr>
          <a:xfrm>
            <a:off x="0" y="0"/>
            <a:ext cx="9163986" cy="410695"/>
          </a:xfrm>
        </p:spPr>
        <p:txBody>
          <a:bodyPr>
            <a:noAutofit/>
          </a:bodyPr>
          <a:lstStyle/>
          <a:p>
            <a:r>
              <a:rPr kumimoji="1" lang="en-US" altLang="ja-JP" sz="2000">
                <a:latin typeface="Times New Roman" panose="02020603050405020304" pitchFamily="18" charset="0"/>
                <a:cs typeface="Times New Roman" panose="02020603050405020304" pitchFamily="18" charset="0"/>
              </a:rPr>
              <a:t>5.4. Hướng dẫn sử dụng (phía Leader)_sử dụng chức năng BOM FULL TC14</a:t>
            </a:r>
            <a:endParaRPr kumimoji="1" lang="ja-JP" altLang="en-US" sz="2000">
              <a:latin typeface="Times New Roman" panose="02020603050405020304" pitchFamily="18" charset="0"/>
              <a:cs typeface="Times New Roman" panose="02020603050405020304" pitchFamily="18" charset="0"/>
            </a:endParaRPr>
          </a:p>
        </p:txBody>
      </p:sp>
      <p:pic>
        <p:nvPicPr>
          <p:cNvPr id="22" name="Content Placeholder 21">
            <a:extLst>
              <a:ext uri="{FF2B5EF4-FFF2-40B4-BE49-F238E27FC236}">
                <a16:creationId xmlns:a16="http://schemas.microsoft.com/office/drawing/2014/main" id="{0342EAAA-8231-E3DC-11C4-22DF3819CB7D}"/>
              </a:ext>
            </a:extLst>
          </p:cNvPr>
          <p:cNvPicPr>
            <a:picLocks noGrp="1" noChangeAspect="1"/>
          </p:cNvPicPr>
          <p:nvPr>
            <p:ph idx="1"/>
          </p:nvPr>
        </p:nvPicPr>
        <p:blipFill>
          <a:blip r:embed="rId3"/>
          <a:stretch>
            <a:fillRect/>
          </a:stretch>
        </p:blipFill>
        <p:spPr>
          <a:xfrm>
            <a:off x="1" y="472118"/>
            <a:ext cx="3276600" cy="2159787"/>
          </a:xfrm>
        </p:spPr>
      </p:pic>
      <p:sp>
        <p:nvSpPr>
          <p:cNvPr id="31" name="Rectangle: Rounded Corners 30">
            <a:extLst>
              <a:ext uri="{FF2B5EF4-FFF2-40B4-BE49-F238E27FC236}">
                <a16:creationId xmlns:a16="http://schemas.microsoft.com/office/drawing/2014/main" id="{B908934C-9034-D784-A5B6-D43097BFFAD1}"/>
              </a:ext>
            </a:extLst>
          </p:cNvPr>
          <p:cNvSpPr/>
          <p:nvPr/>
        </p:nvSpPr>
        <p:spPr>
          <a:xfrm>
            <a:off x="762000" y="653930"/>
            <a:ext cx="2514601" cy="813724"/>
          </a:xfrm>
          <a:prstGeom prst="roundRect">
            <a:avLst/>
          </a:prstGeom>
          <a:solidFill>
            <a:schemeClr val="bg1">
              <a:alpha val="0"/>
            </a:schemeClr>
          </a:solidFill>
          <a:ln w="508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Rectangle: Rounded Corners 31">
            <a:extLst>
              <a:ext uri="{FF2B5EF4-FFF2-40B4-BE49-F238E27FC236}">
                <a16:creationId xmlns:a16="http://schemas.microsoft.com/office/drawing/2014/main" id="{00672BAF-8A1E-1789-E1F6-507860EFE2BC}"/>
              </a:ext>
            </a:extLst>
          </p:cNvPr>
          <p:cNvSpPr/>
          <p:nvPr/>
        </p:nvSpPr>
        <p:spPr>
          <a:xfrm>
            <a:off x="0" y="1536371"/>
            <a:ext cx="2514601" cy="558097"/>
          </a:xfrm>
          <a:prstGeom prst="roundRect">
            <a:avLst/>
          </a:prstGeom>
          <a:solidFill>
            <a:schemeClr val="bg1">
              <a:alpha val="0"/>
            </a:schemeClr>
          </a:solidFill>
          <a:ln w="508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 name="Picture 2">
            <a:extLst>
              <a:ext uri="{FF2B5EF4-FFF2-40B4-BE49-F238E27FC236}">
                <a16:creationId xmlns:a16="http://schemas.microsoft.com/office/drawing/2014/main" id="{D53DF9C0-69D4-803E-F279-E3DBA79A8298}"/>
              </a:ext>
            </a:extLst>
          </p:cNvPr>
          <p:cNvPicPr>
            <a:picLocks noChangeAspect="1"/>
          </p:cNvPicPr>
          <p:nvPr/>
        </p:nvPicPr>
        <p:blipFill>
          <a:blip r:embed="rId4"/>
          <a:stretch>
            <a:fillRect/>
          </a:stretch>
        </p:blipFill>
        <p:spPr>
          <a:xfrm>
            <a:off x="3438824" y="472117"/>
            <a:ext cx="5418673" cy="1440547"/>
          </a:xfrm>
          <a:prstGeom prst="rect">
            <a:avLst/>
          </a:prstGeom>
        </p:spPr>
      </p:pic>
      <p:sp>
        <p:nvSpPr>
          <p:cNvPr id="5" name="Speech Bubble: Rectangle 4">
            <a:extLst>
              <a:ext uri="{FF2B5EF4-FFF2-40B4-BE49-F238E27FC236}">
                <a16:creationId xmlns:a16="http://schemas.microsoft.com/office/drawing/2014/main" id="{27A7D20D-66FB-F1A0-3A7C-B3A87B860F5E}"/>
              </a:ext>
            </a:extLst>
          </p:cNvPr>
          <p:cNvSpPr/>
          <p:nvPr/>
        </p:nvSpPr>
        <p:spPr>
          <a:xfrm>
            <a:off x="6771698" y="861005"/>
            <a:ext cx="2392288" cy="719238"/>
          </a:xfrm>
          <a:prstGeom prst="wedgeRectCallout">
            <a:avLst>
              <a:gd name="adj1" fmla="val -63897"/>
              <a:gd name="adj2" fmla="val 12889"/>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92500"/>
          </a:bodyPr>
          <a:lstStyle/>
          <a:p>
            <a:pPr algn="ctr">
              <a:lnSpc>
                <a:spcPct val="90000"/>
              </a:lnSpc>
            </a:pPr>
            <a:r>
              <a:rPr kumimoji="1" lang="en-US" altLang="ja-JP" sz="1500">
                <a:latin typeface="Times New Roman" panose="02020603050405020304" pitchFamily="18" charset="0"/>
                <a:cs typeface="Times New Roman" panose="02020603050405020304" pitchFamily="18" charset="0"/>
              </a:rPr>
              <a:t>Nhập tên máy vào vị trí này.Tên máy trong Sheet “BolocBom” của file tổng hợp</a:t>
            </a:r>
            <a:endParaRPr kumimoji="1" lang="ja-JP" altLang="en-US" sz="1500">
              <a:latin typeface="Times New Roman" panose="02020603050405020304" pitchFamily="18" charset="0"/>
              <a:cs typeface="Times New Roman" panose="02020603050405020304" pitchFamily="18" charset="0"/>
            </a:endParaRPr>
          </a:p>
        </p:txBody>
      </p:sp>
      <p:grpSp>
        <p:nvGrpSpPr>
          <p:cNvPr id="15" name="Group 14">
            <a:extLst>
              <a:ext uri="{FF2B5EF4-FFF2-40B4-BE49-F238E27FC236}">
                <a16:creationId xmlns:a16="http://schemas.microsoft.com/office/drawing/2014/main" id="{2E0321B2-EE5A-CDB2-3818-85848D3F46C2}"/>
              </a:ext>
            </a:extLst>
          </p:cNvPr>
          <p:cNvGrpSpPr/>
          <p:nvPr/>
        </p:nvGrpSpPr>
        <p:grpSpPr>
          <a:xfrm>
            <a:off x="3438824" y="1998857"/>
            <a:ext cx="4934639" cy="1501906"/>
            <a:chOff x="3438824" y="1998857"/>
            <a:chExt cx="4934639" cy="1501906"/>
          </a:xfrm>
        </p:grpSpPr>
        <p:grpSp>
          <p:nvGrpSpPr>
            <p:cNvPr id="10" name="Group 9">
              <a:extLst>
                <a:ext uri="{FF2B5EF4-FFF2-40B4-BE49-F238E27FC236}">
                  <a16:creationId xmlns:a16="http://schemas.microsoft.com/office/drawing/2014/main" id="{85B04EE4-11D9-A122-5288-F47EF772DABE}"/>
                </a:ext>
              </a:extLst>
            </p:cNvPr>
            <p:cNvGrpSpPr/>
            <p:nvPr/>
          </p:nvGrpSpPr>
          <p:grpSpPr>
            <a:xfrm>
              <a:off x="3438824" y="1998857"/>
              <a:ext cx="4934639" cy="1496136"/>
              <a:chOff x="3438824" y="1974087"/>
              <a:chExt cx="4934639" cy="1496136"/>
            </a:xfrm>
          </p:grpSpPr>
          <p:pic>
            <p:nvPicPr>
              <p:cNvPr id="7" name="Picture 6">
                <a:extLst>
                  <a:ext uri="{FF2B5EF4-FFF2-40B4-BE49-F238E27FC236}">
                    <a16:creationId xmlns:a16="http://schemas.microsoft.com/office/drawing/2014/main" id="{B85B68EB-A220-7F15-D7A8-88FB567A95B4}"/>
                  </a:ext>
                </a:extLst>
              </p:cNvPr>
              <p:cNvPicPr>
                <a:picLocks noChangeAspect="1"/>
              </p:cNvPicPr>
              <p:nvPr/>
            </p:nvPicPr>
            <p:blipFill>
              <a:blip r:embed="rId5"/>
              <a:stretch>
                <a:fillRect/>
              </a:stretch>
            </p:blipFill>
            <p:spPr>
              <a:xfrm>
                <a:off x="3438824" y="3041538"/>
                <a:ext cx="4934639" cy="428685"/>
              </a:xfrm>
              <a:prstGeom prst="rect">
                <a:avLst/>
              </a:prstGeom>
            </p:spPr>
          </p:pic>
          <p:pic>
            <p:nvPicPr>
              <p:cNvPr id="9" name="Picture 8">
                <a:extLst>
                  <a:ext uri="{FF2B5EF4-FFF2-40B4-BE49-F238E27FC236}">
                    <a16:creationId xmlns:a16="http://schemas.microsoft.com/office/drawing/2014/main" id="{DD728B7C-7C71-8446-8CF0-15CB4AC6A565}"/>
                  </a:ext>
                </a:extLst>
              </p:cNvPr>
              <p:cNvPicPr>
                <a:picLocks noChangeAspect="1"/>
              </p:cNvPicPr>
              <p:nvPr/>
            </p:nvPicPr>
            <p:blipFill>
              <a:blip r:embed="rId6"/>
              <a:stretch>
                <a:fillRect/>
              </a:stretch>
            </p:blipFill>
            <p:spPr>
              <a:xfrm>
                <a:off x="3438824" y="1974087"/>
                <a:ext cx="923036" cy="1149440"/>
              </a:xfrm>
              <a:prstGeom prst="rect">
                <a:avLst/>
              </a:prstGeom>
            </p:spPr>
          </p:pic>
        </p:grpSp>
        <p:sp>
          <p:nvSpPr>
            <p:cNvPr id="12" name="Rectangle: Rounded Corners 11">
              <a:extLst>
                <a:ext uri="{FF2B5EF4-FFF2-40B4-BE49-F238E27FC236}">
                  <a16:creationId xmlns:a16="http://schemas.microsoft.com/office/drawing/2014/main" id="{BC9DADAF-F012-FDC6-2A5B-88AB174BAFDA}"/>
                </a:ext>
              </a:extLst>
            </p:cNvPr>
            <p:cNvSpPr/>
            <p:nvPr/>
          </p:nvSpPr>
          <p:spPr>
            <a:xfrm>
              <a:off x="5225123" y="3135638"/>
              <a:ext cx="923037" cy="365125"/>
            </a:xfrm>
            <a:prstGeom prst="roundRect">
              <a:avLst/>
            </a:prstGeom>
            <a:solidFill>
              <a:schemeClr val="bg1">
                <a:alpha val="0"/>
              </a:schemeClr>
            </a:solidFill>
            <a:ln w="508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8" name="Rectangle: Rounded Corners 17">
            <a:extLst>
              <a:ext uri="{FF2B5EF4-FFF2-40B4-BE49-F238E27FC236}">
                <a16:creationId xmlns:a16="http://schemas.microsoft.com/office/drawing/2014/main" id="{8E9CE4CD-BCF4-7906-3F7D-2CF3B7A8C161}"/>
              </a:ext>
            </a:extLst>
          </p:cNvPr>
          <p:cNvSpPr/>
          <p:nvPr/>
        </p:nvSpPr>
        <p:spPr>
          <a:xfrm>
            <a:off x="33728" y="4033732"/>
            <a:ext cx="880672" cy="187575"/>
          </a:xfrm>
          <a:prstGeom prst="roundRect">
            <a:avLst/>
          </a:prstGeom>
          <a:solidFill>
            <a:schemeClr val="bg1">
              <a:alpha val="0"/>
            </a:schemeClr>
          </a:solidFill>
          <a:ln w="508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0" name="Picture 19">
            <a:extLst>
              <a:ext uri="{FF2B5EF4-FFF2-40B4-BE49-F238E27FC236}">
                <a16:creationId xmlns:a16="http://schemas.microsoft.com/office/drawing/2014/main" id="{94B6F542-0DF8-FA9B-4812-C66652F83E2F}"/>
              </a:ext>
            </a:extLst>
          </p:cNvPr>
          <p:cNvPicPr>
            <a:picLocks noChangeAspect="1"/>
          </p:cNvPicPr>
          <p:nvPr/>
        </p:nvPicPr>
        <p:blipFill>
          <a:blip r:embed="rId7"/>
          <a:stretch>
            <a:fillRect/>
          </a:stretch>
        </p:blipFill>
        <p:spPr>
          <a:xfrm>
            <a:off x="37999" y="3565317"/>
            <a:ext cx="724001" cy="409632"/>
          </a:xfrm>
          <a:prstGeom prst="rect">
            <a:avLst/>
          </a:prstGeom>
        </p:spPr>
      </p:pic>
      <p:sp>
        <p:nvSpPr>
          <p:cNvPr id="21" name="Rectangle: Rounded Corners 20">
            <a:extLst>
              <a:ext uri="{FF2B5EF4-FFF2-40B4-BE49-F238E27FC236}">
                <a16:creationId xmlns:a16="http://schemas.microsoft.com/office/drawing/2014/main" id="{C722FE2B-E8D5-B942-D455-A7E1E053216E}"/>
              </a:ext>
            </a:extLst>
          </p:cNvPr>
          <p:cNvSpPr/>
          <p:nvPr/>
        </p:nvSpPr>
        <p:spPr>
          <a:xfrm>
            <a:off x="3186407" y="4042476"/>
            <a:ext cx="880672" cy="187575"/>
          </a:xfrm>
          <a:prstGeom prst="roundRect">
            <a:avLst/>
          </a:prstGeom>
          <a:solidFill>
            <a:schemeClr val="bg1">
              <a:alpha val="0"/>
            </a:schemeClr>
          </a:solidFill>
          <a:ln w="508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Rectangle: Rounded Corners 27">
            <a:extLst>
              <a:ext uri="{FF2B5EF4-FFF2-40B4-BE49-F238E27FC236}">
                <a16:creationId xmlns:a16="http://schemas.microsoft.com/office/drawing/2014/main" id="{CFBC7F8C-1771-B3FA-770C-506FEF6801BB}"/>
              </a:ext>
            </a:extLst>
          </p:cNvPr>
          <p:cNvSpPr/>
          <p:nvPr/>
        </p:nvSpPr>
        <p:spPr>
          <a:xfrm>
            <a:off x="5914887" y="4053185"/>
            <a:ext cx="880672" cy="187575"/>
          </a:xfrm>
          <a:prstGeom prst="roundRect">
            <a:avLst/>
          </a:prstGeom>
          <a:solidFill>
            <a:schemeClr val="bg1">
              <a:alpha val="0"/>
            </a:schemeClr>
          </a:solidFill>
          <a:ln w="508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0" name="Picture 39">
            <a:extLst>
              <a:ext uri="{FF2B5EF4-FFF2-40B4-BE49-F238E27FC236}">
                <a16:creationId xmlns:a16="http://schemas.microsoft.com/office/drawing/2014/main" id="{C3777090-EDEB-2B96-8F03-077962422A17}"/>
              </a:ext>
            </a:extLst>
          </p:cNvPr>
          <p:cNvPicPr>
            <a:picLocks noChangeAspect="1"/>
          </p:cNvPicPr>
          <p:nvPr/>
        </p:nvPicPr>
        <p:blipFill>
          <a:blip r:embed="rId8"/>
          <a:stretch>
            <a:fillRect/>
          </a:stretch>
        </p:blipFill>
        <p:spPr>
          <a:xfrm>
            <a:off x="3049419" y="3597889"/>
            <a:ext cx="762106" cy="352474"/>
          </a:xfrm>
          <a:prstGeom prst="rect">
            <a:avLst/>
          </a:prstGeom>
        </p:spPr>
      </p:pic>
      <p:pic>
        <p:nvPicPr>
          <p:cNvPr id="42" name="Picture 41">
            <a:extLst>
              <a:ext uri="{FF2B5EF4-FFF2-40B4-BE49-F238E27FC236}">
                <a16:creationId xmlns:a16="http://schemas.microsoft.com/office/drawing/2014/main" id="{65AF6FF6-82E9-3CA0-39F9-B64552CBD714}"/>
              </a:ext>
            </a:extLst>
          </p:cNvPr>
          <p:cNvPicPr>
            <a:picLocks noChangeAspect="1"/>
          </p:cNvPicPr>
          <p:nvPr/>
        </p:nvPicPr>
        <p:blipFill>
          <a:blip r:embed="rId9"/>
          <a:stretch>
            <a:fillRect/>
          </a:stretch>
        </p:blipFill>
        <p:spPr>
          <a:xfrm>
            <a:off x="5675398" y="3623889"/>
            <a:ext cx="828791" cy="342948"/>
          </a:xfrm>
          <a:prstGeom prst="rect">
            <a:avLst/>
          </a:prstGeom>
        </p:spPr>
      </p:pic>
      <p:cxnSp>
        <p:nvCxnSpPr>
          <p:cNvPr id="44" name="Straight Arrow Connector 43">
            <a:extLst>
              <a:ext uri="{FF2B5EF4-FFF2-40B4-BE49-F238E27FC236}">
                <a16:creationId xmlns:a16="http://schemas.microsoft.com/office/drawing/2014/main" id="{56BEF44A-4563-E4FB-23DC-410BDCAD9430}"/>
              </a:ext>
            </a:extLst>
          </p:cNvPr>
          <p:cNvCxnSpPr>
            <a:stCxn id="12" idx="1"/>
            <a:endCxn id="20" idx="3"/>
          </p:cNvCxnSpPr>
          <p:nvPr/>
        </p:nvCxnSpPr>
        <p:spPr>
          <a:xfrm flipH="1">
            <a:off x="762000" y="3318201"/>
            <a:ext cx="4463123" cy="45193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A3B06453-9F2E-D136-3FE7-EC9C1F90EC04}"/>
              </a:ext>
            </a:extLst>
          </p:cNvPr>
          <p:cNvCxnSpPr>
            <a:cxnSpLocks/>
            <a:stCxn id="12" idx="1"/>
            <a:endCxn id="40" idx="3"/>
          </p:cNvCxnSpPr>
          <p:nvPr/>
        </p:nvCxnSpPr>
        <p:spPr>
          <a:xfrm flipH="1">
            <a:off x="3811525" y="3318201"/>
            <a:ext cx="1413598" cy="45592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3A6619B2-4A7F-69BB-463C-FF24FEC1CDD5}"/>
              </a:ext>
            </a:extLst>
          </p:cNvPr>
          <p:cNvCxnSpPr>
            <a:cxnSpLocks/>
          </p:cNvCxnSpPr>
          <p:nvPr/>
        </p:nvCxnSpPr>
        <p:spPr>
          <a:xfrm>
            <a:off x="6148160" y="3455363"/>
            <a:ext cx="193855" cy="18262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1" name="Speech Bubble: Rectangle 50">
            <a:extLst>
              <a:ext uri="{FF2B5EF4-FFF2-40B4-BE49-F238E27FC236}">
                <a16:creationId xmlns:a16="http://schemas.microsoft.com/office/drawing/2014/main" id="{BAF64CD4-BE09-B6C3-F7F7-6BA0C8B84D08}"/>
              </a:ext>
            </a:extLst>
          </p:cNvPr>
          <p:cNvSpPr/>
          <p:nvPr/>
        </p:nvSpPr>
        <p:spPr>
          <a:xfrm>
            <a:off x="4869822" y="2288075"/>
            <a:ext cx="2392288" cy="719238"/>
          </a:xfrm>
          <a:prstGeom prst="wedgeRectCallout">
            <a:avLst>
              <a:gd name="adj1" fmla="val -10636"/>
              <a:gd name="adj2" fmla="val 69162"/>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pPr>
            <a:r>
              <a:rPr kumimoji="1" lang="en-US" altLang="ja-JP" sz="1500">
                <a:latin typeface="Times New Roman" panose="02020603050405020304" pitchFamily="18" charset="0"/>
                <a:cs typeface="Times New Roman" panose="02020603050405020304" pitchFamily="18" charset="0"/>
              </a:rPr>
              <a:t>Nhập đúng tên máy được đặt tên trong sheet BolocBom và bấm chạy chương trình</a:t>
            </a:r>
            <a:endParaRPr kumimoji="1" lang="ja-JP" altLang="en-US" sz="1500">
              <a:latin typeface="Times New Roman" panose="02020603050405020304" pitchFamily="18" charset="0"/>
              <a:cs typeface="Times New Roman" panose="02020603050405020304" pitchFamily="18" charset="0"/>
            </a:endParaRPr>
          </a:p>
        </p:txBody>
      </p:sp>
      <p:sp>
        <p:nvSpPr>
          <p:cNvPr id="52" name="Speech Bubble: Rectangle 51">
            <a:extLst>
              <a:ext uri="{FF2B5EF4-FFF2-40B4-BE49-F238E27FC236}">
                <a16:creationId xmlns:a16="http://schemas.microsoft.com/office/drawing/2014/main" id="{79BCE9DB-B65E-5291-A29F-C378A4745C0C}"/>
              </a:ext>
            </a:extLst>
          </p:cNvPr>
          <p:cNvSpPr/>
          <p:nvPr/>
        </p:nvSpPr>
        <p:spPr>
          <a:xfrm>
            <a:off x="2832835" y="5183981"/>
            <a:ext cx="2392288" cy="1338828"/>
          </a:xfrm>
          <a:prstGeom prst="wedgeRectCallout">
            <a:avLst>
              <a:gd name="adj1" fmla="val -87708"/>
              <a:gd name="adj2" fmla="val -58355"/>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spAutoFit/>
          </a:bodyPr>
          <a:lstStyle/>
          <a:p>
            <a:pPr algn="ctr">
              <a:lnSpc>
                <a:spcPct val="90000"/>
              </a:lnSpc>
            </a:pPr>
            <a:r>
              <a:rPr kumimoji="1" lang="en-US" altLang="ja-JP">
                <a:latin typeface="Times New Roman" panose="02020603050405020304" pitchFamily="18" charset="0"/>
                <a:cs typeface="Times New Roman" panose="02020603050405020304" pitchFamily="18" charset="0"/>
              </a:rPr>
              <a:t>Cách tạo Bộ lọc Leader tham khảo trang bên. Hiện tại đã hoàn thành bộ lọc của Virgo, Libra2, Iris2024.</a:t>
            </a:r>
            <a:endParaRPr kumimoji="1" lang="ja-JP" altLang="en-US">
              <a:latin typeface="Times New Roman" panose="02020603050405020304" pitchFamily="18" charset="0"/>
              <a:cs typeface="Times New Roman" panose="02020603050405020304" pitchFamily="18" charset="0"/>
            </a:endParaRPr>
          </a:p>
        </p:txBody>
      </p:sp>
      <p:sp>
        <p:nvSpPr>
          <p:cNvPr id="53" name="Rectangle: Rounded Corners 52">
            <a:extLst>
              <a:ext uri="{FF2B5EF4-FFF2-40B4-BE49-F238E27FC236}">
                <a16:creationId xmlns:a16="http://schemas.microsoft.com/office/drawing/2014/main" id="{7192E1B6-AC8A-3CA7-BB75-9DE6DAB382E1}"/>
              </a:ext>
            </a:extLst>
          </p:cNvPr>
          <p:cNvSpPr/>
          <p:nvPr/>
        </p:nvSpPr>
        <p:spPr>
          <a:xfrm>
            <a:off x="76572" y="2292469"/>
            <a:ext cx="7904814" cy="859473"/>
          </a:xfrm>
          <a:prstGeom prst="roundRect">
            <a:avLst/>
          </a:prstGeom>
          <a:solidFill>
            <a:schemeClr val="bg1">
              <a:alpha val="0"/>
            </a:schemeClr>
          </a:solidFill>
          <a:ln w="508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328031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8EB0F13-8FD4-A98D-61E4-4C5A42B38C12}"/>
              </a:ext>
            </a:extLst>
          </p:cNvPr>
          <p:cNvSpPr>
            <a:spLocks noGrp="1"/>
          </p:cNvSpPr>
          <p:nvPr>
            <p:ph type="sldNum" sz="quarter" idx="4"/>
          </p:nvPr>
        </p:nvSpPr>
        <p:spPr/>
        <p:txBody>
          <a:bodyPr/>
          <a:lstStyle/>
          <a:p>
            <a:fld id="{E38BFB4B-70AE-4AFC-9806-78E9768488DC}" type="slidenum">
              <a:rPr lang="fr-FR" altLang="ja-JP" sz="1600" smtClean="0">
                <a:solidFill>
                  <a:schemeClr val="tx1"/>
                </a:solidFill>
              </a:rPr>
              <a:pPr/>
              <a:t>20</a:t>
            </a:fld>
            <a:endParaRPr lang="fr-FR" altLang="ja-JP" sz="1600">
              <a:solidFill>
                <a:schemeClr val="tx1"/>
              </a:solidFill>
            </a:endParaRPr>
          </a:p>
          <a:p>
            <a:r>
              <a:rPr lang="fr-FR" altLang="ja-JP" sz="1000"/>
              <a:t>©20</a:t>
            </a:r>
            <a:r>
              <a:rPr lang="en-US" altLang="ja-JP" sz="1000"/>
              <a:t>19</a:t>
            </a:r>
            <a:r>
              <a:rPr lang="fr-FR" altLang="ja-JP" sz="1000"/>
              <a:t> KYOCERA Document Solutions Inc.</a:t>
            </a:r>
            <a:endParaRPr lang="en-US" sz="1000"/>
          </a:p>
        </p:txBody>
      </p:sp>
      <p:cxnSp>
        <p:nvCxnSpPr>
          <p:cNvPr id="11" name="Straight Connector 10">
            <a:extLst>
              <a:ext uri="{FF2B5EF4-FFF2-40B4-BE49-F238E27FC236}">
                <a16:creationId xmlns:a16="http://schemas.microsoft.com/office/drawing/2014/main" id="{0AEC1FAA-157F-FDA2-1B9D-0AF67B466CA3}"/>
              </a:ext>
            </a:extLst>
          </p:cNvPr>
          <p:cNvCxnSpPr/>
          <p:nvPr/>
        </p:nvCxnSpPr>
        <p:spPr>
          <a:xfrm>
            <a:off x="0" y="472118"/>
            <a:ext cx="914400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14" name="Title 1">
            <a:extLst>
              <a:ext uri="{FF2B5EF4-FFF2-40B4-BE49-F238E27FC236}">
                <a16:creationId xmlns:a16="http://schemas.microsoft.com/office/drawing/2014/main" id="{E099A37F-803F-1BD6-80CD-AF51918E12F0}"/>
              </a:ext>
            </a:extLst>
          </p:cNvPr>
          <p:cNvSpPr>
            <a:spLocks noGrp="1"/>
          </p:cNvSpPr>
          <p:nvPr>
            <p:ph type="title"/>
          </p:nvPr>
        </p:nvSpPr>
        <p:spPr>
          <a:xfrm>
            <a:off x="0" y="0"/>
            <a:ext cx="9144000" cy="410695"/>
          </a:xfrm>
        </p:spPr>
        <p:txBody>
          <a:bodyPr>
            <a:noAutofit/>
          </a:bodyPr>
          <a:lstStyle/>
          <a:p>
            <a:r>
              <a:rPr kumimoji="1" lang="en-US" altLang="ja-JP" sz="2000">
                <a:latin typeface="Times New Roman" panose="02020603050405020304" pitchFamily="18" charset="0"/>
                <a:cs typeface="Times New Roman" panose="02020603050405020304" pitchFamily="18" charset="0"/>
              </a:rPr>
              <a:t>5.4. Hướng dẫn sử dụng (phía Leader)_sử dụng chức năng BOM FULL TC14</a:t>
            </a:r>
            <a:endParaRPr kumimoji="1" lang="ja-JP" altLang="en-US" sz="2000">
              <a:latin typeface="Times New Roman" panose="02020603050405020304" pitchFamily="18" charset="0"/>
              <a:cs typeface="Times New Roman" panose="02020603050405020304" pitchFamily="18" charset="0"/>
            </a:endParaRPr>
          </a:p>
        </p:txBody>
      </p:sp>
      <p:sp>
        <p:nvSpPr>
          <p:cNvPr id="24" name="Speech Bubble: Rectangle 23">
            <a:extLst>
              <a:ext uri="{FF2B5EF4-FFF2-40B4-BE49-F238E27FC236}">
                <a16:creationId xmlns:a16="http://schemas.microsoft.com/office/drawing/2014/main" id="{61A4F586-F441-8176-8A27-30EEBE897C1F}"/>
              </a:ext>
            </a:extLst>
          </p:cNvPr>
          <p:cNvSpPr/>
          <p:nvPr/>
        </p:nvSpPr>
        <p:spPr>
          <a:xfrm>
            <a:off x="3509389" y="472118"/>
            <a:ext cx="5634611" cy="5521512"/>
          </a:xfrm>
          <a:prstGeom prst="wedgeRectCallout">
            <a:avLst>
              <a:gd name="adj1" fmla="val -8756"/>
              <a:gd name="adj2" fmla="val 44152"/>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spAutoFit/>
          </a:bodyPr>
          <a:lstStyle/>
          <a:p>
            <a:pPr algn="ctr">
              <a:lnSpc>
                <a:spcPct val="90000"/>
              </a:lnSpc>
            </a:pPr>
            <a:r>
              <a:rPr kumimoji="1" lang="en-US" altLang="ja-JP" sz="1400">
                <a:latin typeface="Times New Roman" panose="02020603050405020304" pitchFamily="18" charset="0"/>
                <a:cs typeface="Times New Roman" panose="02020603050405020304" pitchFamily="18" charset="0"/>
              </a:rPr>
              <a:t>Có </a:t>
            </a:r>
            <a:r>
              <a:rPr kumimoji="1" lang="en-US" altLang="ja-JP" sz="1400">
                <a:solidFill>
                  <a:srgbClr val="FF0000"/>
                </a:solidFill>
                <a:latin typeface="Times New Roman" panose="02020603050405020304" pitchFamily="18" charset="0"/>
                <a:cs typeface="Times New Roman" panose="02020603050405020304" pitchFamily="18" charset="0"/>
              </a:rPr>
              <a:t>3</a:t>
            </a:r>
            <a:r>
              <a:rPr kumimoji="1" lang="en-US" altLang="ja-JP" sz="1400">
                <a:latin typeface="Times New Roman" panose="02020603050405020304" pitchFamily="18" charset="0"/>
                <a:cs typeface="Times New Roman" panose="02020603050405020304" pitchFamily="18" charset="0"/>
              </a:rPr>
              <a:t> cột dữ liệu cần quan tâm.</a:t>
            </a:r>
            <a:br>
              <a:rPr kumimoji="1" lang="en-US" altLang="ja-JP" sz="1400">
                <a:latin typeface="Times New Roman" panose="02020603050405020304" pitchFamily="18" charset="0"/>
                <a:cs typeface="Times New Roman" panose="02020603050405020304" pitchFamily="18" charset="0"/>
              </a:rPr>
            </a:br>
            <a:r>
              <a:rPr kumimoji="1" lang="en-US" altLang="ja-JP" sz="1400">
                <a:latin typeface="Times New Roman" panose="02020603050405020304" pitchFamily="18" charset="0"/>
                <a:cs typeface="Times New Roman" panose="02020603050405020304" pitchFamily="18" charset="0"/>
              </a:rPr>
              <a:t>1. Cột tên máy: Ngoài việc chương trình gọi tên để tìm đến vị trí của bộ lọc. Cột dữ liệu này còn là nơi nhập tên của Unit </a:t>
            </a:r>
            <a:r>
              <a:rPr kumimoji="1" lang="en-US" altLang="ja-JP" sz="1400" u="sng">
                <a:latin typeface="Times New Roman" panose="02020603050405020304" pitchFamily="18" charset="0"/>
                <a:cs typeface="Times New Roman" panose="02020603050405020304" pitchFamily="18" charset="0"/>
              </a:rPr>
              <a:t>không muốn bung dữ liệu ra</a:t>
            </a:r>
            <a:r>
              <a:rPr kumimoji="1" lang="en-US" altLang="ja-JP" sz="1400">
                <a:latin typeface="Times New Roman" panose="02020603050405020304" pitchFamily="18" charset="0"/>
                <a:cs typeface="Times New Roman" panose="02020603050405020304" pitchFamily="18" charset="0"/>
              </a:rPr>
              <a:t>.</a:t>
            </a:r>
          </a:p>
          <a:p>
            <a:pPr algn="ctr">
              <a:lnSpc>
                <a:spcPct val="90000"/>
              </a:lnSpc>
            </a:pPr>
            <a:r>
              <a:rPr kumimoji="1" lang="en-US" altLang="ja-JP" sz="1400">
                <a:latin typeface="Times New Roman" panose="02020603050405020304" pitchFamily="18" charset="0"/>
                <a:cs typeface="Times New Roman" panose="02020603050405020304" pitchFamily="18" charset="0"/>
              </a:rPr>
              <a:t>2. Cột trạng thái lọc: Có 2 trạng thái tìm kiếm mà chương trình thiết lập. </a:t>
            </a:r>
          </a:p>
          <a:p>
            <a:pPr algn="ctr">
              <a:lnSpc>
                <a:spcPct val="90000"/>
              </a:lnSpc>
            </a:pPr>
            <a:r>
              <a:rPr kumimoji="1" lang="en-US" altLang="ja-JP" sz="1400">
                <a:latin typeface="Times New Roman" panose="02020603050405020304" pitchFamily="18" charset="0"/>
                <a:cs typeface="Times New Roman" panose="02020603050405020304" pitchFamily="18" charset="0"/>
              </a:rPr>
              <a:t>2.1. Full_name: khi bạn nhập lựa chọn này thì chương trình sẽ tìm kiếm đúng toàn bộ tên unit mà bạn nhập ở cột tên máy trong cột K Item Name của file Bom Full PLM.</a:t>
            </a:r>
          </a:p>
          <a:p>
            <a:pPr algn="ctr">
              <a:lnSpc>
                <a:spcPct val="90000"/>
              </a:lnSpc>
            </a:pPr>
            <a:r>
              <a:rPr kumimoji="1" lang="en-US" altLang="ja-JP" sz="1400">
                <a:latin typeface="Times New Roman" panose="02020603050405020304" pitchFamily="18" charset="0"/>
                <a:cs typeface="Times New Roman" panose="02020603050405020304" pitchFamily="18" charset="0"/>
              </a:rPr>
              <a:t>Khi nhập: </a:t>
            </a:r>
          </a:p>
          <a:p>
            <a:pPr algn="ctr">
              <a:lnSpc>
                <a:spcPct val="90000"/>
              </a:lnSpc>
            </a:pPr>
            <a:r>
              <a:rPr lang="en-US" altLang="ja-JP" sz="1400" b="0" i="0" u="none" strike="noStrike">
                <a:solidFill>
                  <a:schemeClr val="bg1"/>
                </a:solidFill>
                <a:effectLst/>
                <a:latin typeface="Times New Roman" panose="02020603050405020304" pitchFamily="18" charset="0"/>
              </a:rPr>
              <a:t>PWB MAIN ASSY WITH SOFTWARE</a:t>
            </a:r>
            <a:r>
              <a:rPr kumimoji="1" lang="en-US" altLang="ja-JP" sz="1400" b="0" i="0" u="none" strike="noStrike">
                <a:solidFill>
                  <a:schemeClr val="bg1"/>
                </a:solidFill>
                <a:effectLst/>
                <a:latin typeface="Times New Roman" panose="02020603050405020304" pitchFamily="18" charset="0"/>
                <a:cs typeface="Times New Roman" panose="02020603050405020304" pitchFamily="18" charset="0"/>
              </a:rPr>
              <a:t> | Full_name</a:t>
            </a:r>
          </a:p>
          <a:p>
            <a:pPr algn="ctr">
              <a:lnSpc>
                <a:spcPct val="90000"/>
              </a:lnSpc>
            </a:pPr>
            <a:r>
              <a:rPr kumimoji="1" lang="en-US" altLang="ja-JP" sz="1400">
                <a:solidFill>
                  <a:schemeClr val="bg1"/>
                </a:solidFill>
                <a:latin typeface="Times New Roman" panose="02020603050405020304" pitchFamily="18" charset="0"/>
                <a:cs typeface="Times New Roman" panose="02020603050405020304" pitchFamily="18" charset="0"/>
              </a:rPr>
              <a:t>Kết quả chương trình sẽ tìm là</a:t>
            </a:r>
            <a:endParaRPr kumimoji="1" lang="en-US" altLang="ja-JP" sz="1400">
              <a:latin typeface="Times New Roman" panose="02020603050405020304" pitchFamily="18" charset="0"/>
              <a:cs typeface="Times New Roman" panose="02020603050405020304" pitchFamily="18" charset="0"/>
            </a:endParaRPr>
          </a:p>
          <a:p>
            <a:pPr algn="ctr">
              <a:lnSpc>
                <a:spcPct val="90000"/>
              </a:lnSpc>
            </a:pPr>
            <a:endParaRPr kumimoji="1" lang="en-US" altLang="ja-JP" sz="1400">
              <a:latin typeface="Times New Roman" panose="02020603050405020304" pitchFamily="18" charset="0"/>
              <a:cs typeface="Times New Roman" panose="02020603050405020304" pitchFamily="18" charset="0"/>
            </a:endParaRPr>
          </a:p>
          <a:p>
            <a:pPr algn="ctr">
              <a:lnSpc>
                <a:spcPct val="90000"/>
              </a:lnSpc>
            </a:pPr>
            <a:endParaRPr kumimoji="1" lang="en-US" altLang="ja-JP" sz="1400">
              <a:latin typeface="Times New Roman" panose="02020603050405020304" pitchFamily="18" charset="0"/>
              <a:cs typeface="Times New Roman" panose="02020603050405020304" pitchFamily="18" charset="0"/>
            </a:endParaRPr>
          </a:p>
          <a:p>
            <a:pPr algn="ctr">
              <a:lnSpc>
                <a:spcPct val="90000"/>
              </a:lnSpc>
            </a:pPr>
            <a:endParaRPr kumimoji="1" lang="en-US" altLang="ja-JP" sz="1400">
              <a:latin typeface="Times New Roman" panose="02020603050405020304" pitchFamily="18" charset="0"/>
              <a:cs typeface="Times New Roman" panose="02020603050405020304" pitchFamily="18" charset="0"/>
            </a:endParaRPr>
          </a:p>
          <a:p>
            <a:pPr algn="ctr">
              <a:lnSpc>
                <a:spcPct val="90000"/>
              </a:lnSpc>
            </a:pPr>
            <a:r>
              <a:rPr kumimoji="1" lang="en-US" altLang="ja-JP" sz="1400">
                <a:latin typeface="Times New Roman" panose="02020603050405020304" pitchFamily="18" charset="0"/>
                <a:cs typeface="Times New Roman" panose="02020603050405020304" pitchFamily="18" charset="0"/>
              </a:rPr>
              <a:t>2.2 Part_name: khi bạn nhập lựa chọn này chương trình sẽ tìm kiếm 1 phần tên unit trùng với unit ở cột K của file  Bom Full PLM.</a:t>
            </a:r>
          </a:p>
          <a:p>
            <a:pPr algn="ctr">
              <a:lnSpc>
                <a:spcPct val="90000"/>
              </a:lnSpc>
            </a:pPr>
            <a:r>
              <a:rPr kumimoji="1" lang="en-US" altLang="ja-JP" sz="1400">
                <a:latin typeface="Times New Roman" panose="02020603050405020304" pitchFamily="18" charset="0"/>
                <a:cs typeface="Times New Roman" panose="02020603050405020304" pitchFamily="18" charset="0"/>
              </a:rPr>
              <a:t>VD: khi bạn nhập</a:t>
            </a:r>
          </a:p>
          <a:p>
            <a:pPr algn="ctr">
              <a:lnSpc>
                <a:spcPct val="90000"/>
              </a:lnSpc>
            </a:pPr>
            <a:r>
              <a:rPr kumimoji="1" lang="en-US" altLang="ja-JP" sz="1400">
                <a:solidFill>
                  <a:schemeClr val="bg1"/>
                </a:solidFill>
                <a:latin typeface="Times New Roman" panose="02020603050405020304" pitchFamily="18" charset="0"/>
                <a:cs typeface="Times New Roman" panose="02020603050405020304" pitchFamily="18" charset="0"/>
              </a:rPr>
              <a:t> </a:t>
            </a:r>
            <a:r>
              <a:rPr lang="en-US" altLang="ja-JP" sz="1400" b="0" i="0" u="none" strike="noStrike">
                <a:solidFill>
                  <a:schemeClr val="bg1"/>
                </a:solidFill>
                <a:effectLst/>
                <a:latin typeface="Times New Roman" panose="02020603050405020304" pitchFamily="18" charset="0"/>
              </a:rPr>
              <a:t>PWB MAIN ASSY WITH SOFTWARE |</a:t>
            </a:r>
            <a:r>
              <a:rPr lang="en-US" altLang="ja-JP" sz="1400">
                <a:solidFill>
                  <a:schemeClr val="bg1"/>
                </a:solidFill>
              </a:rPr>
              <a:t> </a:t>
            </a:r>
            <a:r>
              <a:rPr lang="en-US" altLang="ja-JP" sz="1400" b="0" i="0" u="none" strike="noStrike">
                <a:solidFill>
                  <a:schemeClr val="bg1"/>
                </a:solidFill>
                <a:effectLst/>
                <a:latin typeface="Times New Roman" panose="02020603050405020304" pitchFamily="18" charset="0"/>
              </a:rPr>
              <a:t>Part_name|</a:t>
            </a:r>
          </a:p>
          <a:p>
            <a:pPr algn="ctr">
              <a:lnSpc>
                <a:spcPct val="90000"/>
              </a:lnSpc>
            </a:pPr>
            <a:r>
              <a:rPr lang="en-US" altLang="ja-JP" sz="1400">
                <a:solidFill>
                  <a:schemeClr val="bg1"/>
                </a:solidFill>
                <a:latin typeface="Times New Roman" panose="02020603050405020304" pitchFamily="18" charset="0"/>
              </a:rPr>
              <a:t>Thì chương trình sẽ lọc toàn bộ unit có tên </a:t>
            </a:r>
            <a:r>
              <a:rPr lang="en-US" altLang="ja-JP" sz="1400" b="0" i="0" u="none" strike="noStrike">
                <a:solidFill>
                  <a:schemeClr val="bg1"/>
                </a:solidFill>
                <a:effectLst/>
                <a:latin typeface="Times New Roman" panose="02020603050405020304" pitchFamily="18" charset="0"/>
              </a:rPr>
              <a:t>PWB MAIN ASSY WITH SOFTWARE</a:t>
            </a:r>
            <a:r>
              <a:rPr lang="en-US" altLang="ja-JP" sz="1400">
                <a:solidFill>
                  <a:schemeClr val="bg1"/>
                </a:solidFill>
              </a:rPr>
              <a:t> </a:t>
            </a:r>
            <a:r>
              <a:rPr lang="en-US" altLang="ja-JP" sz="1400">
                <a:solidFill>
                  <a:schemeClr val="bg1"/>
                </a:solidFill>
                <a:latin typeface="Times New Roman" panose="02020603050405020304" pitchFamily="18" charset="0"/>
              </a:rPr>
              <a:t>trong nó</a:t>
            </a:r>
            <a:r>
              <a:rPr lang="en-US" altLang="ja-JP" sz="1400">
                <a:solidFill>
                  <a:schemeClr val="bg1"/>
                </a:solidFill>
              </a:rPr>
              <a:t> là: </a:t>
            </a:r>
          </a:p>
          <a:p>
            <a:pPr algn="ctr">
              <a:lnSpc>
                <a:spcPct val="90000"/>
              </a:lnSpc>
            </a:pPr>
            <a:endParaRPr lang="en-US" altLang="ja-JP" sz="1400"/>
          </a:p>
          <a:p>
            <a:pPr algn="ctr">
              <a:lnSpc>
                <a:spcPct val="90000"/>
              </a:lnSpc>
            </a:pPr>
            <a:br>
              <a:rPr lang="en-US" altLang="ja-JP" sz="1400"/>
            </a:br>
            <a:endParaRPr lang="en-US" altLang="ja-JP" sz="1400"/>
          </a:p>
          <a:p>
            <a:pPr algn="ctr">
              <a:lnSpc>
                <a:spcPct val="90000"/>
              </a:lnSpc>
            </a:pPr>
            <a:endParaRPr kumimoji="1" lang="en-US" altLang="ja-JP" sz="1400">
              <a:latin typeface="Times New Roman" panose="02020603050405020304" pitchFamily="18" charset="0"/>
              <a:cs typeface="Times New Roman" panose="02020603050405020304" pitchFamily="18" charset="0"/>
            </a:endParaRPr>
          </a:p>
          <a:p>
            <a:pPr algn="ctr">
              <a:lnSpc>
                <a:spcPct val="90000"/>
              </a:lnSpc>
            </a:pPr>
            <a:endParaRPr kumimoji="1" lang="en-US" altLang="ja-JP" sz="1400">
              <a:latin typeface="Times New Roman" panose="02020603050405020304" pitchFamily="18" charset="0"/>
              <a:cs typeface="Times New Roman" panose="02020603050405020304" pitchFamily="18" charset="0"/>
            </a:endParaRPr>
          </a:p>
          <a:p>
            <a:pPr algn="ctr">
              <a:lnSpc>
                <a:spcPct val="90000"/>
              </a:lnSpc>
            </a:pPr>
            <a:r>
              <a:rPr kumimoji="1" lang="en-US" altLang="ja-JP" sz="1400">
                <a:solidFill>
                  <a:srgbClr val="FF0000"/>
                </a:solidFill>
                <a:latin typeface="Times New Roman" panose="02020603050405020304" pitchFamily="18" charset="0"/>
                <a:cs typeface="Times New Roman" panose="02020603050405020304" pitchFamily="18" charset="0"/>
              </a:rPr>
              <a:t>3. Cột Mã Unit/Linh kiện: Khi cần chỉ định cụ thể linh kiện không cần bung thì nhập mã của Unit đó vào</a:t>
            </a:r>
          </a:p>
          <a:p>
            <a:pPr algn="ctr">
              <a:lnSpc>
                <a:spcPct val="90000"/>
              </a:lnSpc>
            </a:pPr>
            <a:endParaRPr kumimoji="1" lang="en-US" altLang="ja-JP" sz="1400">
              <a:latin typeface="Times New Roman" panose="02020603050405020304" pitchFamily="18" charset="0"/>
              <a:cs typeface="Times New Roman" panose="02020603050405020304" pitchFamily="18" charset="0"/>
            </a:endParaRPr>
          </a:p>
          <a:p>
            <a:pPr algn="ctr">
              <a:lnSpc>
                <a:spcPct val="90000"/>
              </a:lnSpc>
            </a:pPr>
            <a:endParaRPr kumimoji="1" lang="ja-JP" altLang="en-US" sz="1400">
              <a:latin typeface="Times New Roman" panose="02020603050405020304" pitchFamily="18" charset="0"/>
              <a:cs typeface="Times New Roman" panose="02020603050405020304" pitchFamily="18" charset="0"/>
            </a:endParaRPr>
          </a:p>
        </p:txBody>
      </p:sp>
      <p:pic>
        <p:nvPicPr>
          <p:cNvPr id="30" name="Picture 29">
            <a:extLst>
              <a:ext uri="{FF2B5EF4-FFF2-40B4-BE49-F238E27FC236}">
                <a16:creationId xmlns:a16="http://schemas.microsoft.com/office/drawing/2014/main" id="{FC0A33B1-3D97-A9E3-9AC7-1759627C391B}"/>
              </a:ext>
            </a:extLst>
          </p:cNvPr>
          <p:cNvPicPr>
            <a:picLocks noChangeAspect="1"/>
          </p:cNvPicPr>
          <p:nvPr/>
        </p:nvPicPr>
        <p:blipFill>
          <a:blip r:embed="rId2"/>
          <a:stretch>
            <a:fillRect/>
          </a:stretch>
        </p:blipFill>
        <p:spPr>
          <a:xfrm>
            <a:off x="4597400" y="4270668"/>
            <a:ext cx="3134162" cy="771633"/>
          </a:xfrm>
          <a:prstGeom prst="rect">
            <a:avLst/>
          </a:prstGeom>
        </p:spPr>
      </p:pic>
      <p:grpSp>
        <p:nvGrpSpPr>
          <p:cNvPr id="35" name="Group 34">
            <a:extLst>
              <a:ext uri="{FF2B5EF4-FFF2-40B4-BE49-F238E27FC236}">
                <a16:creationId xmlns:a16="http://schemas.microsoft.com/office/drawing/2014/main" id="{120BCBE7-581B-2115-0067-DCBF760FC87C}"/>
              </a:ext>
            </a:extLst>
          </p:cNvPr>
          <p:cNvGrpSpPr/>
          <p:nvPr/>
        </p:nvGrpSpPr>
        <p:grpSpPr>
          <a:xfrm>
            <a:off x="34277" y="5237404"/>
            <a:ext cx="4350111" cy="1095798"/>
            <a:chOff x="3157381" y="4620617"/>
            <a:chExt cx="5525585" cy="1614866"/>
          </a:xfrm>
        </p:grpSpPr>
        <p:pic>
          <p:nvPicPr>
            <p:cNvPr id="26" name="Picture 25">
              <a:extLst>
                <a:ext uri="{FF2B5EF4-FFF2-40B4-BE49-F238E27FC236}">
                  <a16:creationId xmlns:a16="http://schemas.microsoft.com/office/drawing/2014/main" id="{BB497828-EBA7-D78B-1668-CD5A6128C4E0}"/>
                </a:ext>
              </a:extLst>
            </p:cNvPr>
            <p:cNvPicPr>
              <a:picLocks noChangeAspect="1"/>
            </p:cNvPicPr>
            <p:nvPr/>
          </p:nvPicPr>
          <p:blipFill>
            <a:blip r:embed="rId3"/>
            <a:stretch>
              <a:fillRect/>
            </a:stretch>
          </p:blipFill>
          <p:spPr>
            <a:xfrm>
              <a:off x="4205277" y="4654112"/>
              <a:ext cx="3153215" cy="1581371"/>
            </a:xfrm>
            <a:prstGeom prst="rect">
              <a:avLst/>
            </a:prstGeom>
          </p:spPr>
        </p:pic>
        <p:sp>
          <p:nvSpPr>
            <p:cNvPr id="27" name="Speech Bubble: Rectangle 26">
              <a:extLst>
                <a:ext uri="{FF2B5EF4-FFF2-40B4-BE49-F238E27FC236}">
                  <a16:creationId xmlns:a16="http://schemas.microsoft.com/office/drawing/2014/main" id="{E63B9F5B-61DB-C190-AA88-1F332C8029E1}"/>
                </a:ext>
              </a:extLst>
            </p:cNvPr>
            <p:cNvSpPr/>
            <p:nvPr/>
          </p:nvSpPr>
          <p:spPr>
            <a:xfrm>
              <a:off x="6617254" y="4959549"/>
              <a:ext cx="2065712" cy="1009912"/>
            </a:xfrm>
            <a:prstGeom prst="wedgeRectCallout">
              <a:avLst>
                <a:gd name="adj1" fmla="val -57631"/>
                <a:gd name="adj2" fmla="val -66310"/>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lnSpcReduction="10000"/>
            </a:bodyPr>
            <a:lstStyle/>
            <a:p>
              <a:pPr algn="ctr">
                <a:lnSpc>
                  <a:spcPct val="90000"/>
                </a:lnSpc>
              </a:pPr>
              <a:r>
                <a:rPr kumimoji="1" lang="en-US" altLang="ja-JP" sz="1500">
                  <a:latin typeface="Times New Roman" panose="02020603050405020304" pitchFamily="18" charset="0"/>
                  <a:cs typeface="Times New Roman" panose="02020603050405020304" pitchFamily="18" charset="0"/>
                </a:rPr>
                <a:t>Cột dữ liệu K: Item Name của file Bom PLM</a:t>
              </a:r>
              <a:endParaRPr kumimoji="1" lang="ja-JP" altLang="en-US" sz="1500">
                <a:latin typeface="Times New Roman" panose="02020603050405020304" pitchFamily="18" charset="0"/>
                <a:cs typeface="Times New Roman" panose="02020603050405020304" pitchFamily="18" charset="0"/>
              </a:endParaRPr>
            </a:p>
          </p:txBody>
        </p:sp>
        <p:pic>
          <p:nvPicPr>
            <p:cNvPr id="34" name="Picture 33">
              <a:extLst>
                <a:ext uri="{FF2B5EF4-FFF2-40B4-BE49-F238E27FC236}">
                  <a16:creationId xmlns:a16="http://schemas.microsoft.com/office/drawing/2014/main" id="{AA20FC6A-3218-5E38-2A5D-651063EC91E4}"/>
                </a:ext>
              </a:extLst>
            </p:cNvPr>
            <p:cNvPicPr>
              <a:picLocks noChangeAspect="1"/>
            </p:cNvPicPr>
            <p:nvPr/>
          </p:nvPicPr>
          <p:blipFill>
            <a:blip r:embed="rId4"/>
            <a:stretch>
              <a:fillRect/>
            </a:stretch>
          </p:blipFill>
          <p:spPr>
            <a:xfrm>
              <a:off x="3157381" y="4620617"/>
              <a:ext cx="1047896" cy="1295581"/>
            </a:xfrm>
            <a:prstGeom prst="rect">
              <a:avLst/>
            </a:prstGeom>
          </p:spPr>
        </p:pic>
      </p:grpSp>
      <p:pic>
        <p:nvPicPr>
          <p:cNvPr id="37" name="Picture 36">
            <a:extLst>
              <a:ext uri="{FF2B5EF4-FFF2-40B4-BE49-F238E27FC236}">
                <a16:creationId xmlns:a16="http://schemas.microsoft.com/office/drawing/2014/main" id="{B7B45ABE-833E-E471-A0A7-20EE28CBD1DD}"/>
              </a:ext>
            </a:extLst>
          </p:cNvPr>
          <p:cNvPicPr>
            <a:picLocks noChangeAspect="1"/>
          </p:cNvPicPr>
          <p:nvPr/>
        </p:nvPicPr>
        <p:blipFill>
          <a:blip r:embed="rId5"/>
          <a:stretch>
            <a:fillRect/>
          </a:stretch>
        </p:blipFill>
        <p:spPr>
          <a:xfrm>
            <a:off x="4629230" y="2489859"/>
            <a:ext cx="3124636" cy="543001"/>
          </a:xfrm>
          <a:prstGeom prst="rect">
            <a:avLst/>
          </a:prstGeom>
        </p:spPr>
      </p:pic>
      <p:sp>
        <p:nvSpPr>
          <p:cNvPr id="2" name="Speech Bubble: Rectangle 1">
            <a:extLst>
              <a:ext uri="{FF2B5EF4-FFF2-40B4-BE49-F238E27FC236}">
                <a16:creationId xmlns:a16="http://schemas.microsoft.com/office/drawing/2014/main" id="{E07802B7-7208-4DAC-A276-E1A96C51126A}"/>
              </a:ext>
            </a:extLst>
          </p:cNvPr>
          <p:cNvSpPr/>
          <p:nvPr/>
        </p:nvSpPr>
        <p:spPr>
          <a:xfrm>
            <a:off x="34277" y="3859545"/>
            <a:ext cx="3305636" cy="1371791"/>
          </a:xfrm>
          <a:prstGeom prst="wedgeRectCallout">
            <a:avLst>
              <a:gd name="adj1" fmla="val -47066"/>
              <a:gd name="adj2" fmla="val -4493"/>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lnSpc>
                <a:spcPct val="90000"/>
              </a:lnSpc>
            </a:pPr>
            <a:r>
              <a:rPr kumimoji="1" lang="en-US" altLang="ja-JP" sz="1600">
                <a:latin typeface="Times New Roman" panose="02020603050405020304" pitchFamily="18" charset="0"/>
                <a:cs typeface="Times New Roman" panose="02020603050405020304" pitchFamily="18" charset="0"/>
              </a:rPr>
              <a:t>※</a:t>
            </a:r>
            <a:r>
              <a:rPr kumimoji="1" lang="en-US" altLang="ja-JP" sz="1600" u="sng">
                <a:solidFill>
                  <a:srgbClr val="FF0000"/>
                </a:solidFill>
                <a:latin typeface="Times New Roman" panose="02020603050405020304" pitchFamily="18" charset="0"/>
                <a:cs typeface="Times New Roman" panose="02020603050405020304" pitchFamily="18" charset="0"/>
                <a:hlinkClick r:id="rId6" action="ppaction://hlinksldjump"/>
              </a:rPr>
              <a:t>Ngoài ra tham khảo mục 7. Bổ sung về cách làm bộ lọc PLM cho Leader (slide 27)</a:t>
            </a:r>
            <a:endParaRPr kumimoji="1" lang="ja-JP" altLang="en-US" sz="1600" u="sng">
              <a:solidFill>
                <a:srgbClr val="FF000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7E36ECE-54CC-A522-8C05-B47088FF1154}"/>
              </a:ext>
            </a:extLst>
          </p:cNvPr>
          <p:cNvPicPr>
            <a:picLocks noChangeAspect="1"/>
          </p:cNvPicPr>
          <p:nvPr/>
        </p:nvPicPr>
        <p:blipFill>
          <a:blip r:embed="rId7"/>
          <a:stretch>
            <a:fillRect/>
          </a:stretch>
        </p:blipFill>
        <p:spPr>
          <a:xfrm>
            <a:off x="42915" y="516947"/>
            <a:ext cx="3434052" cy="2809558"/>
          </a:xfrm>
          <a:prstGeom prst="rect">
            <a:avLst/>
          </a:prstGeom>
        </p:spPr>
      </p:pic>
      <p:pic>
        <p:nvPicPr>
          <p:cNvPr id="7" name="Picture 6">
            <a:extLst>
              <a:ext uri="{FF2B5EF4-FFF2-40B4-BE49-F238E27FC236}">
                <a16:creationId xmlns:a16="http://schemas.microsoft.com/office/drawing/2014/main" id="{B9DEA1F5-C508-5647-78EE-1BCB8CB2296B}"/>
              </a:ext>
            </a:extLst>
          </p:cNvPr>
          <p:cNvPicPr>
            <a:picLocks noChangeAspect="1"/>
          </p:cNvPicPr>
          <p:nvPr/>
        </p:nvPicPr>
        <p:blipFill>
          <a:blip r:embed="rId8"/>
          <a:stretch>
            <a:fillRect/>
          </a:stretch>
        </p:blipFill>
        <p:spPr>
          <a:xfrm>
            <a:off x="4552104" y="5593602"/>
            <a:ext cx="3201762" cy="190439"/>
          </a:xfrm>
          <a:prstGeom prst="rect">
            <a:avLst/>
          </a:prstGeom>
        </p:spPr>
      </p:pic>
    </p:spTree>
    <p:extLst>
      <p:ext uri="{BB962C8B-B14F-4D97-AF65-F5344CB8AC3E}">
        <p14:creationId xmlns:p14="http://schemas.microsoft.com/office/powerpoint/2010/main" val="3405973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Picture 31">
            <a:extLst>
              <a:ext uri="{FF2B5EF4-FFF2-40B4-BE49-F238E27FC236}">
                <a16:creationId xmlns:a16="http://schemas.microsoft.com/office/drawing/2014/main" id="{8F79BFB3-E790-1E09-4BB5-97DFBD6133BE}"/>
              </a:ext>
            </a:extLst>
          </p:cNvPr>
          <p:cNvPicPr>
            <a:picLocks noChangeAspect="1"/>
          </p:cNvPicPr>
          <p:nvPr/>
        </p:nvPicPr>
        <p:blipFill>
          <a:blip r:embed="rId2"/>
          <a:stretch>
            <a:fillRect/>
          </a:stretch>
        </p:blipFill>
        <p:spPr>
          <a:xfrm>
            <a:off x="0" y="1021754"/>
            <a:ext cx="9114020" cy="2969273"/>
          </a:xfrm>
          <a:prstGeom prst="rect">
            <a:avLst/>
          </a:prstGeom>
        </p:spPr>
      </p:pic>
      <p:sp>
        <p:nvSpPr>
          <p:cNvPr id="4" name="Slide Number Placeholder 3">
            <a:extLst>
              <a:ext uri="{FF2B5EF4-FFF2-40B4-BE49-F238E27FC236}">
                <a16:creationId xmlns:a16="http://schemas.microsoft.com/office/drawing/2014/main" id="{48EB0F13-8FD4-A98D-61E4-4C5A42B38C12}"/>
              </a:ext>
            </a:extLst>
          </p:cNvPr>
          <p:cNvSpPr>
            <a:spLocks noGrp="1"/>
          </p:cNvSpPr>
          <p:nvPr>
            <p:ph type="sldNum" sz="quarter" idx="4"/>
          </p:nvPr>
        </p:nvSpPr>
        <p:spPr/>
        <p:txBody>
          <a:bodyPr/>
          <a:lstStyle/>
          <a:p>
            <a:fld id="{E38BFB4B-70AE-4AFC-9806-78E9768488DC}" type="slidenum">
              <a:rPr lang="fr-FR" altLang="ja-JP" sz="1600" smtClean="0">
                <a:solidFill>
                  <a:schemeClr val="tx1"/>
                </a:solidFill>
              </a:rPr>
              <a:pPr/>
              <a:t>21</a:t>
            </a:fld>
            <a:endParaRPr lang="fr-FR" altLang="ja-JP" sz="1600">
              <a:solidFill>
                <a:schemeClr val="tx1"/>
              </a:solidFill>
            </a:endParaRPr>
          </a:p>
          <a:p>
            <a:r>
              <a:rPr lang="fr-FR" altLang="ja-JP" sz="1000"/>
              <a:t>©20</a:t>
            </a:r>
            <a:r>
              <a:rPr lang="en-US" altLang="ja-JP" sz="1000"/>
              <a:t>19</a:t>
            </a:r>
            <a:r>
              <a:rPr lang="fr-FR" altLang="ja-JP" sz="1000"/>
              <a:t> KYOCERA Document Solutions Inc.</a:t>
            </a:r>
            <a:endParaRPr lang="en-US" sz="1000"/>
          </a:p>
        </p:txBody>
      </p:sp>
      <p:cxnSp>
        <p:nvCxnSpPr>
          <p:cNvPr id="11" name="Straight Connector 10">
            <a:extLst>
              <a:ext uri="{FF2B5EF4-FFF2-40B4-BE49-F238E27FC236}">
                <a16:creationId xmlns:a16="http://schemas.microsoft.com/office/drawing/2014/main" id="{0AEC1FAA-157F-FDA2-1B9D-0AF67B466CA3}"/>
              </a:ext>
            </a:extLst>
          </p:cNvPr>
          <p:cNvCxnSpPr/>
          <p:nvPr/>
        </p:nvCxnSpPr>
        <p:spPr>
          <a:xfrm>
            <a:off x="0" y="472118"/>
            <a:ext cx="914400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14" name="Title 1">
            <a:extLst>
              <a:ext uri="{FF2B5EF4-FFF2-40B4-BE49-F238E27FC236}">
                <a16:creationId xmlns:a16="http://schemas.microsoft.com/office/drawing/2014/main" id="{E099A37F-803F-1BD6-80CD-AF51918E12F0}"/>
              </a:ext>
            </a:extLst>
          </p:cNvPr>
          <p:cNvSpPr>
            <a:spLocks noGrp="1"/>
          </p:cNvSpPr>
          <p:nvPr>
            <p:ph type="title"/>
          </p:nvPr>
        </p:nvSpPr>
        <p:spPr>
          <a:xfrm>
            <a:off x="0" y="0"/>
            <a:ext cx="9144000" cy="410695"/>
          </a:xfrm>
        </p:spPr>
        <p:txBody>
          <a:bodyPr>
            <a:noAutofit/>
          </a:bodyPr>
          <a:lstStyle/>
          <a:p>
            <a:r>
              <a:rPr kumimoji="1" lang="en-US" altLang="ja-JP" sz="2400">
                <a:latin typeface="Times New Roman" panose="02020603050405020304" pitchFamily="18" charset="0"/>
                <a:cs typeface="Times New Roman" panose="02020603050405020304" pitchFamily="18" charset="0"/>
              </a:rPr>
              <a:t>5.5. Hướng dẫn sử dụng (phía Leader)_Tắt thông báo trong R3</a:t>
            </a:r>
            <a:endParaRPr kumimoji="1" lang="ja-JP" altLang="en-US" sz="2400">
              <a:latin typeface="Times New Roman" panose="02020603050405020304" pitchFamily="18" charset="0"/>
              <a:cs typeface="Times New Roman" panose="02020603050405020304" pitchFamily="18" charset="0"/>
            </a:endParaRPr>
          </a:p>
        </p:txBody>
      </p:sp>
      <p:sp>
        <p:nvSpPr>
          <p:cNvPr id="6" name="Speech Bubble: Rectangle 5">
            <a:extLst>
              <a:ext uri="{FF2B5EF4-FFF2-40B4-BE49-F238E27FC236}">
                <a16:creationId xmlns:a16="http://schemas.microsoft.com/office/drawing/2014/main" id="{F4721493-1897-91DE-9A2B-42F22C17F6F5}"/>
              </a:ext>
            </a:extLst>
          </p:cNvPr>
          <p:cNvSpPr/>
          <p:nvPr/>
        </p:nvSpPr>
        <p:spPr>
          <a:xfrm>
            <a:off x="0" y="486223"/>
            <a:ext cx="9114020" cy="535531"/>
          </a:xfrm>
          <a:prstGeom prst="wedgeRectCallout">
            <a:avLst>
              <a:gd name="adj1" fmla="val -47066"/>
              <a:gd name="adj2" fmla="val -4493"/>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spAutoFit/>
          </a:bodyPr>
          <a:lstStyle/>
          <a:p>
            <a:pPr algn="ctr">
              <a:lnSpc>
                <a:spcPct val="90000"/>
              </a:lnSpc>
            </a:pPr>
            <a:r>
              <a:rPr kumimoji="1" lang="en-US" altLang="ja-JP" sz="1600" u="sng">
                <a:solidFill>
                  <a:schemeClr val="bg1"/>
                </a:solidFill>
                <a:latin typeface="Times New Roman" panose="02020603050405020304" pitchFamily="18" charset="0"/>
                <a:cs typeface="Times New Roman" panose="02020603050405020304" pitchFamily="18" charset="0"/>
              </a:rPr>
              <a:t>Lần đầu sử dụng download tự động R3 Leader chú ý tắt phần hiển thị thông báo trong SAP như hướng dẫn dưới(để tránh hiển thị thông báo khi chạy tính năng download R3)</a:t>
            </a:r>
            <a:endParaRPr kumimoji="1" lang="ja-JP" altLang="en-US" sz="1600" u="sng">
              <a:solidFill>
                <a:schemeClr val="bg1"/>
              </a:solidFill>
              <a:latin typeface="Times New Roman" panose="02020603050405020304" pitchFamily="18" charset="0"/>
              <a:cs typeface="Times New Roman" panose="02020603050405020304" pitchFamily="18" charset="0"/>
            </a:endParaRPr>
          </a:p>
        </p:txBody>
      </p:sp>
      <p:sp>
        <p:nvSpPr>
          <p:cNvPr id="29" name="Speech Bubble: Rectangle 28">
            <a:extLst>
              <a:ext uri="{FF2B5EF4-FFF2-40B4-BE49-F238E27FC236}">
                <a16:creationId xmlns:a16="http://schemas.microsoft.com/office/drawing/2014/main" id="{7F0A8E2C-0485-2B27-03CD-E190B37E1050}"/>
              </a:ext>
            </a:extLst>
          </p:cNvPr>
          <p:cNvSpPr/>
          <p:nvPr/>
        </p:nvSpPr>
        <p:spPr>
          <a:xfrm>
            <a:off x="4800600" y="2528100"/>
            <a:ext cx="1626267" cy="685295"/>
          </a:xfrm>
          <a:prstGeom prst="wedgeRectCallout">
            <a:avLst>
              <a:gd name="adj1" fmla="val 71414"/>
              <a:gd name="adj2" fmla="val -120995"/>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85000" lnSpcReduction="10000"/>
          </a:bodyPr>
          <a:lstStyle/>
          <a:p>
            <a:pPr algn="ctr">
              <a:lnSpc>
                <a:spcPct val="90000"/>
              </a:lnSpc>
            </a:pPr>
            <a:r>
              <a:rPr kumimoji="1" lang="en-US" altLang="ja-JP" sz="1500">
                <a:latin typeface="Times New Roman" panose="02020603050405020304" pitchFamily="18" charset="0"/>
                <a:cs typeface="Times New Roman" panose="02020603050405020304" pitchFamily="18" charset="0"/>
              </a:rPr>
              <a:t>Bấm vào bánh răng trong khung tròn đỏ</a:t>
            </a:r>
            <a:r>
              <a:rPr kumimoji="1" lang="ja-JP" altLang="en-US" sz="1500">
                <a:latin typeface="Times New Roman" panose="02020603050405020304" pitchFamily="18" charset="0"/>
                <a:cs typeface="Times New Roman" panose="02020603050405020304" pitchFamily="18" charset="0"/>
              </a:rPr>
              <a:t>➞</a:t>
            </a:r>
            <a:r>
              <a:rPr kumimoji="1" lang="en-US" altLang="ja-JP" sz="1500">
                <a:latin typeface="Times New Roman" panose="02020603050405020304" pitchFamily="18" charset="0"/>
                <a:cs typeface="Times New Roman" panose="02020603050405020304" pitchFamily="18" charset="0"/>
              </a:rPr>
              <a:t>Bấm vào Option</a:t>
            </a:r>
            <a:endParaRPr kumimoji="1" lang="ja-JP" altLang="en-US" sz="1500">
              <a:latin typeface="Times New Roman" panose="02020603050405020304" pitchFamily="18" charset="0"/>
              <a:cs typeface="Times New Roman" panose="02020603050405020304" pitchFamily="18" charset="0"/>
            </a:endParaRPr>
          </a:p>
        </p:txBody>
      </p:sp>
      <p:sp>
        <p:nvSpPr>
          <p:cNvPr id="30" name="Rectangle: Rounded Corners 29">
            <a:extLst>
              <a:ext uri="{FF2B5EF4-FFF2-40B4-BE49-F238E27FC236}">
                <a16:creationId xmlns:a16="http://schemas.microsoft.com/office/drawing/2014/main" id="{ACBEDD2B-02F3-E7AE-D59B-44E3E74A3586}"/>
              </a:ext>
            </a:extLst>
          </p:cNvPr>
          <p:cNvSpPr/>
          <p:nvPr/>
        </p:nvSpPr>
        <p:spPr>
          <a:xfrm>
            <a:off x="6553200" y="1973711"/>
            <a:ext cx="1905000" cy="236090"/>
          </a:xfrm>
          <a:prstGeom prst="roundRect">
            <a:avLst/>
          </a:prstGeom>
          <a:solidFill>
            <a:schemeClr val="bg1">
              <a:alpha val="0"/>
            </a:schemeClr>
          </a:solidFill>
          <a:ln w="508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Rectangle: Rounded Corners 32">
            <a:extLst>
              <a:ext uri="{FF2B5EF4-FFF2-40B4-BE49-F238E27FC236}">
                <a16:creationId xmlns:a16="http://schemas.microsoft.com/office/drawing/2014/main" id="{93D94FF6-9924-3870-0157-D33DAC7E0B74}"/>
              </a:ext>
            </a:extLst>
          </p:cNvPr>
          <p:cNvSpPr/>
          <p:nvPr/>
        </p:nvSpPr>
        <p:spPr>
          <a:xfrm>
            <a:off x="8001000" y="1645988"/>
            <a:ext cx="228600" cy="314470"/>
          </a:xfrm>
          <a:prstGeom prst="roundRect">
            <a:avLst/>
          </a:prstGeom>
          <a:solidFill>
            <a:schemeClr val="bg1">
              <a:alpha val="0"/>
            </a:schemeClr>
          </a:solidFill>
          <a:ln w="508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5" name="Picture 34">
            <a:extLst>
              <a:ext uri="{FF2B5EF4-FFF2-40B4-BE49-F238E27FC236}">
                <a16:creationId xmlns:a16="http://schemas.microsoft.com/office/drawing/2014/main" id="{09764E77-0657-B6C9-8713-D570F780D1EF}"/>
              </a:ext>
            </a:extLst>
          </p:cNvPr>
          <p:cNvPicPr>
            <a:picLocks noChangeAspect="1"/>
          </p:cNvPicPr>
          <p:nvPr/>
        </p:nvPicPr>
        <p:blipFill>
          <a:blip r:embed="rId3"/>
          <a:stretch>
            <a:fillRect/>
          </a:stretch>
        </p:blipFill>
        <p:spPr>
          <a:xfrm>
            <a:off x="2243817" y="3910120"/>
            <a:ext cx="3741965" cy="2686511"/>
          </a:xfrm>
          <a:prstGeom prst="rect">
            <a:avLst/>
          </a:prstGeom>
        </p:spPr>
      </p:pic>
      <p:sp>
        <p:nvSpPr>
          <p:cNvPr id="36" name="Arrow: Right 35">
            <a:extLst>
              <a:ext uri="{FF2B5EF4-FFF2-40B4-BE49-F238E27FC236}">
                <a16:creationId xmlns:a16="http://schemas.microsoft.com/office/drawing/2014/main" id="{31EB0E44-636B-D420-50A5-853AF378484D}"/>
              </a:ext>
            </a:extLst>
          </p:cNvPr>
          <p:cNvSpPr/>
          <p:nvPr/>
        </p:nvSpPr>
        <p:spPr>
          <a:xfrm rot="5400000">
            <a:off x="4422412" y="3828664"/>
            <a:ext cx="623901" cy="324726"/>
          </a:xfrm>
          <a:prstGeom prst="rightArrow">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Rectangle: Rounded Corners 36">
            <a:extLst>
              <a:ext uri="{FF2B5EF4-FFF2-40B4-BE49-F238E27FC236}">
                <a16:creationId xmlns:a16="http://schemas.microsoft.com/office/drawing/2014/main" id="{6D4EDACB-1575-2872-2FA7-C05866DB091C}"/>
              </a:ext>
            </a:extLst>
          </p:cNvPr>
          <p:cNvSpPr/>
          <p:nvPr/>
        </p:nvSpPr>
        <p:spPr>
          <a:xfrm>
            <a:off x="3429000" y="4724399"/>
            <a:ext cx="1219200" cy="275303"/>
          </a:xfrm>
          <a:prstGeom prst="roundRect">
            <a:avLst/>
          </a:prstGeom>
          <a:solidFill>
            <a:schemeClr val="bg1">
              <a:alpha val="0"/>
            </a:schemeClr>
          </a:solid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Speech Bubble: Rectangle 37">
            <a:extLst>
              <a:ext uri="{FF2B5EF4-FFF2-40B4-BE49-F238E27FC236}">
                <a16:creationId xmlns:a16="http://schemas.microsoft.com/office/drawing/2014/main" id="{E50DDFFD-526A-7431-C342-2DF928179A68}"/>
              </a:ext>
            </a:extLst>
          </p:cNvPr>
          <p:cNvSpPr/>
          <p:nvPr/>
        </p:nvSpPr>
        <p:spPr>
          <a:xfrm>
            <a:off x="5033068" y="4861673"/>
            <a:ext cx="1626267" cy="685295"/>
          </a:xfrm>
          <a:prstGeom prst="wedgeRectCallout">
            <a:avLst>
              <a:gd name="adj1" fmla="val -76182"/>
              <a:gd name="adj2" fmla="val -46867"/>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lnSpcReduction="10000"/>
          </a:bodyPr>
          <a:lstStyle/>
          <a:p>
            <a:pPr algn="ctr">
              <a:lnSpc>
                <a:spcPct val="90000"/>
              </a:lnSpc>
            </a:pPr>
            <a:r>
              <a:rPr kumimoji="1" lang="en-US" altLang="ja-JP" sz="1500">
                <a:latin typeface="Times New Roman" panose="02020603050405020304" pitchFamily="18" charset="0"/>
                <a:cs typeface="Times New Roman" panose="02020603050405020304" pitchFamily="18" charset="0"/>
              </a:rPr>
              <a:t>Bỏ chọn 2 phần Notify…</a:t>
            </a:r>
          </a:p>
          <a:p>
            <a:pPr algn="ctr">
              <a:lnSpc>
                <a:spcPct val="90000"/>
              </a:lnSpc>
            </a:pPr>
            <a:r>
              <a:rPr kumimoji="1" lang="en-US" altLang="ja-JP" sz="1500">
                <a:latin typeface="Times New Roman" panose="02020603050405020304" pitchFamily="18" charset="0"/>
                <a:cs typeface="Times New Roman" panose="02020603050405020304" pitchFamily="18" charset="0"/>
              </a:rPr>
              <a:t>Rồi OK</a:t>
            </a:r>
            <a:endParaRPr kumimoji="1" lang="ja-JP" altLang="en-US" sz="1500">
              <a:latin typeface="Times New Roman" panose="02020603050405020304" pitchFamily="18" charset="0"/>
              <a:cs typeface="Times New Roman" panose="02020603050405020304" pitchFamily="18" charset="0"/>
            </a:endParaRPr>
          </a:p>
        </p:txBody>
      </p:sp>
      <p:sp>
        <p:nvSpPr>
          <p:cNvPr id="2" name="Rectangle: Rounded Corners 1">
            <a:extLst>
              <a:ext uri="{FF2B5EF4-FFF2-40B4-BE49-F238E27FC236}">
                <a16:creationId xmlns:a16="http://schemas.microsoft.com/office/drawing/2014/main" id="{BC62D4A9-92BE-16C3-6C87-DE020B36C415}"/>
              </a:ext>
            </a:extLst>
          </p:cNvPr>
          <p:cNvSpPr/>
          <p:nvPr/>
        </p:nvSpPr>
        <p:spPr>
          <a:xfrm>
            <a:off x="2362200" y="4630629"/>
            <a:ext cx="393247" cy="138030"/>
          </a:xfrm>
          <a:prstGeom prst="roundRect">
            <a:avLst/>
          </a:prstGeom>
          <a:solidFill>
            <a:schemeClr val="bg1">
              <a:alpha val="0"/>
            </a:schemeClr>
          </a:solid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Speech Bubble: Rectangle 2">
            <a:extLst>
              <a:ext uri="{FF2B5EF4-FFF2-40B4-BE49-F238E27FC236}">
                <a16:creationId xmlns:a16="http://schemas.microsoft.com/office/drawing/2014/main" id="{014C899C-A817-07E4-1B1E-E05EE0D1E1D2}"/>
              </a:ext>
            </a:extLst>
          </p:cNvPr>
          <p:cNvSpPr/>
          <p:nvPr/>
        </p:nvSpPr>
        <p:spPr>
          <a:xfrm>
            <a:off x="239801" y="3910120"/>
            <a:ext cx="1829920" cy="1155140"/>
          </a:xfrm>
          <a:prstGeom prst="wedgeRectCallout">
            <a:avLst>
              <a:gd name="adj1" fmla="val 69721"/>
              <a:gd name="adj2" fmla="val 18002"/>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pPr>
            <a:r>
              <a:rPr kumimoji="1" lang="en-US" altLang="ja-JP" sz="1500">
                <a:latin typeface="Times New Roman" panose="02020603050405020304" pitchFamily="18" charset="0"/>
                <a:cs typeface="Times New Roman" panose="02020603050405020304" pitchFamily="18" charset="0"/>
              </a:rPr>
              <a:t>Chọn Accessibility &amp; Scripting\Scripting</a:t>
            </a:r>
            <a:endParaRPr kumimoji="1" lang="ja-JP" altLang="en-US" sz="1500">
              <a:latin typeface="Times New Roman" panose="02020603050405020304" pitchFamily="18" charset="0"/>
              <a:cs typeface="Times New Roman" panose="02020603050405020304" pitchFamily="18" charset="0"/>
            </a:endParaRPr>
          </a:p>
        </p:txBody>
      </p:sp>
      <p:sp>
        <p:nvSpPr>
          <p:cNvPr id="5" name="Rectangle: Rounded Corners 4">
            <a:extLst>
              <a:ext uri="{FF2B5EF4-FFF2-40B4-BE49-F238E27FC236}">
                <a16:creationId xmlns:a16="http://schemas.microsoft.com/office/drawing/2014/main" id="{ED04AAC6-E216-F626-CDAB-3F85F1B75F15}"/>
              </a:ext>
            </a:extLst>
          </p:cNvPr>
          <p:cNvSpPr/>
          <p:nvPr/>
        </p:nvSpPr>
        <p:spPr>
          <a:xfrm>
            <a:off x="2243817" y="4422553"/>
            <a:ext cx="804183" cy="138030"/>
          </a:xfrm>
          <a:prstGeom prst="roundRect">
            <a:avLst/>
          </a:prstGeom>
          <a:solidFill>
            <a:schemeClr val="bg1">
              <a:alpha val="0"/>
            </a:schemeClr>
          </a:solid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5176313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CA969D5-C3FC-042C-2B34-64DF28CAA13B}"/>
              </a:ext>
            </a:extLst>
          </p:cNvPr>
          <p:cNvPicPr>
            <a:picLocks noChangeAspect="1"/>
          </p:cNvPicPr>
          <p:nvPr/>
        </p:nvPicPr>
        <p:blipFill>
          <a:blip r:embed="rId2"/>
          <a:stretch>
            <a:fillRect/>
          </a:stretch>
        </p:blipFill>
        <p:spPr>
          <a:xfrm>
            <a:off x="56839" y="542875"/>
            <a:ext cx="3989504" cy="2667140"/>
          </a:xfrm>
          <a:prstGeom prst="rect">
            <a:avLst/>
          </a:prstGeom>
        </p:spPr>
      </p:pic>
      <p:sp>
        <p:nvSpPr>
          <p:cNvPr id="4" name="Slide Number Placeholder 3">
            <a:extLst>
              <a:ext uri="{FF2B5EF4-FFF2-40B4-BE49-F238E27FC236}">
                <a16:creationId xmlns:a16="http://schemas.microsoft.com/office/drawing/2014/main" id="{48EB0F13-8FD4-A98D-61E4-4C5A42B38C12}"/>
              </a:ext>
            </a:extLst>
          </p:cNvPr>
          <p:cNvSpPr>
            <a:spLocks noGrp="1"/>
          </p:cNvSpPr>
          <p:nvPr>
            <p:ph type="sldNum" sz="quarter" idx="4"/>
          </p:nvPr>
        </p:nvSpPr>
        <p:spPr/>
        <p:txBody>
          <a:bodyPr/>
          <a:lstStyle/>
          <a:p>
            <a:fld id="{E38BFB4B-70AE-4AFC-9806-78E9768488DC}" type="slidenum">
              <a:rPr lang="fr-FR" altLang="ja-JP" sz="1600" smtClean="0">
                <a:solidFill>
                  <a:schemeClr val="tx1"/>
                </a:solidFill>
              </a:rPr>
              <a:pPr/>
              <a:t>22</a:t>
            </a:fld>
            <a:endParaRPr lang="fr-FR" altLang="ja-JP" sz="1600">
              <a:solidFill>
                <a:schemeClr val="tx1"/>
              </a:solidFill>
            </a:endParaRPr>
          </a:p>
          <a:p>
            <a:r>
              <a:rPr lang="fr-FR" altLang="ja-JP" sz="1000"/>
              <a:t>©20</a:t>
            </a:r>
            <a:r>
              <a:rPr lang="en-US" altLang="ja-JP" sz="1000"/>
              <a:t>19</a:t>
            </a:r>
            <a:r>
              <a:rPr lang="fr-FR" altLang="ja-JP" sz="1000"/>
              <a:t> KYOCERA Document Solutions Inc.</a:t>
            </a:r>
            <a:endParaRPr lang="en-US" sz="1000"/>
          </a:p>
        </p:txBody>
      </p:sp>
      <p:cxnSp>
        <p:nvCxnSpPr>
          <p:cNvPr id="11" name="Straight Connector 10">
            <a:extLst>
              <a:ext uri="{FF2B5EF4-FFF2-40B4-BE49-F238E27FC236}">
                <a16:creationId xmlns:a16="http://schemas.microsoft.com/office/drawing/2014/main" id="{0AEC1FAA-157F-FDA2-1B9D-0AF67B466CA3}"/>
              </a:ext>
            </a:extLst>
          </p:cNvPr>
          <p:cNvCxnSpPr/>
          <p:nvPr/>
        </p:nvCxnSpPr>
        <p:spPr>
          <a:xfrm>
            <a:off x="0" y="472118"/>
            <a:ext cx="914400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14" name="Title 1">
            <a:extLst>
              <a:ext uri="{FF2B5EF4-FFF2-40B4-BE49-F238E27FC236}">
                <a16:creationId xmlns:a16="http://schemas.microsoft.com/office/drawing/2014/main" id="{E099A37F-803F-1BD6-80CD-AF51918E12F0}"/>
              </a:ext>
            </a:extLst>
          </p:cNvPr>
          <p:cNvSpPr>
            <a:spLocks noGrp="1"/>
          </p:cNvSpPr>
          <p:nvPr>
            <p:ph type="title"/>
          </p:nvPr>
        </p:nvSpPr>
        <p:spPr>
          <a:xfrm>
            <a:off x="0" y="0"/>
            <a:ext cx="9144000" cy="410695"/>
          </a:xfrm>
        </p:spPr>
        <p:txBody>
          <a:bodyPr>
            <a:noAutofit/>
          </a:bodyPr>
          <a:lstStyle/>
          <a:p>
            <a:r>
              <a:rPr kumimoji="1" lang="en-US" altLang="ja-JP" sz="2000">
                <a:latin typeface="Times New Roman" panose="02020603050405020304" pitchFamily="18" charset="0"/>
                <a:cs typeface="Times New Roman" panose="02020603050405020304" pitchFamily="18" charset="0"/>
              </a:rPr>
              <a:t>5.6. Hướng dẫn sử dụng (phía Leader )_sử dụng chức năng Tự động download R3</a:t>
            </a:r>
            <a:endParaRPr kumimoji="1" lang="ja-JP" altLang="en-US" sz="2000">
              <a:latin typeface="Times New Roman" panose="02020603050405020304" pitchFamily="18" charset="0"/>
              <a:cs typeface="Times New Roman" panose="02020603050405020304" pitchFamily="18" charset="0"/>
            </a:endParaRPr>
          </a:p>
        </p:txBody>
      </p:sp>
      <p:grpSp>
        <p:nvGrpSpPr>
          <p:cNvPr id="23" name="Group 22">
            <a:extLst>
              <a:ext uri="{FF2B5EF4-FFF2-40B4-BE49-F238E27FC236}">
                <a16:creationId xmlns:a16="http://schemas.microsoft.com/office/drawing/2014/main" id="{793002DE-19AB-9258-98DF-5E3F6B77BD2C}"/>
              </a:ext>
            </a:extLst>
          </p:cNvPr>
          <p:cNvGrpSpPr>
            <a:grpSpLocks noChangeAspect="1"/>
          </p:cNvGrpSpPr>
          <p:nvPr/>
        </p:nvGrpSpPr>
        <p:grpSpPr bwMode="auto">
          <a:xfrm rot="2162947">
            <a:off x="1191687" y="1315839"/>
            <a:ext cx="525659" cy="556684"/>
            <a:chOff x="258535" y="462642"/>
            <a:chExt cx="1538" cy="1581"/>
          </a:xfrm>
          <a:solidFill>
            <a:srgbClr val="FF0000"/>
          </a:solidFill>
        </p:grpSpPr>
        <p:sp>
          <p:nvSpPr>
            <p:cNvPr id="24" name="Freeform 82">
              <a:extLst>
                <a:ext uri="{FF2B5EF4-FFF2-40B4-BE49-F238E27FC236}">
                  <a16:creationId xmlns:a16="http://schemas.microsoft.com/office/drawing/2014/main" id="{D25776AE-4586-4FF5-DD51-C68FD8B5DDA8}"/>
                </a:ext>
              </a:extLst>
            </p:cNvPr>
            <p:cNvSpPr>
              <a:spLocks/>
            </p:cNvSpPr>
            <p:nvPr/>
          </p:nvSpPr>
          <p:spPr bwMode="auto">
            <a:xfrm>
              <a:off x="258535" y="462642"/>
              <a:ext cx="1046" cy="1479"/>
            </a:xfrm>
            <a:custGeom>
              <a:avLst/>
              <a:gdLst>
                <a:gd name="T0" fmla="*/ 648 w 858"/>
                <a:gd name="T1" fmla="*/ 980 h 1212"/>
                <a:gd name="T2" fmla="*/ 482 w 858"/>
                <a:gd name="T3" fmla="*/ 934 h 1212"/>
                <a:gd name="T4" fmla="*/ 276 w 858"/>
                <a:gd name="T5" fmla="*/ 861 h 1212"/>
                <a:gd name="T6" fmla="*/ 67 w 858"/>
                <a:gd name="T7" fmla="*/ 806 h 1212"/>
                <a:gd name="T8" fmla="*/ 36 w 858"/>
                <a:gd name="T9" fmla="*/ 761 h 1212"/>
                <a:gd name="T10" fmla="*/ 40 w 858"/>
                <a:gd name="T11" fmla="*/ 752 h 1212"/>
                <a:gd name="T12" fmla="*/ 51 w 858"/>
                <a:gd name="T13" fmla="*/ 735 h 1212"/>
                <a:gd name="T14" fmla="*/ 182 w 858"/>
                <a:gd name="T15" fmla="*/ 698 h 1212"/>
                <a:gd name="T16" fmla="*/ 312 w 858"/>
                <a:gd name="T17" fmla="*/ 720 h 1212"/>
                <a:gd name="T18" fmla="*/ 372 w 858"/>
                <a:gd name="T19" fmla="*/ 730 h 1212"/>
                <a:gd name="T20" fmla="*/ 390 w 858"/>
                <a:gd name="T21" fmla="*/ 723 h 1212"/>
                <a:gd name="T22" fmla="*/ 404 w 858"/>
                <a:gd name="T23" fmla="*/ 710 h 1212"/>
                <a:gd name="T24" fmla="*/ 419 w 858"/>
                <a:gd name="T25" fmla="*/ 659 h 1212"/>
                <a:gd name="T26" fmla="*/ 406 w 858"/>
                <a:gd name="T27" fmla="*/ 614 h 1212"/>
                <a:gd name="T28" fmla="*/ 400 w 858"/>
                <a:gd name="T29" fmla="*/ 604 h 1212"/>
                <a:gd name="T30" fmla="*/ 364 w 858"/>
                <a:gd name="T31" fmla="*/ 541 h 1212"/>
                <a:gd name="T32" fmla="*/ 136 w 858"/>
                <a:gd name="T33" fmla="*/ 173 h 1212"/>
                <a:gd name="T34" fmla="*/ 110 w 858"/>
                <a:gd name="T35" fmla="*/ 83 h 1212"/>
                <a:gd name="T36" fmla="*/ 141 w 858"/>
                <a:gd name="T37" fmla="*/ 54 h 1212"/>
                <a:gd name="T38" fmla="*/ 169 w 858"/>
                <a:gd name="T39" fmla="*/ 58 h 1212"/>
                <a:gd name="T40" fmla="*/ 237 w 858"/>
                <a:gd name="T41" fmla="*/ 138 h 1212"/>
                <a:gd name="T42" fmla="*/ 440 w 858"/>
                <a:gd name="T43" fmla="*/ 456 h 1212"/>
                <a:gd name="T44" fmla="*/ 498 w 858"/>
                <a:gd name="T45" fmla="*/ 490 h 1212"/>
                <a:gd name="T46" fmla="*/ 392 w 858"/>
                <a:gd name="T47" fmla="*/ 281 h 1212"/>
                <a:gd name="T48" fmla="*/ 255 w 858"/>
                <a:gd name="T49" fmla="*/ 67 h 1212"/>
                <a:gd name="T50" fmla="*/ 207 w 858"/>
                <a:gd name="T51" fmla="*/ 17 h 1212"/>
                <a:gd name="T52" fmla="*/ 143 w 858"/>
                <a:gd name="T53" fmla="*/ 0 h 1212"/>
                <a:gd name="T54" fmla="*/ 69 w 858"/>
                <a:gd name="T55" fmla="*/ 43 h 1212"/>
                <a:gd name="T56" fmla="*/ 57 w 858"/>
                <a:gd name="T57" fmla="*/ 126 h 1212"/>
                <a:gd name="T58" fmla="*/ 121 w 858"/>
                <a:gd name="T59" fmla="*/ 252 h 1212"/>
                <a:gd name="T60" fmla="*/ 349 w 858"/>
                <a:gd name="T61" fmla="*/ 620 h 1212"/>
                <a:gd name="T62" fmla="*/ 366 w 858"/>
                <a:gd name="T63" fmla="*/ 659 h 1212"/>
                <a:gd name="T64" fmla="*/ 365 w 858"/>
                <a:gd name="T65" fmla="*/ 675 h 1212"/>
                <a:gd name="T66" fmla="*/ 345 w 858"/>
                <a:gd name="T67" fmla="*/ 680 h 1212"/>
                <a:gd name="T68" fmla="*/ 239 w 858"/>
                <a:gd name="T69" fmla="*/ 657 h 1212"/>
                <a:gd name="T70" fmla="*/ 52 w 858"/>
                <a:gd name="T71" fmla="*/ 684 h 1212"/>
                <a:gd name="T72" fmla="*/ 2 w 858"/>
                <a:gd name="T73" fmla="*/ 753 h 1212"/>
                <a:gd name="T74" fmla="*/ 58 w 858"/>
                <a:gd name="T75" fmla="*/ 838 h 1212"/>
                <a:gd name="T76" fmla="*/ 327 w 858"/>
                <a:gd name="T77" fmla="*/ 906 h 1212"/>
                <a:gd name="T78" fmla="*/ 459 w 858"/>
                <a:gd name="T79" fmla="*/ 954 h 1212"/>
                <a:gd name="T80" fmla="*/ 596 w 858"/>
                <a:gd name="T81" fmla="*/ 985 h 1212"/>
                <a:gd name="T82" fmla="*/ 810 w 858"/>
                <a:gd name="T83" fmla="*/ 1153 h 1212"/>
                <a:gd name="T84" fmla="*/ 847 w 858"/>
                <a:gd name="T85" fmla="*/ 1210 h 1212"/>
                <a:gd name="T86" fmla="*/ 756 w 858"/>
                <a:gd name="T87" fmla="*/ 1057 h 1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8" h="1212">
                  <a:moveTo>
                    <a:pt x="756" y="1057"/>
                  </a:moveTo>
                  <a:cubicBezTo>
                    <a:pt x="736" y="1036"/>
                    <a:pt x="713" y="1017"/>
                    <a:pt x="687" y="1001"/>
                  </a:cubicBezTo>
                  <a:cubicBezTo>
                    <a:pt x="675" y="993"/>
                    <a:pt x="661" y="986"/>
                    <a:pt x="648" y="980"/>
                  </a:cubicBezTo>
                  <a:cubicBezTo>
                    <a:pt x="634" y="973"/>
                    <a:pt x="619" y="968"/>
                    <a:pt x="605" y="964"/>
                  </a:cubicBezTo>
                  <a:cubicBezTo>
                    <a:pt x="576" y="956"/>
                    <a:pt x="548" y="951"/>
                    <a:pt x="521" y="945"/>
                  </a:cubicBezTo>
                  <a:cubicBezTo>
                    <a:pt x="507" y="942"/>
                    <a:pt x="494" y="938"/>
                    <a:pt x="482" y="934"/>
                  </a:cubicBezTo>
                  <a:cubicBezTo>
                    <a:pt x="469" y="929"/>
                    <a:pt x="456" y="924"/>
                    <a:pt x="442" y="918"/>
                  </a:cubicBezTo>
                  <a:cubicBezTo>
                    <a:pt x="416" y="908"/>
                    <a:pt x="389" y="896"/>
                    <a:pt x="360" y="887"/>
                  </a:cubicBezTo>
                  <a:cubicBezTo>
                    <a:pt x="332" y="878"/>
                    <a:pt x="304" y="869"/>
                    <a:pt x="276" y="861"/>
                  </a:cubicBezTo>
                  <a:cubicBezTo>
                    <a:pt x="220" y="845"/>
                    <a:pt x="163" y="831"/>
                    <a:pt x="107" y="817"/>
                  </a:cubicBezTo>
                  <a:cubicBezTo>
                    <a:pt x="86" y="812"/>
                    <a:pt x="86" y="812"/>
                    <a:pt x="86" y="812"/>
                  </a:cubicBezTo>
                  <a:cubicBezTo>
                    <a:pt x="79" y="810"/>
                    <a:pt x="73" y="808"/>
                    <a:pt x="67" y="806"/>
                  </a:cubicBezTo>
                  <a:cubicBezTo>
                    <a:pt x="55" y="802"/>
                    <a:pt x="46" y="796"/>
                    <a:pt x="42" y="791"/>
                  </a:cubicBezTo>
                  <a:cubicBezTo>
                    <a:pt x="37" y="785"/>
                    <a:pt x="34" y="775"/>
                    <a:pt x="36" y="765"/>
                  </a:cubicBezTo>
                  <a:cubicBezTo>
                    <a:pt x="36" y="764"/>
                    <a:pt x="36" y="762"/>
                    <a:pt x="36" y="761"/>
                  </a:cubicBezTo>
                  <a:cubicBezTo>
                    <a:pt x="37" y="759"/>
                    <a:pt x="37" y="759"/>
                    <a:pt x="37" y="759"/>
                  </a:cubicBezTo>
                  <a:cubicBezTo>
                    <a:pt x="38" y="757"/>
                    <a:pt x="38" y="757"/>
                    <a:pt x="38" y="757"/>
                  </a:cubicBezTo>
                  <a:cubicBezTo>
                    <a:pt x="40" y="752"/>
                    <a:pt x="40" y="752"/>
                    <a:pt x="40" y="752"/>
                  </a:cubicBezTo>
                  <a:cubicBezTo>
                    <a:pt x="40" y="750"/>
                    <a:pt x="41" y="749"/>
                    <a:pt x="42" y="747"/>
                  </a:cubicBezTo>
                  <a:cubicBezTo>
                    <a:pt x="43" y="744"/>
                    <a:pt x="46" y="742"/>
                    <a:pt x="47" y="739"/>
                  </a:cubicBezTo>
                  <a:cubicBezTo>
                    <a:pt x="48" y="738"/>
                    <a:pt x="50" y="736"/>
                    <a:pt x="51" y="735"/>
                  </a:cubicBezTo>
                  <a:cubicBezTo>
                    <a:pt x="52" y="734"/>
                    <a:pt x="53" y="733"/>
                    <a:pt x="54" y="731"/>
                  </a:cubicBezTo>
                  <a:cubicBezTo>
                    <a:pt x="68" y="717"/>
                    <a:pt x="89" y="709"/>
                    <a:pt x="112" y="704"/>
                  </a:cubicBezTo>
                  <a:cubicBezTo>
                    <a:pt x="134" y="699"/>
                    <a:pt x="158" y="698"/>
                    <a:pt x="182" y="698"/>
                  </a:cubicBezTo>
                  <a:cubicBezTo>
                    <a:pt x="207" y="699"/>
                    <a:pt x="231" y="702"/>
                    <a:pt x="256" y="706"/>
                  </a:cubicBezTo>
                  <a:cubicBezTo>
                    <a:pt x="268" y="709"/>
                    <a:pt x="281" y="711"/>
                    <a:pt x="293" y="715"/>
                  </a:cubicBezTo>
                  <a:cubicBezTo>
                    <a:pt x="300" y="716"/>
                    <a:pt x="306" y="718"/>
                    <a:pt x="312" y="720"/>
                  </a:cubicBezTo>
                  <a:cubicBezTo>
                    <a:pt x="315" y="721"/>
                    <a:pt x="318" y="722"/>
                    <a:pt x="321" y="723"/>
                  </a:cubicBezTo>
                  <a:cubicBezTo>
                    <a:pt x="325" y="724"/>
                    <a:pt x="325" y="725"/>
                    <a:pt x="334" y="728"/>
                  </a:cubicBezTo>
                  <a:cubicBezTo>
                    <a:pt x="346" y="732"/>
                    <a:pt x="359" y="733"/>
                    <a:pt x="372" y="730"/>
                  </a:cubicBezTo>
                  <a:cubicBezTo>
                    <a:pt x="375" y="729"/>
                    <a:pt x="378" y="728"/>
                    <a:pt x="381" y="727"/>
                  </a:cubicBezTo>
                  <a:cubicBezTo>
                    <a:pt x="382" y="726"/>
                    <a:pt x="384" y="726"/>
                    <a:pt x="385" y="725"/>
                  </a:cubicBezTo>
                  <a:cubicBezTo>
                    <a:pt x="390" y="723"/>
                    <a:pt x="390" y="723"/>
                    <a:pt x="390" y="723"/>
                  </a:cubicBezTo>
                  <a:cubicBezTo>
                    <a:pt x="391" y="722"/>
                    <a:pt x="392" y="721"/>
                    <a:pt x="394" y="720"/>
                  </a:cubicBezTo>
                  <a:cubicBezTo>
                    <a:pt x="397" y="717"/>
                    <a:pt x="397" y="717"/>
                    <a:pt x="397" y="717"/>
                  </a:cubicBezTo>
                  <a:cubicBezTo>
                    <a:pt x="400" y="715"/>
                    <a:pt x="402" y="713"/>
                    <a:pt x="404" y="710"/>
                  </a:cubicBezTo>
                  <a:cubicBezTo>
                    <a:pt x="412" y="700"/>
                    <a:pt x="417" y="688"/>
                    <a:pt x="418" y="674"/>
                  </a:cubicBezTo>
                  <a:cubicBezTo>
                    <a:pt x="419" y="671"/>
                    <a:pt x="419" y="668"/>
                    <a:pt x="419" y="664"/>
                  </a:cubicBezTo>
                  <a:cubicBezTo>
                    <a:pt x="419" y="663"/>
                    <a:pt x="419" y="661"/>
                    <a:pt x="419" y="659"/>
                  </a:cubicBezTo>
                  <a:cubicBezTo>
                    <a:pt x="418" y="654"/>
                    <a:pt x="418" y="654"/>
                    <a:pt x="418" y="654"/>
                  </a:cubicBezTo>
                  <a:cubicBezTo>
                    <a:pt x="417" y="649"/>
                    <a:pt x="417" y="645"/>
                    <a:pt x="415" y="640"/>
                  </a:cubicBezTo>
                  <a:cubicBezTo>
                    <a:pt x="413" y="631"/>
                    <a:pt x="410" y="622"/>
                    <a:pt x="406" y="614"/>
                  </a:cubicBezTo>
                  <a:cubicBezTo>
                    <a:pt x="404" y="611"/>
                    <a:pt x="404" y="611"/>
                    <a:pt x="404" y="611"/>
                  </a:cubicBezTo>
                  <a:cubicBezTo>
                    <a:pt x="403" y="608"/>
                    <a:pt x="403" y="608"/>
                    <a:pt x="403" y="608"/>
                  </a:cubicBezTo>
                  <a:cubicBezTo>
                    <a:pt x="400" y="604"/>
                    <a:pt x="400" y="604"/>
                    <a:pt x="400" y="604"/>
                  </a:cubicBezTo>
                  <a:cubicBezTo>
                    <a:pt x="395" y="595"/>
                    <a:pt x="395" y="595"/>
                    <a:pt x="395" y="595"/>
                  </a:cubicBezTo>
                  <a:cubicBezTo>
                    <a:pt x="385" y="577"/>
                    <a:pt x="385" y="577"/>
                    <a:pt x="385" y="577"/>
                  </a:cubicBezTo>
                  <a:cubicBezTo>
                    <a:pt x="364" y="541"/>
                    <a:pt x="364" y="541"/>
                    <a:pt x="364" y="541"/>
                  </a:cubicBezTo>
                  <a:cubicBezTo>
                    <a:pt x="337" y="494"/>
                    <a:pt x="308" y="447"/>
                    <a:pt x="279" y="401"/>
                  </a:cubicBezTo>
                  <a:cubicBezTo>
                    <a:pt x="255" y="362"/>
                    <a:pt x="231" y="324"/>
                    <a:pt x="207" y="287"/>
                  </a:cubicBezTo>
                  <a:cubicBezTo>
                    <a:pt x="183" y="249"/>
                    <a:pt x="160" y="211"/>
                    <a:pt x="136" y="173"/>
                  </a:cubicBezTo>
                  <a:cubicBezTo>
                    <a:pt x="126" y="156"/>
                    <a:pt x="117" y="140"/>
                    <a:pt x="112" y="125"/>
                  </a:cubicBezTo>
                  <a:cubicBezTo>
                    <a:pt x="110" y="118"/>
                    <a:pt x="108" y="110"/>
                    <a:pt x="108" y="103"/>
                  </a:cubicBezTo>
                  <a:cubicBezTo>
                    <a:pt x="108" y="96"/>
                    <a:pt x="108" y="89"/>
                    <a:pt x="110" y="83"/>
                  </a:cubicBezTo>
                  <a:cubicBezTo>
                    <a:pt x="114" y="71"/>
                    <a:pt x="121" y="62"/>
                    <a:pt x="132" y="57"/>
                  </a:cubicBezTo>
                  <a:cubicBezTo>
                    <a:pt x="136" y="56"/>
                    <a:pt x="136" y="56"/>
                    <a:pt x="136" y="56"/>
                  </a:cubicBezTo>
                  <a:cubicBezTo>
                    <a:pt x="141" y="54"/>
                    <a:pt x="141" y="54"/>
                    <a:pt x="141" y="54"/>
                  </a:cubicBezTo>
                  <a:cubicBezTo>
                    <a:pt x="142" y="54"/>
                    <a:pt x="144" y="54"/>
                    <a:pt x="146" y="54"/>
                  </a:cubicBezTo>
                  <a:cubicBezTo>
                    <a:pt x="147" y="54"/>
                    <a:pt x="149" y="53"/>
                    <a:pt x="150" y="53"/>
                  </a:cubicBezTo>
                  <a:cubicBezTo>
                    <a:pt x="156" y="53"/>
                    <a:pt x="163" y="55"/>
                    <a:pt x="169" y="58"/>
                  </a:cubicBezTo>
                  <a:cubicBezTo>
                    <a:pt x="175" y="60"/>
                    <a:pt x="181" y="64"/>
                    <a:pt x="187" y="70"/>
                  </a:cubicBezTo>
                  <a:cubicBezTo>
                    <a:pt x="193" y="75"/>
                    <a:pt x="199" y="82"/>
                    <a:pt x="204" y="89"/>
                  </a:cubicBezTo>
                  <a:cubicBezTo>
                    <a:pt x="215" y="103"/>
                    <a:pt x="225" y="120"/>
                    <a:pt x="237" y="138"/>
                  </a:cubicBezTo>
                  <a:cubicBezTo>
                    <a:pt x="303" y="240"/>
                    <a:pt x="303" y="240"/>
                    <a:pt x="303" y="240"/>
                  </a:cubicBezTo>
                  <a:cubicBezTo>
                    <a:pt x="367" y="343"/>
                    <a:pt x="367" y="343"/>
                    <a:pt x="367" y="343"/>
                  </a:cubicBezTo>
                  <a:cubicBezTo>
                    <a:pt x="390" y="381"/>
                    <a:pt x="414" y="420"/>
                    <a:pt x="440" y="456"/>
                  </a:cubicBezTo>
                  <a:cubicBezTo>
                    <a:pt x="447" y="466"/>
                    <a:pt x="456" y="479"/>
                    <a:pt x="466" y="484"/>
                  </a:cubicBezTo>
                  <a:cubicBezTo>
                    <a:pt x="472" y="487"/>
                    <a:pt x="478" y="490"/>
                    <a:pt x="485" y="492"/>
                  </a:cubicBezTo>
                  <a:cubicBezTo>
                    <a:pt x="490" y="493"/>
                    <a:pt x="495" y="494"/>
                    <a:pt x="498" y="490"/>
                  </a:cubicBezTo>
                  <a:cubicBezTo>
                    <a:pt x="502" y="485"/>
                    <a:pt x="499" y="475"/>
                    <a:pt x="496" y="468"/>
                  </a:cubicBezTo>
                  <a:cubicBezTo>
                    <a:pt x="490" y="450"/>
                    <a:pt x="480" y="433"/>
                    <a:pt x="471" y="416"/>
                  </a:cubicBezTo>
                  <a:cubicBezTo>
                    <a:pt x="445" y="371"/>
                    <a:pt x="419" y="326"/>
                    <a:pt x="392" y="281"/>
                  </a:cubicBezTo>
                  <a:cubicBezTo>
                    <a:pt x="379" y="259"/>
                    <a:pt x="365" y="237"/>
                    <a:pt x="351" y="215"/>
                  </a:cubicBezTo>
                  <a:cubicBezTo>
                    <a:pt x="288" y="117"/>
                    <a:pt x="288" y="117"/>
                    <a:pt x="288" y="117"/>
                  </a:cubicBezTo>
                  <a:cubicBezTo>
                    <a:pt x="277" y="101"/>
                    <a:pt x="267" y="84"/>
                    <a:pt x="255" y="67"/>
                  </a:cubicBezTo>
                  <a:cubicBezTo>
                    <a:pt x="249" y="58"/>
                    <a:pt x="242" y="49"/>
                    <a:pt x="235" y="41"/>
                  </a:cubicBezTo>
                  <a:cubicBezTo>
                    <a:pt x="231" y="37"/>
                    <a:pt x="227" y="33"/>
                    <a:pt x="222" y="29"/>
                  </a:cubicBezTo>
                  <a:cubicBezTo>
                    <a:pt x="218" y="25"/>
                    <a:pt x="213" y="21"/>
                    <a:pt x="207" y="17"/>
                  </a:cubicBezTo>
                  <a:cubicBezTo>
                    <a:pt x="197" y="11"/>
                    <a:pt x="185" y="5"/>
                    <a:pt x="173" y="2"/>
                  </a:cubicBezTo>
                  <a:cubicBezTo>
                    <a:pt x="166" y="1"/>
                    <a:pt x="160" y="0"/>
                    <a:pt x="153" y="0"/>
                  </a:cubicBezTo>
                  <a:cubicBezTo>
                    <a:pt x="150" y="0"/>
                    <a:pt x="146" y="0"/>
                    <a:pt x="143" y="0"/>
                  </a:cubicBezTo>
                  <a:cubicBezTo>
                    <a:pt x="140" y="0"/>
                    <a:pt x="137" y="1"/>
                    <a:pt x="133" y="1"/>
                  </a:cubicBezTo>
                  <a:cubicBezTo>
                    <a:pt x="121" y="3"/>
                    <a:pt x="108" y="8"/>
                    <a:pt x="97" y="15"/>
                  </a:cubicBezTo>
                  <a:cubicBezTo>
                    <a:pt x="86" y="22"/>
                    <a:pt x="76" y="32"/>
                    <a:pt x="69" y="43"/>
                  </a:cubicBezTo>
                  <a:cubicBezTo>
                    <a:pt x="61" y="56"/>
                    <a:pt x="57" y="71"/>
                    <a:pt x="55" y="85"/>
                  </a:cubicBezTo>
                  <a:cubicBezTo>
                    <a:pt x="54" y="92"/>
                    <a:pt x="54" y="99"/>
                    <a:pt x="54" y="106"/>
                  </a:cubicBezTo>
                  <a:cubicBezTo>
                    <a:pt x="55" y="113"/>
                    <a:pt x="56" y="119"/>
                    <a:pt x="57" y="126"/>
                  </a:cubicBezTo>
                  <a:cubicBezTo>
                    <a:pt x="60" y="139"/>
                    <a:pt x="64" y="151"/>
                    <a:pt x="69" y="163"/>
                  </a:cubicBezTo>
                  <a:cubicBezTo>
                    <a:pt x="74" y="174"/>
                    <a:pt x="80" y="185"/>
                    <a:pt x="86" y="194"/>
                  </a:cubicBezTo>
                  <a:cubicBezTo>
                    <a:pt x="121" y="252"/>
                    <a:pt x="121" y="252"/>
                    <a:pt x="121" y="252"/>
                  </a:cubicBezTo>
                  <a:cubicBezTo>
                    <a:pt x="133" y="271"/>
                    <a:pt x="145" y="290"/>
                    <a:pt x="157" y="309"/>
                  </a:cubicBezTo>
                  <a:cubicBezTo>
                    <a:pt x="218" y="407"/>
                    <a:pt x="281" y="504"/>
                    <a:pt x="339" y="603"/>
                  </a:cubicBezTo>
                  <a:cubicBezTo>
                    <a:pt x="349" y="620"/>
                    <a:pt x="349" y="620"/>
                    <a:pt x="349" y="620"/>
                  </a:cubicBezTo>
                  <a:cubicBezTo>
                    <a:pt x="359" y="637"/>
                    <a:pt x="359" y="637"/>
                    <a:pt x="359" y="637"/>
                  </a:cubicBezTo>
                  <a:cubicBezTo>
                    <a:pt x="361" y="641"/>
                    <a:pt x="363" y="646"/>
                    <a:pt x="365" y="652"/>
                  </a:cubicBezTo>
                  <a:cubicBezTo>
                    <a:pt x="365" y="654"/>
                    <a:pt x="366" y="657"/>
                    <a:pt x="366" y="659"/>
                  </a:cubicBezTo>
                  <a:cubicBezTo>
                    <a:pt x="367" y="660"/>
                    <a:pt x="367" y="662"/>
                    <a:pt x="367" y="662"/>
                  </a:cubicBezTo>
                  <a:cubicBezTo>
                    <a:pt x="367" y="663"/>
                    <a:pt x="367" y="664"/>
                    <a:pt x="367" y="664"/>
                  </a:cubicBezTo>
                  <a:cubicBezTo>
                    <a:pt x="367" y="668"/>
                    <a:pt x="367" y="671"/>
                    <a:pt x="365" y="675"/>
                  </a:cubicBezTo>
                  <a:cubicBezTo>
                    <a:pt x="363" y="678"/>
                    <a:pt x="360" y="680"/>
                    <a:pt x="356" y="681"/>
                  </a:cubicBezTo>
                  <a:cubicBezTo>
                    <a:pt x="353" y="682"/>
                    <a:pt x="350" y="681"/>
                    <a:pt x="347" y="681"/>
                  </a:cubicBezTo>
                  <a:cubicBezTo>
                    <a:pt x="345" y="680"/>
                    <a:pt x="345" y="680"/>
                    <a:pt x="345" y="680"/>
                  </a:cubicBezTo>
                  <a:cubicBezTo>
                    <a:pt x="340" y="678"/>
                    <a:pt x="340" y="678"/>
                    <a:pt x="340" y="678"/>
                  </a:cubicBezTo>
                  <a:cubicBezTo>
                    <a:pt x="331" y="676"/>
                    <a:pt x="331" y="676"/>
                    <a:pt x="331" y="676"/>
                  </a:cubicBezTo>
                  <a:cubicBezTo>
                    <a:pt x="300" y="667"/>
                    <a:pt x="270" y="661"/>
                    <a:pt x="239" y="657"/>
                  </a:cubicBezTo>
                  <a:cubicBezTo>
                    <a:pt x="207" y="654"/>
                    <a:pt x="176" y="653"/>
                    <a:pt x="144" y="656"/>
                  </a:cubicBezTo>
                  <a:cubicBezTo>
                    <a:pt x="128" y="657"/>
                    <a:pt x="112" y="660"/>
                    <a:pt x="97" y="665"/>
                  </a:cubicBezTo>
                  <a:cubicBezTo>
                    <a:pt x="81" y="669"/>
                    <a:pt x="66" y="675"/>
                    <a:pt x="52" y="684"/>
                  </a:cubicBezTo>
                  <a:cubicBezTo>
                    <a:pt x="38" y="693"/>
                    <a:pt x="25" y="705"/>
                    <a:pt x="16" y="719"/>
                  </a:cubicBezTo>
                  <a:cubicBezTo>
                    <a:pt x="11" y="726"/>
                    <a:pt x="8" y="733"/>
                    <a:pt x="5" y="741"/>
                  </a:cubicBezTo>
                  <a:cubicBezTo>
                    <a:pt x="4" y="745"/>
                    <a:pt x="2" y="749"/>
                    <a:pt x="2" y="753"/>
                  </a:cubicBezTo>
                  <a:cubicBezTo>
                    <a:pt x="1" y="757"/>
                    <a:pt x="0" y="762"/>
                    <a:pt x="0" y="766"/>
                  </a:cubicBezTo>
                  <a:cubicBezTo>
                    <a:pt x="0" y="783"/>
                    <a:pt x="5" y="800"/>
                    <a:pt x="17" y="812"/>
                  </a:cubicBezTo>
                  <a:cubicBezTo>
                    <a:pt x="28" y="825"/>
                    <a:pt x="43" y="833"/>
                    <a:pt x="58" y="838"/>
                  </a:cubicBezTo>
                  <a:cubicBezTo>
                    <a:pt x="73" y="843"/>
                    <a:pt x="88" y="846"/>
                    <a:pt x="103" y="850"/>
                  </a:cubicBezTo>
                  <a:cubicBezTo>
                    <a:pt x="118" y="854"/>
                    <a:pt x="133" y="858"/>
                    <a:pt x="148" y="861"/>
                  </a:cubicBezTo>
                  <a:cubicBezTo>
                    <a:pt x="208" y="877"/>
                    <a:pt x="268" y="889"/>
                    <a:pt x="327" y="906"/>
                  </a:cubicBezTo>
                  <a:cubicBezTo>
                    <a:pt x="342" y="911"/>
                    <a:pt x="357" y="915"/>
                    <a:pt x="371" y="920"/>
                  </a:cubicBezTo>
                  <a:cubicBezTo>
                    <a:pt x="386" y="926"/>
                    <a:pt x="401" y="931"/>
                    <a:pt x="415" y="937"/>
                  </a:cubicBezTo>
                  <a:cubicBezTo>
                    <a:pt x="430" y="942"/>
                    <a:pt x="444" y="948"/>
                    <a:pt x="459" y="954"/>
                  </a:cubicBezTo>
                  <a:cubicBezTo>
                    <a:pt x="466" y="956"/>
                    <a:pt x="474" y="959"/>
                    <a:pt x="481" y="961"/>
                  </a:cubicBezTo>
                  <a:cubicBezTo>
                    <a:pt x="489" y="964"/>
                    <a:pt x="496" y="966"/>
                    <a:pt x="504" y="967"/>
                  </a:cubicBezTo>
                  <a:cubicBezTo>
                    <a:pt x="535" y="975"/>
                    <a:pt x="565" y="978"/>
                    <a:pt x="596" y="985"/>
                  </a:cubicBezTo>
                  <a:cubicBezTo>
                    <a:pt x="626" y="992"/>
                    <a:pt x="655" y="1004"/>
                    <a:pt x="681" y="1020"/>
                  </a:cubicBezTo>
                  <a:cubicBezTo>
                    <a:pt x="707" y="1036"/>
                    <a:pt x="731" y="1057"/>
                    <a:pt x="752" y="1079"/>
                  </a:cubicBezTo>
                  <a:cubicBezTo>
                    <a:pt x="774" y="1102"/>
                    <a:pt x="792" y="1127"/>
                    <a:pt x="810" y="1153"/>
                  </a:cubicBezTo>
                  <a:cubicBezTo>
                    <a:pt x="819" y="1165"/>
                    <a:pt x="827" y="1177"/>
                    <a:pt x="835" y="1190"/>
                  </a:cubicBezTo>
                  <a:cubicBezTo>
                    <a:pt x="842" y="1201"/>
                    <a:pt x="842" y="1201"/>
                    <a:pt x="842" y="1201"/>
                  </a:cubicBezTo>
                  <a:cubicBezTo>
                    <a:pt x="843" y="1203"/>
                    <a:pt x="845" y="1208"/>
                    <a:pt x="847" y="1210"/>
                  </a:cubicBezTo>
                  <a:cubicBezTo>
                    <a:pt x="849" y="1211"/>
                    <a:pt x="851" y="1212"/>
                    <a:pt x="853" y="1211"/>
                  </a:cubicBezTo>
                  <a:cubicBezTo>
                    <a:pt x="857" y="1211"/>
                    <a:pt x="858" y="1205"/>
                    <a:pt x="855" y="1199"/>
                  </a:cubicBezTo>
                  <a:cubicBezTo>
                    <a:pt x="827" y="1150"/>
                    <a:pt x="797" y="1100"/>
                    <a:pt x="756" y="10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ja-JP" altLang="en-US"/>
            </a:p>
          </p:txBody>
        </p:sp>
        <p:sp>
          <p:nvSpPr>
            <p:cNvPr id="25" name="Freeform 83">
              <a:extLst>
                <a:ext uri="{FF2B5EF4-FFF2-40B4-BE49-F238E27FC236}">
                  <a16:creationId xmlns:a16="http://schemas.microsoft.com/office/drawing/2014/main" id="{44A5DBB3-3AD8-62CF-93E3-5FBF109774DB}"/>
                </a:ext>
              </a:extLst>
            </p:cNvPr>
            <p:cNvSpPr>
              <a:spLocks/>
            </p:cNvSpPr>
            <p:nvPr/>
          </p:nvSpPr>
          <p:spPr bwMode="auto">
            <a:xfrm>
              <a:off x="258996" y="462807"/>
              <a:ext cx="1077" cy="1416"/>
            </a:xfrm>
            <a:custGeom>
              <a:avLst/>
              <a:gdLst>
                <a:gd name="T0" fmla="*/ 878 w 884"/>
                <a:gd name="T1" fmla="*/ 892 h 1161"/>
                <a:gd name="T2" fmla="*/ 864 w 884"/>
                <a:gd name="T3" fmla="*/ 871 h 1161"/>
                <a:gd name="T4" fmla="*/ 822 w 884"/>
                <a:gd name="T5" fmla="*/ 784 h 1161"/>
                <a:gd name="T6" fmla="*/ 820 w 884"/>
                <a:gd name="T7" fmla="*/ 765 h 1161"/>
                <a:gd name="T8" fmla="*/ 823 w 884"/>
                <a:gd name="T9" fmla="*/ 748 h 1161"/>
                <a:gd name="T10" fmla="*/ 849 w 884"/>
                <a:gd name="T11" fmla="*/ 604 h 1161"/>
                <a:gd name="T12" fmla="*/ 800 w 884"/>
                <a:gd name="T13" fmla="*/ 461 h 1161"/>
                <a:gd name="T14" fmla="*/ 691 w 884"/>
                <a:gd name="T15" fmla="*/ 286 h 1161"/>
                <a:gd name="T16" fmla="*/ 552 w 884"/>
                <a:gd name="T17" fmla="*/ 70 h 1161"/>
                <a:gd name="T18" fmla="*/ 458 w 884"/>
                <a:gd name="T19" fmla="*/ 56 h 1161"/>
                <a:gd name="T20" fmla="*/ 409 w 884"/>
                <a:gd name="T21" fmla="*/ 113 h 1161"/>
                <a:gd name="T22" fmla="*/ 367 w 884"/>
                <a:gd name="T23" fmla="*/ 53 h 1161"/>
                <a:gd name="T24" fmla="*/ 321 w 884"/>
                <a:gd name="T25" fmla="*/ 12 h 1161"/>
                <a:gd name="T26" fmla="*/ 270 w 884"/>
                <a:gd name="T27" fmla="*/ 0 h 1161"/>
                <a:gd name="T28" fmla="*/ 226 w 884"/>
                <a:gd name="T29" fmla="*/ 15 h 1161"/>
                <a:gd name="T30" fmla="*/ 190 w 884"/>
                <a:gd name="T31" fmla="*/ 66 h 1161"/>
                <a:gd name="T32" fmla="*/ 138 w 884"/>
                <a:gd name="T33" fmla="*/ 41 h 1161"/>
                <a:gd name="T34" fmla="*/ 69 w 884"/>
                <a:gd name="T35" fmla="*/ 30 h 1161"/>
                <a:gd name="T36" fmla="*/ 2 w 884"/>
                <a:gd name="T37" fmla="*/ 101 h 1161"/>
                <a:gd name="T38" fmla="*/ 0 w 884"/>
                <a:gd name="T39" fmla="*/ 114 h 1161"/>
                <a:gd name="T40" fmla="*/ 23 w 884"/>
                <a:gd name="T41" fmla="*/ 92 h 1161"/>
                <a:gd name="T42" fmla="*/ 61 w 884"/>
                <a:gd name="T43" fmla="*/ 62 h 1161"/>
                <a:gd name="T44" fmla="*/ 114 w 884"/>
                <a:gd name="T45" fmla="*/ 67 h 1161"/>
                <a:gd name="T46" fmla="*/ 149 w 884"/>
                <a:gd name="T47" fmla="*/ 118 h 1161"/>
                <a:gd name="T48" fmla="*/ 236 w 884"/>
                <a:gd name="T49" fmla="*/ 247 h 1161"/>
                <a:gd name="T50" fmla="*/ 294 w 884"/>
                <a:gd name="T51" fmla="*/ 317 h 1161"/>
                <a:gd name="T52" fmla="*/ 327 w 884"/>
                <a:gd name="T53" fmla="*/ 309 h 1161"/>
                <a:gd name="T54" fmla="*/ 319 w 884"/>
                <a:gd name="T55" fmla="*/ 265 h 1161"/>
                <a:gd name="T56" fmla="*/ 283 w 884"/>
                <a:gd name="T57" fmla="*/ 221 h 1161"/>
                <a:gd name="T58" fmla="*/ 207 w 884"/>
                <a:gd name="T59" fmla="*/ 113 h 1161"/>
                <a:gd name="T60" fmla="*/ 206 w 884"/>
                <a:gd name="T61" fmla="*/ 84 h 1161"/>
                <a:gd name="T62" fmla="*/ 222 w 884"/>
                <a:gd name="T63" fmla="*/ 52 h 1161"/>
                <a:gd name="T64" fmla="*/ 240 w 884"/>
                <a:gd name="T65" fmla="*/ 40 h 1161"/>
                <a:gd name="T66" fmla="*/ 268 w 884"/>
                <a:gd name="T67" fmla="*/ 32 h 1161"/>
                <a:gd name="T68" fmla="*/ 272 w 884"/>
                <a:gd name="T69" fmla="*/ 33 h 1161"/>
                <a:gd name="T70" fmla="*/ 298 w 884"/>
                <a:gd name="T71" fmla="*/ 43 h 1161"/>
                <a:gd name="T72" fmla="*/ 305 w 884"/>
                <a:gd name="T73" fmla="*/ 50 h 1161"/>
                <a:gd name="T74" fmla="*/ 335 w 884"/>
                <a:gd name="T75" fmla="*/ 96 h 1161"/>
                <a:gd name="T76" fmla="*/ 388 w 884"/>
                <a:gd name="T77" fmla="*/ 181 h 1161"/>
                <a:gd name="T78" fmla="*/ 458 w 884"/>
                <a:gd name="T79" fmla="*/ 274 h 1161"/>
                <a:gd name="T80" fmla="*/ 498 w 884"/>
                <a:gd name="T81" fmla="*/ 292 h 1161"/>
                <a:gd name="T82" fmla="*/ 514 w 884"/>
                <a:gd name="T83" fmla="*/ 266 h 1161"/>
                <a:gd name="T84" fmla="*/ 477 w 884"/>
                <a:gd name="T85" fmla="*/ 211 h 1161"/>
                <a:gd name="T86" fmla="*/ 422 w 884"/>
                <a:gd name="T87" fmla="*/ 133 h 1161"/>
                <a:gd name="T88" fmla="*/ 455 w 884"/>
                <a:gd name="T89" fmla="*/ 78 h 1161"/>
                <a:gd name="T90" fmla="*/ 505 w 884"/>
                <a:gd name="T91" fmla="*/ 65 h 1161"/>
                <a:gd name="T92" fmla="*/ 581 w 884"/>
                <a:gd name="T93" fmla="*/ 161 h 1161"/>
                <a:gd name="T94" fmla="*/ 700 w 884"/>
                <a:gd name="T95" fmla="*/ 370 h 1161"/>
                <a:gd name="T96" fmla="*/ 796 w 884"/>
                <a:gd name="T97" fmla="*/ 573 h 1161"/>
                <a:gd name="T98" fmla="*/ 773 w 884"/>
                <a:gd name="T99" fmla="*/ 723 h 1161"/>
                <a:gd name="T100" fmla="*/ 767 w 884"/>
                <a:gd name="T101" fmla="*/ 752 h 1161"/>
                <a:gd name="T102" fmla="*/ 803 w 884"/>
                <a:gd name="T103" fmla="*/ 878 h 1161"/>
                <a:gd name="T104" fmla="*/ 821 w 884"/>
                <a:gd name="T105" fmla="*/ 904 h 1161"/>
                <a:gd name="T106" fmla="*/ 822 w 884"/>
                <a:gd name="T107" fmla="*/ 905 h 1161"/>
                <a:gd name="T108" fmla="*/ 802 w 884"/>
                <a:gd name="T109" fmla="*/ 925 h 1161"/>
                <a:gd name="T110" fmla="*/ 592 w 884"/>
                <a:gd name="T111" fmla="*/ 1070 h 1161"/>
                <a:gd name="T112" fmla="*/ 516 w 884"/>
                <a:gd name="T113" fmla="*/ 1145 h 1161"/>
                <a:gd name="T114" fmla="*/ 564 w 884"/>
                <a:gd name="T115" fmla="*/ 1148 h 1161"/>
                <a:gd name="T116" fmla="*/ 728 w 884"/>
                <a:gd name="T117" fmla="*/ 1044 h 1161"/>
                <a:gd name="T118" fmla="*/ 844 w 884"/>
                <a:gd name="T119" fmla="*/ 960 h 1161"/>
                <a:gd name="T120" fmla="*/ 883 w 884"/>
                <a:gd name="T121" fmla="*/ 918 h 1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884" h="1161">
                  <a:moveTo>
                    <a:pt x="882" y="901"/>
                  </a:moveTo>
                  <a:cubicBezTo>
                    <a:pt x="881" y="899"/>
                    <a:pt x="881" y="898"/>
                    <a:pt x="880" y="896"/>
                  </a:cubicBezTo>
                  <a:cubicBezTo>
                    <a:pt x="878" y="892"/>
                    <a:pt x="878" y="892"/>
                    <a:pt x="878" y="892"/>
                  </a:cubicBezTo>
                  <a:cubicBezTo>
                    <a:pt x="873" y="884"/>
                    <a:pt x="873" y="884"/>
                    <a:pt x="873" y="884"/>
                  </a:cubicBezTo>
                  <a:cubicBezTo>
                    <a:pt x="871" y="881"/>
                    <a:pt x="869" y="879"/>
                    <a:pt x="867" y="876"/>
                  </a:cubicBezTo>
                  <a:cubicBezTo>
                    <a:pt x="864" y="871"/>
                    <a:pt x="864" y="871"/>
                    <a:pt x="864" y="871"/>
                  </a:cubicBezTo>
                  <a:cubicBezTo>
                    <a:pt x="857" y="861"/>
                    <a:pt x="857" y="861"/>
                    <a:pt x="857" y="861"/>
                  </a:cubicBezTo>
                  <a:cubicBezTo>
                    <a:pt x="849" y="848"/>
                    <a:pt x="841" y="836"/>
                    <a:pt x="835" y="823"/>
                  </a:cubicBezTo>
                  <a:cubicBezTo>
                    <a:pt x="829" y="810"/>
                    <a:pt x="824" y="797"/>
                    <a:pt x="822" y="784"/>
                  </a:cubicBezTo>
                  <a:cubicBezTo>
                    <a:pt x="821" y="782"/>
                    <a:pt x="821" y="781"/>
                    <a:pt x="821" y="779"/>
                  </a:cubicBezTo>
                  <a:cubicBezTo>
                    <a:pt x="821" y="774"/>
                    <a:pt x="821" y="774"/>
                    <a:pt x="821" y="774"/>
                  </a:cubicBezTo>
                  <a:cubicBezTo>
                    <a:pt x="820" y="771"/>
                    <a:pt x="821" y="768"/>
                    <a:pt x="820" y="765"/>
                  </a:cubicBezTo>
                  <a:cubicBezTo>
                    <a:pt x="821" y="761"/>
                    <a:pt x="821" y="758"/>
                    <a:pt x="821" y="755"/>
                  </a:cubicBezTo>
                  <a:cubicBezTo>
                    <a:pt x="823" y="751"/>
                    <a:pt x="823" y="751"/>
                    <a:pt x="823" y="751"/>
                  </a:cubicBezTo>
                  <a:cubicBezTo>
                    <a:pt x="823" y="748"/>
                    <a:pt x="823" y="748"/>
                    <a:pt x="823" y="748"/>
                  </a:cubicBezTo>
                  <a:cubicBezTo>
                    <a:pt x="823" y="747"/>
                    <a:pt x="823" y="747"/>
                    <a:pt x="824" y="746"/>
                  </a:cubicBezTo>
                  <a:cubicBezTo>
                    <a:pt x="833" y="715"/>
                    <a:pt x="841" y="683"/>
                    <a:pt x="845" y="650"/>
                  </a:cubicBezTo>
                  <a:cubicBezTo>
                    <a:pt x="847" y="635"/>
                    <a:pt x="849" y="619"/>
                    <a:pt x="849" y="604"/>
                  </a:cubicBezTo>
                  <a:cubicBezTo>
                    <a:pt x="849" y="588"/>
                    <a:pt x="846" y="572"/>
                    <a:pt x="842" y="557"/>
                  </a:cubicBezTo>
                  <a:cubicBezTo>
                    <a:pt x="838" y="539"/>
                    <a:pt x="832" y="522"/>
                    <a:pt x="824" y="506"/>
                  </a:cubicBezTo>
                  <a:cubicBezTo>
                    <a:pt x="817" y="490"/>
                    <a:pt x="809" y="475"/>
                    <a:pt x="800" y="461"/>
                  </a:cubicBezTo>
                  <a:cubicBezTo>
                    <a:pt x="790" y="446"/>
                    <a:pt x="781" y="432"/>
                    <a:pt x="771" y="417"/>
                  </a:cubicBezTo>
                  <a:cubicBezTo>
                    <a:pt x="761" y="403"/>
                    <a:pt x="752" y="389"/>
                    <a:pt x="742" y="374"/>
                  </a:cubicBezTo>
                  <a:cubicBezTo>
                    <a:pt x="724" y="346"/>
                    <a:pt x="708" y="316"/>
                    <a:pt x="691" y="286"/>
                  </a:cubicBezTo>
                  <a:cubicBezTo>
                    <a:pt x="674" y="257"/>
                    <a:pt x="655" y="229"/>
                    <a:pt x="637" y="200"/>
                  </a:cubicBezTo>
                  <a:cubicBezTo>
                    <a:pt x="619" y="171"/>
                    <a:pt x="601" y="141"/>
                    <a:pt x="583" y="112"/>
                  </a:cubicBezTo>
                  <a:cubicBezTo>
                    <a:pt x="574" y="97"/>
                    <a:pt x="564" y="83"/>
                    <a:pt x="552" y="70"/>
                  </a:cubicBezTo>
                  <a:cubicBezTo>
                    <a:pt x="546" y="64"/>
                    <a:pt x="539" y="59"/>
                    <a:pt x="531" y="54"/>
                  </a:cubicBezTo>
                  <a:cubicBezTo>
                    <a:pt x="524" y="50"/>
                    <a:pt x="516" y="47"/>
                    <a:pt x="507" y="45"/>
                  </a:cubicBezTo>
                  <a:cubicBezTo>
                    <a:pt x="490" y="43"/>
                    <a:pt x="472" y="47"/>
                    <a:pt x="458" y="56"/>
                  </a:cubicBezTo>
                  <a:cubicBezTo>
                    <a:pt x="443" y="64"/>
                    <a:pt x="432" y="77"/>
                    <a:pt x="423" y="91"/>
                  </a:cubicBezTo>
                  <a:cubicBezTo>
                    <a:pt x="418" y="97"/>
                    <a:pt x="414" y="104"/>
                    <a:pt x="410" y="111"/>
                  </a:cubicBezTo>
                  <a:cubicBezTo>
                    <a:pt x="409" y="113"/>
                    <a:pt x="409" y="113"/>
                    <a:pt x="409" y="113"/>
                  </a:cubicBezTo>
                  <a:cubicBezTo>
                    <a:pt x="385" y="78"/>
                    <a:pt x="385" y="78"/>
                    <a:pt x="385" y="78"/>
                  </a:cubicBezTo>
                  <a:cubicBezTo>
                    <a:pt x="377" y="65"/>
                    <a:pt x="377" y="65"/>
                    <a:pt x="377" y="65"/>
                  </a:cubicBezTo>
                  <a:cubicBezTo>
                    <a:pt x="374" y="61"/>
                    <a:pt x="370" y="57"/>
                    <a:pt x="367" y="53"/>
                  </a:cubicBezTo>
                  <a:cubicBezTo>
                    <a:pt x="359" y="44"/>
                    <a:pt x="351" y="34"/>
                    <a:pt x="342" y="26"/>
                  </a:cubicBezTo>
                  <a:cubicBezTo>
                    <a:pt x="337" y="21"/>
                    <a:pt x="331" y="18"/>
                    <a:pt x="326" y="14"/>
                  </a:cubicBezTo>
                  <a:cubicBezTo>
                    <a:pt x="321" y="12"/>
                    <a:pt x="321" y="12"/>
                    <a:pt x="321" y="12"/>
                  </a:cubicBezTo>
                  <a:cubicBezTo>
                    <a:pt x="320" y="11"/>
                    <a:pt x="318" y="10"/>
                    <a:pt x="317" y="10"/>
                  </a:cubicBezTo>
                  <a:cubicBezTo>
                    <a:pt x="313" y="9"/>
                    <a:pt x="310" y="7"/>
                    <a:pt x="307" y="7"/>
                  </a:cubicBezTo>
                  <a:cubicBezTo>
                    <a:pt x="295" y="3"/>
                    <a:pt x="283" y="0"/>
                    <a:pt x="270" y="0"/>
                  </a:cubicBezTo>
                  <a:cubicBezTo>
                    <a:pt x="263" y="0"/>
                    <a:pt x="257" y="2"/>
                    <a:pt x="252" y="4"/>
                  </a:cubicBezTo>
                  <a:cubicBezTo>
                    <a:pt x="246" y="6"/>
                    <a:pt x="240" y="8"/>
                    <a:pt x="235" y="11"/>
                  </a:cubicBezTo>
                  <a:cubicBezTo>
                    <a:pt x="232" y="12"/>
                    <a:pt x="229" y="14"/>
                    <a:pt x="226" y="15"/>
                  </a:cubicBezTo>
                  <a:cubicBezTo>
                    <a:pt x="224" y="17"/>
                    <a:pt x="221" y="19"/>
                    <a:pt x="219" y="20"/>
                  </a:cubicBezTo>
                  <a:cubicBezTo>
                    <a:pt x="214" y="24"/>
                    <a:pt x="209" y="28"/>
                    <a:pt x="205" y="33"/>
                  </a:cubicBezTo>
                  <a:cubicBezTo>
                    <a:pt x="196" y="42"/>
                    <a:pt x="191" y="54"/>
                    <a:pt x="190" y="66"/>
                  </a:cubicBezTo>
                  <a:cubicBezTo>
                    <a:pt x="189" y="74"/>
                    <a:pt x="188" y="82"/>
                    <a:pt x="189" y="90"/>
                  </a:cubicBezTo>
                  <a:cubicBezTo>
                    <a:pt x="181" y="81"/>
                    <a:pt x="175" y="72"/>
                    <a:pt x="167" y="64"/>
                  </a:cubicBezTo>
                  <a:cubicBezTo>
                    <a:pt x="159" y="55"/>
                    <a:pt x="149" y="47"/>
                    <a:pt x="138" y="41"/>
                  </a:cubicBezTo>
                  <a:cubicBezTo>
                    <a:pt x="127" y="36"/>
                    <a:pt x="117" y="30"/>
                    <a:pt x="105" y="27"/>
                  </a:cubicBezTo>
                  <a:cubicBezTo>
                    <a:pt x="99" y="26"/>
                    <a:pt x="93" y="26"/>
                    <a:pt x="87" y="26"/>
                  </a:cubicBezTo>
                  <a:cubicBezTo>
                    <a:pt x="81" y="27"/>
                    <a:pt x="75" y="28"/>
                    <a:pt x="69" y="30"/>
                  </a:cubicBezTo>
                  <a:cubicBezTo>
                    <a:pt x="58" y="32"/>
                    <a:pt x="47" y="38"/>
                    <a:pt x="37" y="45"/>
                  </a:cubicBezTo>
                  <a:cubicBezTo>
                    <a:pt x="28" y="52"/>
                    <a:pt x="20" y="60"/>
                    <a:pt x="14" y="70"/>
                  </a:cubicBezTo>
                  <a:cubicBezTo>
                    <a:pt x="8" y="80"/>
                    <a:pt x="4" y="90"/>
                    <a:pt x="2" y="101"/>
                  </a:cubicBezTo>
                  <a:cubicBezTo>
                    <a:pt x="2" y="104"/>
                    <a:pt x="1" y="107"/>
                    <a:pt x="1" y="109"/>
                  </a:cubicBezTo>
                  <a:cubicBezTo>
                    <a:pt x="1" y="112"/>
                    <a:pt x="1" y="112"/>
                    <a:pt x="1" y="112"/>
                  </a:cubicBezTo>
                  <a:cubicBezTo>
                    <a:pt x="1" y="112"/>
                    <a:pt x="0" y="113"/>
                    <a:pt x="0" y="114"/>
                  </a:cubicBezTo>
                  <a:cubicBezTo>
                    <a:pt x="1" y="114"/>
                    <a:pt x="2" y="115"/>
                    <a:pt x="4" y="116"/>
                  </a:cubicBezTo>
                  <a:cubicBezTo>
                    <a:pt x="8" y="117"/>
                    <a:pt x="11" y="118"/>
                    <a:pt x="12" y="117"/>
                  </a:cubicBezTo>
                  <a:cubicBezTo>
                    <a:pt x="15" y="108"/>
                    <a:pt x="18" y="100"/>
                    <a:pt x="23" y="92"/>
                  </a:cubicBezTo>
                  <a:cubicBezTo>
                    <a:pt x="27" y="85"/>
                    <a:pt x="33" y="78"/>
                    <a:pt x="40" y="73"/>
                  </a:cubicBezTo>
                  <a:cubicBezTo>
                    <a:pt x="43" y="71"/>
                    <a:pt x="47" y="69"/>
                    <a:pt x="51" y="67"/>
                  </a:cubicBezTo>
                  <a:cubicBezTo>
                    <a:pt x="54" y="65"/>
                    <a:pt x="58" y="63"/>
                    <a:pt x="61" y="62"/>
                  </a:cubicBezTo>
                  <a:cubicBezTo>
                    <a:pt x="68" y="59"/>
                    <a:pt x="75" y="57"/>
                    <a:pt x="83" y="57"/>
                  </a:cubicBezTo>
                  <a:cubicBezTo>
                    <a:pt x="91" y="57"/>
                    <a:pt x="98" y="59"/>
                    <a:pt x="105" y="62"/>
                  </a:cubicBezTo>
                  <a:cubicBezTo>
                    <a:pt x="109" y="63"/>
                    <a:pt x="112" y="65"/>
                    <a:pt x="114" y="67"/>
                  </a:cubicBezTo>
                  <a:cubicBezTo>
                    <a:pt x="117" y="69"/>
                    <a:pt x="120" y="73"/>
                    <a:pt x="123" y="76"/>
                  </a:cubicBezTo>
                  <a:cubicBezTo>
                    <a:pt x="126" y="81"/>
                    <a:pt x="131" y="87"/>
                    <a:pt x="135" y="93"/>
                  </a:cubicBezTo>
                  <a:cubicBezTo>
                    <a:pt x="139" y="100"/>
                    <a:pt x="144" y="109"/>
                    <a:pt x="149" y="118"/>
                  </a:cubicBezTo>
                  <a:cubicBezTo>
                    <a:pt x="159" y="137"/>
                    <a:pt x="170" y="154"/>
                    <a:pt x="181" y="172"/>
                  </a:cubicBezTo>
                  <a:cubicBezTo>
                    <a:pt x="190" y="186"/>
                    <a:pt x="199" y="199"/>
                    <a:pt x="209" y="212"/>
                  </a:cubicBezTo>
                  <a:cubicBezTo>
                    <a:pt x="218" y="224"/>
                    <a:pt x="227" y="236"/>
                    <a:pt x="236" y="247"/>
                  </a:cubicBezTo>
                  <a:cubicBezTo>
                    <a:pt x="245" y="259"/>
                    <a:pt x="254" y="271"/>
                    <a:pt x="263" y="282"/>
                  </a:cubicBezTo>
                  <a:cubicBezTo>
                    <a:pt x="277" y="299"/>
                    <a:pt x="277" y="299"/>
                    <a:pt x="277" y="299"/>
                  </a:cubicBezTo>
                  <a:cubicBezTo>
                    <a:pt x="282" y="306"/>
                    <a:pt x="286" y="313"/>
                    <a:pt x="294" y="317"/>
                  </a:cubicBezTo>
                  <a:cubicBezTo>
                    <a:pt x="296" y="319"/>
                    <a:pt x="298" y="321"/>
                    <a:pt x="304" y="319"/>
                  </a:cubicBezTo>
                  <a:cubicBezTo>
                    <a:pt x="308" y="318"/>
                    <a:pt x="312" y="317"/>
                    <a:pt x="316" y="315"/>
                  </a:cubicBezTo>
                  <a:cubicBezTo>
                    <a:pt x="320" y="314"/>
                    <a:pt x="324" y="312"/>
                    <a:pt x="327" y="309"/>
                  </a:cubicBezTo>
                  <a:cubicBezTo>
                    <a:pt x="332" y="306"/>
                    <a:pt x="333" y="303"/>
                    <a:pt x="334" y="301"/>
                  </a:cubicBezTo>
                  <a:cubicBezTo>
                    <a:pt x="335" y="296"/>
                    <a:pt x="334" y="293"/>
                    <a:pt x="332" y="290"/>
                  </a:cubicBezTo>
                  <a:cubicBezTo>
                    <a:pt x="328" y="282"/>
                    <a:pt x="324" y="273"/>
                    <a:pt x="319" y="265"/>
                  </a:cubicBezTo>
                  <a:cubicBezTo>
                    <a:pt x="316" y="261"/>
                    <a:pt x="313" y="258"/>
                    <a:pt x="310" y="254"/>
                  </a:cubicBezTo>
                  <a:cubicBezTo>
                    <a:pt x="296" y="238"/>
                    <a:pt x="296" y="238"/>
                    <a:pt x="296" y="238"/>
                  </a:cubicBezTo>
                  <a:cubicBezTo>
                    <a:pt x="283" y="221"/>
                    <a:pt x="283" y="221"/>
                    <a:pt x="283" y="221"/>
                  </a:cubicBezTo>
                  <a:cubicBezTo>
                    <a:pt x="270" y="204"/>
                    <a:pt x="270" y="204"/>
                    <a:pt x="270" y="204"/>
                  </a:cubicBezTo>
                  <a:cubicBezTo>
                    <a:pt x="260" y="192"/>
                    <a:pt x="251" y="178"/>
                    <a:pt x="242" y="165"/>
                  </a:cubicBezTo>
                  <a:cubicBezTo>
                    <a:pt x="207" y="113"/>
                    <a:pt x="207" y="113"/>
                    <a:pt x="207" y="113"/>
                  </a:cubicBezTo>
                  <a:cubicBezTo>
                    <a:pt x="205" y="111"/>
                    <a:pt x="205" y="111"/>
                    <a:pt x="205" y="111"/>
                  </a:cubicBezTo>
                  <a:cubicBezTo>
                    <a:pt x="206" y="111"/>
                    <a:pt x="206" y="111"/>
                    <a:pt x="206" y="110"/>
                  </a:cubicBezTo>
                  <a:cubicBezTo>
                    <a:pt x="205" y="103"/>
                    <a:pt x="205" y="93"/>
                    <a:pt x="206" y="84"/>
                  </a:cubicBezTo>
                  <a:cubicBezTo>
                    <a:pt x="207" y="79"/>
                    <a:pt x="207" y="74"/>
                    <a:pt x="209" y="70"/>
                  </a:cubicBezTo>
                  <a:cubicBezTo>
                    <a:pt x="210" y="66"/>
                    <a:pt x="212" y="62"/>
                    <a:pt x="214" y="59"/>
                  </a:cubicBezTo>
                  <a:cubicBezTo>
                    <a:pt x="217" y="56"/>
                    <a:pt x="220" y="54"/>
                    <a:pt x="222" y="52"/>
                  </a:cubicBezTo>
                  <a:cubicBezTo>
                    <a:pt x="225" y="49"/>
                    <a:pt x="228" y="47"/>
                    <a:pt x="232" y="45"/>
                  </a:cubicBezTo>
                  <a:cubicBezTo>
                    <a:pt x="233" y="43"/>
                    <a:pt x="235" y="42"/>
                    <a:pt x="237" y="41"/>
                  </a:cubicBezTo>
                  <a:cubicBezTo>
                    <a:pt x="240" y="40"/>
                    <a:pt x="240" y="40"/>
                    <a:pt x="240" y="40"/>
                  </a:cubicBezTo>
                  <a:cubicBezTo>
                    <a:pt x="242" y="39"/>
                    <a:pt x="242" y="39"/>
                    <a:pt x="242" y="39"/>
                  </a:cubicBezTo>
                  <a:cubicBezTo>
                    <a:pt x="246" y="37"/>
                    <a:pt x="250" y="36"/>
                    <a:pt x="255" y="35"/>
                  </a:cubicBezTo>
                  <a:cubicBezTo>
                    <a:pt x="259" y="34"/>
                    <a:pt x="264" y="33"/>
                    <a:pt x="268" y="32"/>
                  </a:cubicBezTo>
                  <a:cubicBezTo>
                    <a:pt x="269" y="32"/>
                    <a:pt x="270" y="32"/>
                    <a:pt x="270" y="32"/>
                  </a:cubicBezTo>
                  <a:cubicBezTo>
                    <a:pt x="270" y="32"/>
                    <a:pt x="270" y="32"/>
                    <a:pt x="271" y="32"/>
                  </a:cubicBezTo>
                  <a:cubicBezTo>
                    <a:pt x="272" y="33"/>
                    <a:pt x="272" y="33"/>
                    <a:pt x="272" y="33"/>
                  </a:cubicBezTo>
                  <a:cubicBezTo>
                    <a:pt x="275" y="33"/>
                    <a:pt x="277" y="33"/>
                    <a:pt x="279" y="33"/>
                  </a:cubicBezTo>
                  <a:cubicBezTo>
                    <a:pt x="283" y="34"/>
                    <a:pt x="287" y="35"/>
                    <a:pt x="290" y="37"/>
                  </a:cubicBezTo>
                  <a:cubicBezTo>
                    <a:pt x="293" y="38"/>
                    <a:pt x="297" y="41"/>
                    <a:pt x="298" y="43"/>
                  </a:cubicBezTo>
                  <a:cubicBezTo>
                    <a:pt x="299" y="44"/>
                    <a:pt x="300" y="44"/>
                    <a:pt x="300" y="45"/>
                  </a:cubicBezTo>
                  <a:cubicBezTo>
                    <a:pt x="301" y="45"/>
                    <a:pt x="301" y="46"/>
                    <a:pt x="302" y="46"/>
                  </a:cubicBezTo>
                  <a:cubicBezTo>
                    <a:pt x="303" y="48"/>
                    <a:pt x="304" y="49"/>
                    <a:pt x="305" y="50"/>
                  </a:cubicBezTo>
                  <a:cubicBezTo>
                    <a:pt x="308" y="53"/>
                    <a:pt x="310" y="56"/>
                    <a:pt x="313" y="59"/>
                  </a:cubicBezTo>
                  <a:cubicBezTo>
                    <a:pt x="317" y="65"/>
                    <a:pt x="322" y="72"/>
                    <a:pt x="327" y="81"/>
                  </a:cubicBezTo>
                  <a:cubicBezTo>
                    <a:pt x="329" y="86"/>
                    <a:pt x="332" y="91"/>
                    <a:pt x="335" y="96"/>
                  </a:cubicBezTo>
                  <a:cubicBezTo>
                    <a:pt x="337" y="100"/>
                    <a:pt x="340" y="105"/>
                    <a:pt x="343" y="110"/>
                  </a:cubicBezTo>
                  <a:cubicBezTo>
                    <a:pt x="348" y="120"/>
                    <a:pt x="354" y="129"/>
                    <a:pt x="360" y="138"/>
                  </a:cubicBezTo>
                  <a:cubicBezTo>
                    <a:pt x="369" y="153"/>
                    <a:pt x="378" y="167"/>
                    <a:pt x="388" y="181"/>
                  </a:cubicBezTo>
                  <a:cubicBezTo>
                    <a:pt x="397" y="194"/>
                    <a:pt x="406" y="206"/>
                    <a:pt x="415" y="219"/>
                  </a:cubicBezTo>
                  <a:cubicBezTo>
                    <a:pt x="425" y="231"/>
                    <a:pt x="434" y="244"/>
                    <a:pt x="443" y="256"/>
                  </a:cubicBezTo>
                  <a:cubicBezTo>
                    <a:pt x="458" y="274"/>
                    <a:pt x="458" y="274"/>
                    <a:pt x="458" y="274"/>
                  </a:cubicBezTo>
                  <a:cubicBezTo>
                    <a:pt x="463" y="281"/>
                    <a:pt x="467" y="288"/>
                    <a:pt x="475" y="294"/>
                  </a:cubicBezTo>
                  <a:cubicBezTo>
                    <a:pt x="477" y="295"/>
                    <a:pt x="479" y="297"/>
                    <a:pt x="486" y="295"/>
                  </a:cubicBezTo>
                  <a:cubicBezTo>
                    <a:pt x="490" y="294"/>
                    <a:pt x="494" y="293"/>
                    <a:pt x="498" y="292"/>
                  </a:cubicBezTo>
                  <a:cubicBezTo>
                    <a:pt x="501" y="291"/>
                    <a:pt x="505" y="289"/>
                    <a:pt x="509" y="286"/>
                  </a:cubicBezTo>
                  <a:cubicBezTo>
                    <a:pt x="514" y="283"/>
                    <a:pt x="515" y="280"/>
                    <a:pt x="516" y="278"/>
                  </a:cubicBezTo>
                  <a:cubicBezTo>
                    <a:pt x="517" y="273"/>
                    <a:pt x="515" y="270"/>
                    <a:pt x="514" y="266"/>
                  </a:cubicBezTo>
                  <a:cubicBezTo>
                    <a:pt x="509" y="258"/>
                    <a:pt x="505" y="249"/>
                    <a:pt x="500" y="240"/>
                  </a:cubicBezTo>
                  <a:cubicBezTo>
                    <a:pt x="497" y="236"/>
                    <a:pt x="494" y="232"/>
                    <a:pt x="491" y="228"/>
                  </a:cubicBezTo>
                  <a:cubicBezTo>
                    <a:pt x="477" y="211"/>
                    <a:pt x="477" y="211"/>
                    <a:pt x="477" y="211"/>
                  </a:cubicBezTo>
                  <a:cubicBezTo>
                    <a:pt x="463" y="193"/>
                    <a:pt x="463" y="193"/>
                    <a:pt x="463" y="193"/>
                  </a:cubicBezTo>
                  <a:cubicBezTo>
                    <a:pt x="450" y="175"/>
                    <a:pt x="450" y="175"/>
                    <a:pt x="450" y="175"/>
                  </a:cubicBezTo>
                  <a:cubicBezTo>
                    <a:pt x="440" y="162"/>
                    <a:pt x="431" y="147"/>
                    <a:pt x="422" y="133"/>
                  </a:cubicBezTo>
                  <a:cubicBezTo>
                    <a:pt x="416" y="125"/>
                    <a:pt x="416" y="125"/>
                    <a:pt x="416" y="125"/>
                  </a:cubicBezTo>
                  <a:cubicBezTo>
                    <a:pt x="424" y="113"/>
                    <a:pt x="432" y="101"/>
                    <a:pt x="441" y="92"/>
                  </a:cubicBezTo>
                  <a:cubicBezTo>
                    <a:pt x="445" y="86"/>
                    <a:pt x="450" y="82"/>
                    <a:pt x="455" y="78"/>
                  </a:cubicBezTo>
                  <a:cubicBezTo>
                    <a:pt x="460" y="74"/>
                    <a:pt x="465" y="71"/>
                    <a:pt x="471" y="69"/>
                  </a:cubicBezTo>
                  <a:cubicBezTo>
                    <a:pt x="477" y="66"/>
                    <a:pt x="483" y="65"/>
                    <a:pt x="488" y="64"/>
                  </a:cubicBezTo>
                  <a:cubicBezTo>
                    <a:pt x="494" y="63"/>
                    <a:pt x="500" y="64"/>
                    <a:pt x="505" y="65"/>
                  </a:cubicBezTo>
                  <a:cubicBezTo>
                    <a:pt x="516" y="68"/>
                    <a:pt x="526" y="75"/>
                    <a:pt x="534" y="85"/>
                  </a:cubicBezTo>
                  <a:cubicBezTo>
                    <a:pt x="543" y="95"/>
                    <a:pt x="550" y="107"/>
                    <a:pt x="558" y="120"/>
                  </a:cubicBezTo>
                  <a:cubicBezTo>
                    <a:pt x="581" y="161"/>
                    <a:pt x="581" y="161"/>
                    <a:pt x="581" y="161"/>
                  </a:cubicBezTo>
                  <a:cubicBezTo>
                    <a:pt x="629" y="244"/>
                    <a:pt x="629" y="244"/>
                    <a:pt x="629" y="244"/>
                  </a:cubicBezTo>
                  <a:cubicBezTo>
                    <a:pt x="645" y="271"/>
                    <a:pt x="661" y="299"/>
                    <a:pt x="677" y="327"/>
                  </a:cubicBezTo>
                  <a:cubicBezTo>
                    <a:pt x="700" y="370"/>
                    <a:pt x="700" y="370"/>
                    <a:pt x="700" y="370"/>
                  </a:cubicBezTo>
                  <a:cubicBezTo>
                    <a:pt x="708" y="384"/>
                    <a:pt x="718" y="404"/>
                    <a:pt x="729" y="423"/>
                  </a:cubicBezTo>
                  <a:cubicBezTo>
                    <a:pt x="744" y="451"/>
                    <a:pt x="759" y="475"/>
                    <a:pt x="771" y="499"/>
                  </a:cubicBezTo>
                  <a:cubicBezTo>
                    <a:pt x="783" y="523"/>
                    <a:pt x="793" y="547"/>
                    <a:pt x="796" y="573"/>
                  </a:cubicBezTo>
                  <a:cubicBezTo>
                    <a:pt x="799" y="599"/>
                    <a:pt x="796" y="628"/>
                    <a:pt x="790" y="657"/>
                  </a:cubicBezTo>
                  <a:cubicBezTo>
                    <a:pt x="787" y="672"/>
                    <a:pt x="784" y="686"/>
                    <a:pt x="780" y="701"/>
                  </a:cubicBezTo>
                  <a:cubicBezTo>
                    <a:pt x="778" y="709"/>
                    <a:pt x="776" y="716"/>
                    <a:pt x="773" y="723"/>
                  </a:cubicBezTo>
                  <a:cubicBezTo>
                    <a:pt x="772" y="727"/>
                    <a:pt x="771" y="730"/>
                    <a:pt x="770" y="736"/>
                  </a:cubicBezTo>
                  <a:cubicBezTo>
                    <a:pt x="768" y="744"/>
                    <a:pt x="768" y="744"/>
                    <a:pt x="768" y="744"/>
                  </a:cubicBezTo>
                  <a:cubicBezTo>
                    <a:pt x="767" y="746"/>
                    <a:pt x="767" y="749"/>
                    <a:pt x="767" y="752"/>
                  </a:cubicBezTo>
                  <a:cubicBezTo>
                    <a:pt x="764" y="768"/>
                    <a:pt x="765" y="785"/>
                    <a:pt x="769" y="800"/>
                  </a:cubicBezTo>
                  <a:cubicBezTo>
                    <a:pt x="772" y="815"/>
                    <a:pt x="777" y="829"/>
                    <a:pt x="783" y="842"/>
                  </a:cubicBezTo>
                  <a:cubicBezTo>
                    <a:pt x="789" y="855"/>
                    <a:pt x="796" y="867"/>
                    <a:pt x="803" y="878"/>
                  </a:cubicBezTo>
                  <a:cubicBezTo>
                    <a:pt x="807" y="884"/>
                    <a:pt x="811" y="889"/>
                    <a:pt x="814" y="894"/>
                  </a:cubicBezTo>
                  <a:cubicBezTo>
                    <a:pt x="820" y="902"/>
                    <a:pt x="820" y="902"/>
                    <a:pt x="820" y="902"/>
                  </a:cubicBezTo>
                  <a:cubicBezTo>
                    <a:pt x="821" y="904"/>
                    <a:pt x="821" y="904"/>
                    <a:pt x="821" y="904"/>
                  </a:cubicBezTo>
                  <a:cubicBezTo>
                    <a:pt x="821" y="904"/>
                    <a:pt x="821" y="904"/>
                    <a:pt x="821" y="904"/>
                  </a:cubicBezTo>
                  <a:cubicBezTo>
                    <a:pt x="821" y="905"/>
                    <a:pt x="821" y="905"/>
                    <a:pt x="821" y="905"/>
                  </a:cubicBezTo>
                  <a:cubicBezTo>
                    <a:pt x="822" y="905"/>
                    <a:pt x="822" y="905"/>
                    <a:pt x="822" y="905"/>
                  </a:cubicBezTo>
                  <a:cubicBezTo>
                    <a:pt x="822" y="905"/>
                    <a:pt x="823" y="906"/>
                    <a:pt x="823" y="907"/>
                  </a:cubicBezTo>
                  <a:cubicBezTo>
                    <a:pt x="823" y="908"/>
                    <a:pt x="823" y="908"/>
                    <a:pt x="822" y="909"/>
                  </a:cubicBezTo>
                  <a:cubicBezTo>
                    <a:pt x="815" y="915"/>
                    <a:pt x="809" y="920"/>
                    <a:pt x="802" y="925"/>
                  </a:cubicBezTo>
                  <a:cubicBezTo>
                    <a:pt x="757" y="957"/>
                    <a:pt x="757" y="957"/>
                    <a:pt x="757" y="957"/>
                  </a:cubicBezTo>
                  <a:cubicBezTo>
                    <a:pt x="721" y="983"/>
                    <a:pt x="684" y="1008"/>
                    <a:pt x="647" y="1033"/>
                  </a:cubicBezTo>
                  <a:cubicBezTo>
                    <a:pt x="629" y="1046"/>
                    <a:pt x="610" y="1058"/>
                    <a:pt x="592" y="1070"/>
                  </a:cubicBezTo>
                  <a:cubicBezTo>
                    <a:pt x="571" y="1084"/>
                    <a:pt x="550" y="1097"/>
                    <a:pt x="531" y="1112"/>
                  </a:cubicBezTo>
                  <a:cubicBezTo>
                    <a:pt x="526" y="1117"/>
                    <a:pt x="519" y="1122"/>
                    <a:pt x="518" y="1130"/>
                  </a:cubicBezTo>
                  <a:cubicBezTo>
                    <a:pt x="517" y="1135"/>
                    <a:pt x="516" y="1140"/>
                    <a:pt x="516" y="1145"/>
                  </a:cubicBezTo>
                  <a:cubicBezTo>
                    <a:pt x="516" y="1149"/>
                    <a:pt x="516" y="1154"/>
                    <a:pt x="520" y="1157"/>
                  </a:cubicBezTo>
                  <a:cubicBezTo>
                    <a:pt x="523" y="1161"/>
                    <a:pt x="530" y="1161"/>
                    <a:pt x="534" y="1160"/>
                  </a:cubicBezTo>
                  <a:cubicBezTo>
                    <a:pt x="545" y="1158"/>
                    <a:pt x="554" y="1153"/>
                    <a:pt x="564" y="1148"/>
                  </a:cubicBezTo>
                  <a:cubicBezTo>
                    <a:pt x="589" y="1134"/>
                    <a:pt x="614" y="1120"/>
                    <a:pt x="639" y="1105"/>
                  </a:cubicBezTo>
                  <a:cubicBezTo>
                    <a:pt x="651" y="1097"/>
                    <a:pt x="663" y="1089"/>
                    <a:pt x="675" y="1081"/>
                  </a:cubicBezTo>
                  <a:cubicBezTo>
                    <a:pt x="728" y="1044"/>
                    <a:pt x="728" y="1044"/>
                    <a:pt x="728" y="1044"/>
                  </a:cubicBezTo>
                  <a:cubicBezTo>
                    <a:pt x="781" y="1006"/>
                    <a:pt x="781" y="1006"/>
                    <a:pt x="781" y="1006"/>
                  </a:cubicBezTo>
                  <a:cubicBezTo>
                    <a:pt x="798" y="994"/>
                    <a:pt x="815" y="981"/>
                    <a:pt x="833" y="968"/>
                  </a:cubicBezTo>
                  <a:cubicBezTo>
                    <a:pt x="844" y="960"/>
                    <a:pt x="844" y="960"/>
                    <a:pt x="844" y="960"/>
                  </a:cubicBezTo>
                  <a:cubicBezTo>
                    <a:pt x="850" y="956"/>
                    <a:pt x="850" y="956"/>
                    <a:pt x="850" y="956"/>
                  </a:cubicBezTo>
                  <a:cubicBezTo>
                    <a:pt x="856" y="951"/>
                    <a:pt x="856" y="951"/>
                    <a:pt x="856" y="951"/>
                  </a:cubicBezTo>
                  <a:cubicBezTo>
                    <a:pt x="867" y="941"/>
                    <a:pt x="879" y="931"/>
                    <a:pt x="883" y="918"/>
                  </a:cubicBezTo>
                  <a:cubicBezTo>
                    <a:pt x="884" y="912"/>
                    <a:pt x="883" y="906"/>
                    <a:pt x="882" y="9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ja-JP" altLang="en-US"/>
            </a:p>
          </p:txBody>
        </p:sp>
      </p:grpSp>
      <p:sp>
        <p:nvSpPr>
          <p:cNvPr id="26" name="Speech Bubble: Rectangle 25">
            <a:extLst>
              <a:ext uri="{FF2B5EF4-FFF2-40B4-BE49-F238E27FC236}">
                <a16:creationId xmlns:a16="http://schemas.microsoft.com/office/drawing/2014/main" id="{5856576A-C5AC-5575-80FB-C087C7D7770B}"/>
              </a:ext>
            </a:extLst>
          </p:cNvPr>
          <p:cNvSpPr/>
          <p:nvPr/>
        </p:nvSpPr>
        <p:spPr>
          <a:xfrm>
            <a:off x="643141" y="2265105"/>
            <a:ext cx="2580556" cy="689176"/>
          </a:xfrm>
          <a:prstGeom prst="wedgeRectCallout">
            <a:avLst>
              <a:gd name="adj1" fmla="val -17383"/>
              <a:gd name="adj2" fmla="val -139820"/>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pPr>
            <a:r>
              <a:rPr kumimoji="1" lang="en-US" altLang="ja-JP" sz="1500">
                <a:latin typeface="Times New Roman" panose="02020603050405020304" pitchFamily="18" charset="0"/>
                <a:cs typeface="Times New Roman" panose="02020603050405020304" pitchFamily="18" charset="0"/>
              </a:rPr>
              <a:t>Bấm vào như hình</a:t>
            </a:r>
            <a:endParaRPr kumimoji="1" lang="ja-JP" altLang="en-US" sz="1500">
              <a:latin typeface="Times New Roman" panose="02020603050405020304" pitchFamily="18" charset="0"/>
              <a:cs typeface="Times New Roman" panose="02020603050405020304" pitchFamily="18" charset="0"/>
            </a:endParaRPr>
          </a:p>
        </p:txBody>
      </p:sp>
      <p:sp>
        <p:nvSpPr>
          <p:cNvPr id="27" name="Speech Bubble: Rectangle 26">
            <a:extLst>
              <a:ext uri="{FF2B5EF4-FFF2-40B4-BE49-F238E27FC236}">
                <a16:creationId xmlns:a16="http://schemas.microsoft.com/office/drawing/2014/main" id="{97BE1C30-D565-A3A2-53C5-C390F6151CA2}"/>
              </a:ext>
            </a:extLst>
          </p:cNvPr>
          <p:cNvSpPr/>
          <p:nvPr/>
        </p:nvSpPr>
        <p:spPr>
          <a:xfrm>
            <a:off x="6357966" y="525247"/>
            <a:ext cx="2669419" cy="1885833"/>
          </a:xfrm>
          <a:prstGeom prst="wedgeRectCallout">
            <a:avLst>
              <a:gd name="adj1" fmla="val -47066"/>
              <a:gd name="adj2" fmla="val -4493"/>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lnSpc>
                <a:spcPct val="90000"/>
              </a:lnSpc>
            </a:pPr>
            <a:r>
              <a:rPr kumimoji="1" lang="en-US" altLang="ja-JP" sz="1600">
                <a:latin typeface="Times New Roman" panose="02020603050405020304" pitchFamily="18" charset="0"/>
                <a:cs typeface="Times New Roman" panose="02020603050405020304" pitchFamily="18" charset="0"/>
              </a:rPr>
              <a:t>※Chú ý file</a:t>
            </a:r>
            <a:r>
              <a:rPr kumimoji="1" lang="ja-JP" altLang="en-US" sz="1600">
                <a:latin typeface="Times New Roman" panose="02020603050405020304" pitchFamily="18" charset="0"/>
                <a:cs typeface="Times New Roman" panose="02020603050405020304" pitchFamily="18" charset="0"/>
              </a:rPr>
              <a:t> </a:t>
            </a:r>
            <a:r>
              <a:rPr kumimoji="1" lang="en-US" altLang="ja-JP" sz="1600">
                <a:latin typeface="Times New Roman" panose="02020603050405020304" pitchFamily="18" charset="0"/>
                <a:cs typeface="Times New Roman" panose="02020603050405020304" pitchFamily="18" charset="0"/>
              </a:rPr>
              <a:t>tổng hợp đặt bên ngoài thư mục cần so sánh BOM như hình bên. </a:t>
            </a:r>
            <a:r>
              <a:rPr kumimoji="1" lang="en-US" altLang="ja-JP" sz="1600" u="sng">
                <a:solidFill>
                  <a:schemeClr val="bg1"/>
                </a:solidFill>
                <a:latin typeface="Times New Roman" panose="02020603050405020304" pitchFamily="18" charset="0"/>
                <a:cs typeface="Times New Roman" panose="02020603050405020304" pitchFamily="18" charset="0"/>
              </a:rPr>
              <a:t>Chương trình sẽ tự động download BOM R3 và phân chia vào từng thư mục máy</a:t>
            </a:r>
            <a:endParaRPr kumimoji="1" lang="ja-JP" altLang="en-US" sz="1600" u="sng">
              <a:solidFill>
                <a:srgbClr val="FF0000"/>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43B2B4DD-3DEA-64C3-ABA7-82CBBA63501B}"/>
              </a:ext>
            </a:extLst>
          </p:cNvPr>
          <p:cNvPicPr>
            <a:picLocks noChangeAspect="1"/>
          </p:cNvPicPr>
          <p:nvPr/>
        </p:nvPicPr>
        <p:blipFill>
          <a:blip r:embed="rId3"/>
          <a:stretch>
            <a:fillRect/>
          </a:stretch>
        </p:blipFill>
        <p:spPr>
          <a:xfrm>
            <a:off x="80357" y="3280771"/>
            <a:ext cx="4011964" cy="2667140"/>
          </a:xfrm>
          <a:prstGeom prst="rect">
            <a:avLst/>
          </a:prstGeom>
        </p:spPr>
      </p:pic>
      <p:sp>
        <p:nvSpPr>
          <p:cNvPr id="9" name="Speech Bubble: Rectangle 8">
            <a:extLst>
              <a:ext uri="{FF2B5EF4-FFF2-40B4-BE49-F238E27FC236}">
                <a16:creationId xmlns:a16="http://schemas.microsoft.com/office/drawing/2014/main" id="{D457F811-F899-7331-5CA7-5E174ADE1D77}"/>
              </a:ext>
            </a:extLst>
          </p:cNvPr>
          <p:cNvSpPr/>
          <p:nvPr/>
        </p:nvSpPr>
        <p:spPr>
          <a:xfrm>
            <a:off x="2428974" y="3025037"/>
            <a:ext cx="1828800" cy="991772"/>
          </a:xfrm>
          <a:prstGeom prst="wedgeRectCallout">
            <a:avLst>
              <a:gd name="adj1" fmla="val -44760"/>
              <a:gd name="adj2" fmla="val 79424"/>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lnSpcReduction="10000"/>
          </a:bodyPr>
          <a:lstStyle/>
          <a:p>
            <a:pPr algn="ctr">
              <a:lnSpc>
                <a:spcPct val="90000"/>
              </a:lnSpc>
            </a:pPr>
            <a:r>
              <a:rPr kumimoji="1" lang="ja-JP" altLang="en-US" sz="1400">
                <a:solidFill>
                  <a:srgbClr val="FF0000"/>
                </a:solidFill>
                <a:latin typeface="Times New Roman" panose="02020603050405020304" pitchFamily="18" charset="0"/>
                <a:cs typeface="Times New Roman" panose="02020603050405020304" pitchFamily="18" charset="0"/>
              </a:rPr>
              <a:t>①</a:t>
            </a:r>
            <a:r>
              <a:rPr kumimoji="1" lang="en-US" altLang="ja-JP" sz="1400">
                <a:latin typeface="Times New Roman" panose="02020603050405020304" pitchFamily="18" charset="0"/>
                <a:cs typeface="Times New Roman" panose="02020603050405020304" pitchFamily="18" charset="0"/>
              </a:rPr>
              <a:t>Trường hợp ngày sản xuất của những mã hàng là khác nhau( Khi bổ sung mã hàng mới từ MP)</a:t>
            </a:r>
            <a:endParaRPr kumimoji="1" lang="ja-JP" altLang="en-US" sz="140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748F1247-AF23-C571-2378-0DDC99CF7646}"/>
              </a:ext>
            </a:extLst>
          </p:cNvPr>
          <p:cNvPicPr>
            <a:picLocks noChangeAspect="1"/>
          </p:cNvPicPr>
          <p:nvPr/>
        </p:nvPicPr>
        <p:blipFill>
          <a:blip r:embed="rId4"/>
          <a:stretch>
            <a:fillRect/>
          </a:stretch>
        </p:blipFill>
        <p:spPr>
          <a:xfrm>
            <a:off x="4335762" y="668018"/>
            <a:ext cx="1732785" cy="1992020"/>
          </a:xfrm>
          <a:prstGeom prst="rect">
            <a:avLst/>
          </a:prstGeom>
        </p:spPr>
      </p:pic>
      <p:pic>
        <p:nvPicPr>
          <p:cNvPr id="16" name="Picture 15">
            <a:extLst>
              <a:ext uri="{FF2B5EF4-FFF2-40B4-BE49-F238E27FC236}">
                <a16:creationId xmlns:a16="http://schemas.microsoft.com/office/drawing/2014/main" id="{D139235D-33D5-01CA-CBD0-AED60255E762}"/>
              </a:ext>
            </a:extLst>
          </p:cNvPr>
          <p:cNvPicPr>
            <a:picLocks noChangeAspect="1"/>
          </p:cNvPicPr>
          <p:nvPr/>
        </p:nvPicPr>
        <p:blipFill>
          <a:blip r:embed="rId5"/>
          <a:stretch>
            <a:fillRect/>
          </a:stretch>
        </p:blipFill>
        <p:spPr>
          <a:xfrm>
            <a:off x="4447121" y="2704617"/>
            <a:ext cx="4318540" cy="2624383"/>
          </a:xfrm>
          <a:prstGeom prst="rect">
            <a:avLst/>
          </a:prstGeom>
        </p:spPr>
      </p:pic>
      <p:sp>
        <p:nvSpPr>
          <p:cNvPr id="17" name="Speech Bubble: Rectangle 16">
            <a:extLst>
              <a:ext uri="{FF2B5EF4-FFF2-40B4-BE49-F238E27FC236}">
                <a16:creationId xmlns:a16="http://schemas.microsoft.com/office/drawing/2014/main" id="{1D5514BC-997A-642C-06D8-29621E3CDFAA}"/>
              </a:ext>
            </a:extLst>
          </p:cNvPr>
          <p:cNvSpPr/>
          <p:nvPr/>
        </p:nvSpPr>
        <p:spPr>
          <a:xfrm>
            <a:off x="4172171" y="4276371"/>
            <a:ext cx="1828800" cy="1052629"/>
          </a:xfrm>
          <a:prstGeom prst="wedgeRectCallout">
            <a:avLst>
              <a:gd name="adj1" fmla="val -24268"/>
              <a:gd name="adj2" fmla="val -100176"/>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92500"/>
          </a:bodyPr>
          <a:lstStyle/>
          <a:p>
            <a:pPr algn="ctr">
              <a:lnSpc>
                <a:spcPct val="90000"/>
              </a:lnSpc>
            </a:pPr>
            <a:r>
              <a:rPr kumimoji="1" lang="en-US" altLang="ja-JP" sz="1400">
                <a:latin typeface="Times New Roman" panose="02020603050405020304" pitchFamily="18" charset="0"/>
                <a:cs typeface="Times New Roman" panose="02020603050405020304" pitchFamily="18" charset="0"/>
              </a:rPr>
              <a:t>Bấm vào chức năng </a:t>
            </a:r>
            <a:r>
              <a:rPr kumimoji="1" lang="ja-JP" altLang="en-US" sz="1400">
                <a:solidFill>
                  <a:srgbClr val="FF0000"/>
                </a:solidFill>
                <a:latin typeface="Times New Roman" panose="02020603050405020304" pitchFamily="18" charset="0"/>
                <a:cs typeface="Times New Roman" panose="02020603050405020304" pitchFamily="18" charset="0"/>
              </a:rPr>
              <a:t>① </a:t>
            </a:r>
            <a:r>
              <a:rPr kumimoji="1" lang="en-US" altLang="ja-JP" sz="1400">
                <a:solidFill>
                  <a:schemeClr val="bg1"/>
                </a:solidFill>
                <a:latin typeface="Times New Roman" panose="02020603050405020304" pitchFamily="18" charset="0"/>
                <a:cs typeface="Times New Roman" panose="02020603050405020304" pitchFamily="18" charset="0"/>
              </a:rPr>
              <a:t>chương trình sẽ tự động quét tên máy, chính là tên folder đặt cùng thư mục với file tổng hợp</a:t>
            </a:r>
            <a:endParaRPr kumimoji="1" lang="ja-JP" altLang="en-US" sz="1400">
              <a:solidFill>
                <a:schemeClr val="bg1"/>
              </a:solidFill>
              <a:latin typeface="Times New Roman" panose="02020603050405020304" pitchFamily="18" charset="0"/>
              <a:cs typeface="Times New Roman" panose="02020603050405020304" pitchFamily="18" charset="0"/>
            </a:endParaRPr>
          </a:p>
        </p:txBody>
      </p:sp>
      <p:sp>
        <p:nvSpPr>
          <p:cNvPr id="18" name="Rectangle: Rounded Corners 17">
            <a:extLst>
              <a:ext uri="{FF2B5EF4-FFF2-40B4-BE49-F238E27FC236}">
                <a16:creationId xmlns:a16="http://schemas.microsoft.com/office/drawing/2014/main" id="{71A737F0-E6D2-00E6-F890-04C0D5A9D290}"/>
              </a:ext>
            </a:extLst>
          </p:cNvPr>
          <p:cNvSpPr/>
          <p:nvPr/>
        </p:nvSpPr>
        <p:spPr>
          <a:xfrm>
            <a:off x="4305782" y="700888"/>
            <a:ext cx="719239" cy="1145011"/>
          </a:xfrm>
          <a:prstGeom prst="roundRect">
            <a:avLst/>
          </a:prstGeom>
          <a:solidFill>
            <a:schemeClr val="bg1">
              <a:alpha val="0"/>
            </a:schemeClr>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Rectangle: Rounded Corners 18">
            <a:extLst>
              <a:ext uri="{FF2B5EF4-FFF2-40B4-BE49-F238E27FC236}">
                <a16:creationId xmlns:a16="http://schemas.microsoft.com/office/drawing/2014/main" id="{C7A5932F-59F2-B7A2-9501-88B88F43A17B}"/>
              </a:ext>
            </a:extLst>
          </p:cNvPr>
          <p:cNvSpPr/>
          <p:nvPr/>
        </p:nvSpPr>
        <p:spPr>
          <a:xfrm>
            <a:off x="4401143" y="2784885"/>
            <a:ext cx="550941" cy="991772"/>
          </a:xfrm>
          <a:prstGeom prst="roundRect">
            <a:avLst/>
          </a:prstGeom>
          <a:solidFill>
            <a:schemeClr val="bg1">
              <a:alpha val="0"/>
            </a:schemeClr>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Arrow: Down 20">
            <a:extLst>
              <a:ext uri="{FF2B5EF4-FFF2-40B4-BE49-F238E27FC236}">
                <a16:creationId xmlns:a16="http://schemas.microsoft.com/office/drawing/2014/main" id="{526CBAEF-EFBD-4241-D3AA-52FBB04D027A}"/>
              </a:ext>
            </a:extLst>
          </p:cNvPr>
          <p:cNvSpPr/>
          <p:nvPr/>
        </p:nvSpPr>
        <p:spPr>
          <a:xfrm>
            <a:off x="4499063" y="2006971"/>
            <a:ext cx="453021" cy="669299"/>
          </a:xfrm>
          <a:prstGeom prst="downArrow">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Rectangle: Rounded Corners 27">
            <a:extLst>
              <a:ext uri="{FF2B5EF4-FFF2-40B4-BE49-F238E27FC236}">
                <a16:creationId xmlns:a16="http://schemas.microsoft.com/office/drawing/2014/main" id="{F062DEE2-AB67-7240-C306-804FAF2E85CF}"/>
              </a:ext>
            </a:extLst>
          </p:cNvPr>
          <p:cNvSpPr/>
          <p:nvPr/>
        </p:nvSpPr>
        <p:spPr>
          <a:xfrm>
            <a:off x="4973412" y="2766146"/>
            <a:ext cx="572269" cy="1020119"/>
          </a:xfrm>
          <a:prstGeom prst="roundRect">
            <a:avLst/>
          </a:prstGeom>
          <a:solidFill>
            <a:schemeClr val="bg1">
              <a:alpha val="0"/>
            </a:schemeClr>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Speech Bubble: Rectangle 33">
            <a:extLst>
              <a:ext uri="{FF2B5EF4-FFF2-40B4-BE49-F238E27FC236}">
                <a16:creationId xmlns:a16="http://schemas.microsoft.com/office/drawing/2014/main" id="{09DC44FD-D5D5-4F1F-C7C0-AA0C608055DA}"/>
              </a:ext>
            </a:extLst>
          </p:cNvPr>
          <p:cNvSpPr/>
          <p:nvPr/>
        </p:nvSpPr>
        <p:spPr>
          <a:xfrm>
            <a:off x="6205617" y="3796096"/>
            <a:ext cx="1828800" cy="2086725"/>
          </a:xfrm>
          <a:prstGeom prst="wedgeRectCallout">
            <a:avLst>
              <a:gd name="adj1" fmla="val -93941"/>
              <a:gd name="adj2" fmla="val -60946"/>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spAutoFit/>
          </a:bodyPr>
          <a:lstStyle/>
          <a:p>
            <a:pPr algn="ctr">
              <a:lnSpc>
                <a:spcPct val="90000"/>
              </a:lnSpc>
            </a:pPr>
            <a:r>
              <a:rPr kumimoji="1" lang="en-US" altLang="ja-JP" sz="1600">
                <a:latin typeface="Times New Roman" panose="02020603050405020304" pitchFamily="18" charset="0"/>
                <a:cs typeface="Times New Roman" panose="02020603050405020304" pitchFamily="18" charset="0"/>
              </a:rPr>
              <a:t>Nhập ngày sản xuất ở đây.</a:t>
            </a:r>
          </a:p>
          <a:p>
            <a:pPr algn="ctr">
              <a:lnSpc>
                <a:spcPct val="90000"/>
              </a:lnSpc>
            </a:pPr>
            <a:r>
              <a:rPr kumimoji="1" lang="en-US" altLang="ja-JP" sz="1600">
                <a:solidFill>
                  <a:schemeClr val="bg1"/>
                </a:solidFill>
                <a:latin typeface="Times New Roman" panose="02020603050405020304" pitchFamily="18" charset="0"/>
                <a:cs typeface="Times New Roman" panose="02020603050405020304" pitchFamily="18" charset="0"/>
              </a:rPr>
              <a:t>※</a:t>
            </a:r>
            <a:r>
              <a:rPr kumimoji="1" lang="vi-VN" altLang="ja-JP" sz="1600">
                <a:solidFill>
                  <a:schemeClr val="bg1"/>
                </a:solidFill>
                <a:latin typeface="Times New Roman" panose="02020603050405020304" pitchFamily="18" charset="0"/>
                <a:cs typeface="Times New Roman" panose="02020603050405020304" pitchFamily="18" charset="0"/>
              </a:rPr>
              <a:t>Chú ý: Phải tuân thủ cách nhập ngày tháng như sau:(Năm 4 số/tháng 2 số/ngày 2 số) VD: 2024/05/20 </a:t>
            </a:r>
            <a:endParaRPr kumimoji="1" lang="ja-JP" altLang="en-US" sz="1600">
              <a:solidFill>
                <a:schemeClr val="bg1"/>
              </a:solidFill>
              <a:latin typeface="Times New Roman" panose="02020603050405020304" pitchFamily="18" charset="0"/>
              <a:cs typeface="Times New Roman" panose="02020603050405020304" pitchFamily="18" charset="0"/>
            </a:endParaRPr>
          </a:p>
        </p:txBody>
      </p:sp>
      <p:grpSp>
        <p:nvGrpSpPr>
          <p:cNvPr id="41" name="Group 40">
            <a:extLst>
              <a:ext uri="{FF2B5EF4-FFF2-40B4-BE49-F238E27FC236}">
                <a16:creationId xmlns:a16="http://schemas.microsoft.com/office/drawing/2014/main" id="{2EE00592-86FD-05EC-D13C-690E6B5549C3}"/>
              </a:ext>
            </a:extLst>
          </p:cNvPr>
          <p:cNvGrpSpPr>
            <a:grpSpLocks noChangeAspect="1"/>
          </p:cNvGrpSpPr>
          <p:nvPr/>
        </p:nvGrpSpPr>
        <p:grpSpPr bwMode="auto">
          <a:xfrm rot="18359194">
            <a:off x="6392750" y="2997862"/>
            <a:ext cx="525659" cy="556684"/>
            <a:chOff x="258535" y="462642"/>
            <a:chExt cx="1538" cy="1581"/>
          </a:xfrm>
          <a:solidFill>
            <a:srgbClr val="FF0000"/>
          </a:solidFill>
        </p:grpSpPr>
        <p:sp>
          <p:nvSpPr>
            <p:cNvPr id="42" name="Freeform 82">
              <a:extLst>
                <a:ext uri="{FF2B5EF4-FFF2-40B4-BE49-F238E27FC236}">
                  <a16:creationId xmlns:a16="http://schemas.microsoft.com/office/drawing/2014/main" id="{EB9935DC-8416-5259-FF2D-AFC49100A114}"/>
                </a:ext>
              </a:extLst>
            </p:cNvPr>
            <p:cNvSpPr>
              <a:spLocks/>
            </p:cNvSpPr>
            <p:nvPr/>
          </p:nvSpPr>
          <p:spPr bwMode="auto">
            <a:xfrm>
              <a:off x="258535" y="462642"/>
              <a:ext cx="1046" cy="1479"/>
            </a:xfrm>
            <a:custGeom>
              <a:avLst/>
              <a:gdLst>
                <a:gd name="T0" fmla="*/ 648 w 858"/>
                <a:gd name="T1" fmla="*/ 980 h 1212"/>
                <a:gd name="T2" fmla="*/ 482 w 858"/>
                <a:gd name="T3" fmla="*/ 934 h 1212"/>
                <a:gd name="T4" fmla="*/ 276 w 858"/>
                <a:gd name="T5" fmla="*/ 861 h 1212"/>
                <a:gd name="T6" fmla="*/ 67 w 858"/>
                <a:gd name="T7" fmla="*/ 806 h 1212"/>
                <a:gd name="T8" fmla="*/ 36 w 858"/>
                <a:gd name="T9" fmla="*/ 761 h 1212"/>
                <a:gd name="T10" fmla="*/ 40 w 858"/>
                <a:gd name="T11" fmla="*/ 752 h 1212"/>
                <a:gd name="T12" fmla="*/ 51 w 858"/>
                <a:gd name="T13" fmla="*/ 735 h 1212"/>
                <a:gd name="T14" fmla="*/ 182 w 858"/>
                <a:gd name="T15" fmla="*/ 698 h 1212"/>
                <a:gd name="T16" fmla="*/ 312 w 858"/>
                <a:gd name="T17" fmla="*/ 720 h 1212"/>
                <a:gd name="T18" fmla="*/ 372 w 858"/>
                <a:gd name="T19" fmla="*/ 730 h 1212"/>
                <a:gd name="T20" fmla="*/ 390 w 858"/>
                <a:gd name="T21" fmla="*/ 723 h 1212"/>
                <a:gd name="T22" fmla="*/ 404 w 858"/>
                <a:gd name="T23" fmla="*/ 710 h 1212"/>
                <a:gd name="T24" fmla="*/ 419 w 858"/>
                <a:gd name="T25" fmla="*/ 659 h 1212"/>
                <a:gd name="T26" fmla="*/ 406 w 858"/>
                <a:gd name="T27" fmla="*/ 614 h 1212"/>
                <a:gd name="T28" fmla="*/ 400 w 858"/>
                <a:gd name="T29" fmla="*/ 604 h 1212"/>
                <a:gd name="T30" fmla="*/ 364 w 858"/>
                <a:gd name="T31" fmla="*/ 541 h 1212"/>
                <a:gd name="T32" fmla="*/ 136 w 858"/>
                <a:gd name="T33" fmla="*/ 173 h 1212"/>
                <a:gd name="T34" fmla="*/ 110 w 858"/>
                <a:gd name="T35" fmla="*/ 83 h 1212"/>
                <a:gd name="T36" fmla="*/ 141 w 858"/>
                <a:gd name="T37" fmla="*/ 54 h 1212"/>
                <a:gd name="T38" fmla="*/ 169 w 858"/>
                <a:gd name="T39" fmla="*/ 58 h 1212"/>
                <a:gd name="T40" fmla="*/ 237 w 858"/>
                <a:gd name="T41" fmla="*/ 138 h 1212"/>
                <a:gd name="T42" fmla="*/ 440 w 858"/>
                <a:gd name="T43" fmla="*/ 456 h 1212"/>
                <a:gd name="T44" fmla="*/ 498 w 858"/>
                <a:gd name="T45" fmla="*/ 490 h 1212"/>
                <a:gd name="T46" fmla="*/ 392 w 858"/>
                <a:gd name="T47" fmla="*/ 281 h 1212"/>
                <a:gd name="T48" fmla="*/ 255 w 858"/>
                <a:gd name="T49" fmla="*/ 67 h 1212"/>
                <a:gd name="T50" fmla="*/ 207 w 858"/>
                <a:gd name="T51" fmla="*/ 17 h 1212"/>
                <a:gd name="T52" fmla="*/ 143 w 858"/>
                <a:gd name="T53" fmla="*/ 0 h 1212"/>
                <a:gd name="T54" fmla="*/ 69 w 858"/>
                <a:gd name="T55" fmla="*/ 43 h 1212"/>
                <a:gd name="T56" fmla="*/ 57 w 858"/>
                <a:gd name="T57" fmla="*/ 126 h 1212"/>
                <a:gd name="T58" fmla="*/ 121 w 858"/>
                <a:gd name="T59" fmla="*/ 252 h 1212"/>
                <a:gd name="T60" fmla="*/ 349 w 858"/>
                <a:gd name="T61" fmla="*/ 620 h 1212"/>
                <a:gd name="T62" fmla="*/ 366 w 858"/>
                <a:gd name="T63" fmla="*/ 659 h 1212"/>
                <a:gd name="T64" fmla="*/ 365 w 858"/>
                <a:gd name="T65" fmla="*/ 675 h 1212"/>
                <a:gd name="T66" fmla="*/ 345 w 858"/>
                <a:gd name="T67" fmla="*/ 680 h 1212"/>
                <a:gd name="T68" fmla="*/ 239 w 858"/>
                <a:gd name="T69" fmla="*/ 657 h 1212"/>
                <a:gd name="T70" fmla="*/ 52 w 858"/>
                <a:gd name="T71" fmla="*/ 684 h 1212"/>
                <a:gd name="T72" fmla="*/ 2 w 858"/>
                <a:gd name="T73" fmla="*/ 753 h 1212"/>
                <a:gd name="T74" fmla="*/ 58 w 858"/>
                <a:gd name="T75" fmla="*/ 838 h 1212"/>
                <a:gd name="T76" fmla="*/ 327 w 858"/>
                <a:gd name="T77" fmla="*/ 906 h 1212"/>
                <a:gd name="T78" fmla="*/ 459 w 858"/>
                <a:gd name="T79" fmla="*/ 954 h 1212"/>
                <a:gd name="T80" fmla="*/ 596 w 858"/>
                <a:gd name="T81" fmla="*/ 985 h 1212"/>
                <a:gd name="T82" fmla="*/ 810 w 858"/>
                <a:gd name="T83" fmla="*/ 1153 h 1212"/>
                <a:gd name="T84" fmla="*/ 847 w 858"/>
                <a:gd name="T85" fmla="*/ 1210 h 1212"/>
                <a:gd name="T86" fmla="*/ 756 w 858"/>
                <a:gd name="T87" fmla="*/ 1057 h 1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8" h="1212">
                  <a:moveTo>
                    <a:pt x="756" y="1057"/>
                  </a:moveTo>
                  <a:cubicBezTo>
                    <a:pt x="736" y="1036"/>
                    <a:pt x="713" y="1017"/>
                    <a:pt x="687" y="1001"/>
                  </a:cubicBezTo>
                  <a:cubicBezTo>
                    <a:pt x="675" y="993"/>
                    <a:pt x="661" y="986"/>
                    <a:pt x="648" y="980"/>
                  </a:cubicBezTo>
                  <a:cubicBezTo>
                    <a:pt x="634" y="973"/>
                    <a:pt x="619" y="968"/>
                    <a:pt x="605" y="964"/>
                  </a:cubicBezTo>
                  <a:cubicBezTo>
                    <a:pt x="576" y="956"/>
                    <a:pt x="548" y="951"/>
                    <a:pt x="521" y="945"/>
                  </a:cubicBezTo>
                  <a:cubicBezTo>
                    <a:pt x="507" y="942"/>
                    <a:pt x="494" y="938"/>
                    <a:pt x="482" y="934"/>
                  </a:cubicBezTo>
                  <a:cubicBezTo>
                    <a:pt x="469" y="929"/>
                    <a:pt x="456" y="924"/>
                    <a:pt x="442" y="918"/>
                  </a:cubicBezTo>
                  <a:cubicBezTo>
                    <a:pt x="416" y="908"/>
                    <a:pt x="389" y="896"/>
                    <a:pt x="360" y="887"/>
                  </a:cubicBezTo>
                  <a:cubicBezTo>
                    <a:pt x="332" y="878"/>
                    <a:pt x="304" y="869"/>
                    <a:pt x="276" y="861"/>
                  </a:cubicBezTo>
                  <a:cubicBezTo>
                    <a:pt x="220" y="845"/>
                    <a:pt x="163" y="831"/>
                    <a:pt x="107" y="817"/>
                  </a:cubicBezTo>
                  <a:cubicBezTo>
                    <a:pt x="86" y="812"/>
                    <a:pt x="86" y="812"/>
                    <a:pt x="86" y="812"/>
                  </a:cubicBezTo>
                  <a:cubicBezTo>
                    <a:pt x="79" y="810"/>
                    <a:pt x="73" y="808"/>
                    <a:pt x="67" y="806"/>
                  </a:cubicBezTo>
                  <a:cubicBezTo>
                    <a:pt x="55" y="802"/>
                    <a:pt x="46" y="796"/>
                    <a:pt x="42" y="791"/>
                  </a:cubicBezTo>
                  <a:cubicBezTo>
                    <a:pt x="37" y="785"/>
                    <a:pt x="34" y="775"/>
                    <a:pt x="36" y="765"/>
                  </a:cubicBezTo>
                  <a:cubicBezTo>
                    <a:pt x="36" y="764"/>
                    <a:pt x="36" y="762"/>
                    <a:pt x="36" y="761"/>
                  </a:cubicBezTo>
                  <a:cubicBezTo>
                    <a:pt x="37" y="759"/>
                    <a:pt x="37" y="759"/>
                    <a:pt x="37" y="759"/>
                  </a:cubicBezTo>
                  <a:cubicBezTo>
                    <a:pt x="38" y="757"/>
                    <a:pt x="38" y="757"/>
                    <a:pt x="38" y="757"/>
                  </a:cubicBezTo>
                  <a:cubicBezTo>
                    <a:pt x="40" y="752"/>
                    <a:pt x="40" y="752"/>
                    <a:pt x="40" y="752"/>
                  </a:cubicBezTo>
                  <a:cubicBezTo>
                    <a:pt x="40" y="750"/>
                    <a:pt x="41" y="749"/>
                    <a:pt x="42" y="747"/>
                  </a:cubicBezTo>
                  <a:cubicBezTo>
                    <a:pt x="43" y="744"/>
                    <a:pt x="46" y="742"/>
                    <a:pt x="47" y="739"/>
                  </a:cubicBezTo>
                  <a:cubicBezTo>
                    <a:pt x="48" y="738"/>
                    <a:pt x="50" y="736"/>
                    <a:pt x="51" y="735"/>
                  </a:cubicBezTo>
                  <a:cubicBezTo>
                    <a:pt x="52" y="734"/>
                    <a:pt x="53" y="733"/>
                    <a:pt x="54" y="731"/>
                  </a:cubicBezTo>
                  <a:cubicBezTo>
                    <a:pt x="68" y="717"/>
                    <a:pt x="89" y="709"/>
                    <a:pt x="112" y="704"/>
                  </a:cubicBezTo>
                  <a:cubicBezTo>
                    <a:pt x="134" y="699"/>
                    <a:pt x="158" y="698"/>
                    <a:pt x="182" y="698"/>
                  </a:cubicBezTo>
                  <a:cubicBezTo>
                    <a:pt x="207" y="699"/>
                    <a:pt x="231" y="702"/>
                    <a:pt x="256" y="706"/>
                  </a:cubicBezTo>
                  <a:cubicBezTo>
                    <a:pt x="268" y="709"/>
                    <a:pt x="281" y="711"/>
                    <a:pt x="293" y="715"/>
                  </a:cubicBezTo>
                  <a:cubicBezTo>
                    <a:pt x="300" y="716"/>
                    <a:pt x="306" y="718"/>
                    <a:pt x="312" y="720"/>
                  </a:cubicBezTo>
                  <a:cubicBezTo>
                    <a:pt x="315" y="721"/>
                    <a:pt x="318" y="722"/>
                    <a:pt x="321" y="723"/>
                  </a:cubicBezTo>
                  <a:cubicBezTo>
                    <a:pt x="325" y="724"/>
                    <a:pt x="325" y="725"/>
                    <a:pt x="334" y="728"/>
                  </a:cubicBezTo>
                  <a:cubicBezTo>
                    <a:pt x="346" y="732"/>
                    <a:pt x="359" y="733"/>
                    <a:pt x="372" y="730"/>
                  </a:cubicBezTo>
                  <a:cubicBezTo>
                    <a:pt x="375" y="729"/>
                    <a:pt x="378" y="728"/>
                    <a:pt x="381" y="727"/>
                  </a:cubicBezTo>
                  <a:cubicBezTo>
                    <a:pt x="382" y="726"/>
                    <a:pt x="384" y="726"/>
                    <a:pt x="385" y="725"/>
                  </a:cubicBezTo>
                  <a:cubicBezTo>
                    <a:pt x="390" y="723"/>
                    <a:pt x="390" y="723"/>
                    <a:pt x="390" y="723"/>
                  </a:cubicBezTo>
                  <a:cubicBezTo>
                    <a:pt x="391" y="722"/>
                    <a:pt x="392" y="721"/>
                    <a:pt x="394" y="720"/>
                  </a:cubicBezTo>
                  <a:cubicBezTo>
                    <a:pt x="397" y="717"/>
                    <a:pt x="397" y="717"/>
                    <a:pt x="397" y="717"/>
                  </a:cubicBezTo>
                  <a:cubicBezTo>
                    <a:pt x="400" y="715"/>
                    <a:pt x="402" y="713"/>
                    <a:pt x="404" y="710"/>
                  </a:cubicBezTo>
                  <a:cubicBezTo>
                    <a:pt x="412" y="700"/>
                    <a:pt x="417" y="688"/>
                    <a:pt x="418" y="674"/>
                  </a:cubicBezTo>
                  <a:cubicBezTo>
                    <a:pt x="419" y="671"/>
                    <a:pt x="419" y="668"/>
                    <a:pt x="419" y="664"/>
                  </a:cubicBezTo>
                  <a:cubicBezTo>
                    <a:pt x="419" y="663"/>
                    <a:pt x="419" y="661"/>
                    <a:pt x="419" y="659"/>
                  </a:cubicBezTo>
                  <a:cubicBezTo>
                    <a:pt x="418" y="654"/>
                    <a:pt x="418" y="654"/>
                    <a:pt x="418" y="654"/>
                  </a:cubicBezTo>
                  <a:cubicBezTo>
                    <a:pt x="417" y="649"/>
                    <a:pt x="417" y="645"/>
                    <a:pt x="415" y="640"/>
                  </a:cubicBezTo>
                  <a:cubicBezTo>
                    <a:pt x="413" y="631"/>
                    <a:pt x="410" y="622"/>
                    <a:pt x="406" y="614"/>
                  </a:cubicBezTo>
                  <a:cubicBezTo>
                    <a:pt x="404" y="611"/>
                    <a:pt x="404" y="611"/>
                    <a:pt x="404" y="611"/>
                  </a:cubicBezTo>
                  <a:cubicBezTo>
                    <a:pt x="403" y="608"/>
                    <a:pt x="403" y="608"/>
                    <a:pt x="403" y="608"/>
                  </a:cubicBezTo>
                  <a:cubicBezTo>
                    <a:pt x="400" y="604"/>
                    <a:pt x="400" y="604"/>
                    <a:pt x="400" y="604"/>
                  </a:cubicBezTo>
                  <a:cubicBezTo>
                    <a:pt x="395" y="595"/>
                    <a:pt x="395" y="595"/>
                    <a:pt x="395" y="595"/>
                  </a:cubicBezTo>
                  <a:cubicBezTo>
                    <a:pt x="385" y="577"/>
                    <a:pt x="385" y="577"/>
                    <a:pt x="385" y="577"/>
                  </a:cubicBezTo>
                  <a:cubicBezTo>
                    <a:pt x="364" y="541"/>
                    <a:pt x="364" y="541"/>
                    <a:pt x="364" y="541"/>
                  </a:cubicBezTo>
                  <a:cubicBezTo>
                    <a:pt x="337" y="494"/>
                    <a:pt x="308" y="447"/>
                    <a:pt x="279" y="401"/>
                  </a:cubicBezTo>
                  <a:cubicBezTo>
                    <a:pt x="255" y="362"/>
                    <a:pt x="231" y="324"/>
                    <a:pt x="207" y="287"/>
                  </a:cubicBezTo>
                  <a:cubicBezTo>
                    <a:pt x="183" y="249"/>
                    <a:pt x="160" y="211"/>
                    <a:pt x="136" y="173"/>
                  </a:cubicBezTo>
                  <a:cubicBezTo>
                    <a:pt x="126" y="156"/>
                    <a:pt x="117" y="140"/>
                    <a:pt x="112" y="125"/>
                  </a:cubicBezTo>
                  <a:cubicBezTo>
                    <a:pt x="110" y="118"/>
                    <a:pt x="108" y="110"/>
                    <a:pt x="108" y="103"/>
                  </a:cubicBezTo>
                  <a:cubicBezTo>
                    <a:pt x="108" y="96"/>
                    <a:pt x="108" y="89"/>
                    <a:pt x="110" y="83"/>
                  </a:cubicBezTo>
                  <a:cubicBezTo>
                    <a:pt x="114" y="71"/>
                    <a:pt x="121" y="62"/>
                    <a:pt x="132" y="57"/>
                  </a:cubicBezTo>
                  <a:cubicBezTo>
                    <a:pt x="136" y="56"/>
                    <a:pt x="136" y="56"/>
                    <a:pt x="136" y="56"/>
                  </a:cubicBezTo>
                  <a:cubicBezTo>
                    <a:pt x="141" y="54"/>
                    <a:pt x="141" y="54"/>
                    <a:pt x="141" y="54"/>
                  </a:cubicBezTo>
                  <a:cubicBezTo>
                    <a:pt x="142" y="54"/>
                    <a:pt x="144" y="54"/>
                    <a:pt x="146" y="54"/>
                  </a:cubicBezTo>
                  <a:cubicBezTo>
                    <a:pt x="147" y="54"/>
                    <a:pt x="149" y="53"/>
                    <a:pt x="150" y="53"/>
                  </a:cubicBezTo>
                  <a:cubicBezTo>
                    <a:pt x="156" y="53"/>
                    <a:pt x="163" y="55"/>
                    <a:pt x="169" y="58"/>
                  </a:cubicBezTo>
                  <a:cubicBezTo>
                    <a:pt x="175" y="60"/>
                    <a:pt x="181" y="64"/>
                    <a:pt x="187" y="70"/>
                  </a:cubicBezTo>
                  <a:cubicBezTo>
                    <a:pt x="193" y="75"/>
                    <a:pt x="199" y="82"/>
                    <a:pt x="204" y="89"/>
                  </a:cubicBezTo>
                  <a:cubicBezTo>
                    <a:pt x="215" y="103"/>
                    <a:pt x="225" y="120"/>
                    <a:pt x="237" y="138"/>
                  </a:cubicBezTo>
                  <a:cubicBezTo>
                    <a:pt x="303" y="240"/>
                    <a:pt x="303" y="240"/>
                    <a:pt x="303" y="240"/>
                  </a:cubicBezTo>
                  <a:cubicBezTo>
                    <a:pt x="367" y="343"/>
                    <a:pt x="367" y="343"/>
                    <a:pt x="367" y="343"/>
                  </a:cubicBezTo>
                  <a:cubicBezTo>
                    <a:pt x="390" y="381"/>
                    <a:pt x="414" y="420"/>
                    <a:pt x="440" y="456"/>
                  </a:cubicBezTo>
                  <a:cubicBezTo>
                    <a:pt x="447" y="466"/>
                    <a:pt x="456" y="479"/>
                    <a:pt x="466" y="484"/>
                  </a:cubicBezTo>
                  <a:cubicBezTo>
                    <a:pt x="472" y="487"/>
                    <a:pt x="478" y="490"/>
                    <a:pt x="485" y="492"/>
                  </a:cubicBezTo>
                  <a:cubicBezTo>
                    <a:pt x="490" y="493"/>
                    <a:pt x="495" y="494"/>
                    <a:pt x="498" y="490"/>
                  </a:cubicBezTo>
                  <a:cubicBezTo>
                    <a:pt x="502" y="485"/>
                    <a:pt x="499" y="475"/>
                    <a:pt x="496" y="468"/>
                  </a:cubicBezTo>
                  <a:cubicBezTo>
                    <a:pt x="490" y="450"/>
                    <a:pt x="480" y="433"/>
                    <a:pt x="471" y="416"/>
                  </a:cubicBezTo>
                  <a:cubicBezTo>
                    <a:pt x="445" y="371"/>
                    <a:pt x="419" y="326"/>
                    <a:pt x="392" y="281"/>
                  </a:cubicBezTo>
                  <a:cubicBezTo>
                    <a:pt x="379" y="259"/>
                    <a:pt x="365" y="237"/>
                    <a:pt x="351" y="215"/>
                  </a:cubicBezTo>
                  <a:cubicBezTo>
                    <a:pt x="288" y="117"/>
                    <a:pt x="288" y="117"/>
                    <a:pt x="288" y="117"/>
                  </a:cubicBezTo>
                  <a:cubicBezTo>
                    <a:pt x="277" y="101"/>
                    <a:pt x="267" y="84"/>
                    <a:pt x="255" y="67"/>
                  </a:cubicBezTo>
                  <a:cubicBezTo>
                    <a:pt x="249" y="58"/>
                    <a:pt x="242" y="49"/>
                    <a:pt x="235" y="41"/>
                  </a:cubicBezTo>
                  <a:cubicBezTo>
                    <a:pt x="231" y="37"/>
                    <a:pt x="227" y="33"/>
                    <a:pt x="222" y="29"/>
                  </a:cubicBezTo>
                  <a:cubicBezTo>
                    <a:pt x="218" y="25"/>
                    <a:pt x="213" y="21"/>
                    <a:pt x="207" y="17"/>
                  </a:cubicBezTo>
                  <a:cubicBezTo>
                    <a:pt x="197" y="11"/>
                    <a:pt x="185" y="5"/>
                    <a:pt x="173" y="2"/>
                  </a:cubicBezTo>
                  <a:cubicBezTo>
                    <a:pt x="166" y="1"/>
                    <a:pt x="160" y="0"/>
                    <a:pt x="153" y="0"/>
                  </a:cubicBezTo>
                  <a:cubicBezTo>
                    <a:pt x="150" y="0"/>
                    <a:pt x="146" y="0"/>
                    <a:pt x="143" y="0"/>
                  </a:cubicBezTo>
                  <a:cubicBezTo>
                    <a:pt x="140" y="0"/>
                    <a:pt x="137" y="1"/>
                    <a:pt x="133" y="1"/>
                  </a:cubicBezTo>
                  <a:cubicBezTo>
                    <a:pt x="121" y="3"/>
                    <a:pt x="108" y="8"/>
                    <a:pt x="97" y="15"/>
                  </a:cubicBezTo>
                  <a:cubicBezTo>
                    <a:pt x="86" y="22"/>
                    <a:pt x="76" y="32"/>
                    <a:pt x="69" y="43"/>
                  </a:cubicBezTo>
                  <a:cubicBezTo>
                    <a:pt x="61" y="56"/>
                    <a:pt x="57" y="71"/>
                    <a:pt x="55" y="85"/>
                  </a:cubicBezTo>
                  <a:cubicBezTo>
                    <a:pt x="54" y="92"/>
                    <a:pt x="54" y="99"/>
                    <a:pt x="54" y="106"/>
                  </a:cubicBezTo>
                  <a:cubicBezTo>
                    <a:pt x="55" y="113"/>
                    <a:pt x="56" y="119"/>
                    <a:pt x="57" y="126"/>
                  </a:cubicBezTo>
                  <a:cubicBezTo>
                    <a:pt x="60" y="139"/>
                    <a:pt x="64" y="151"/>
                    <a:pt x="69" y="163"/>
                  </a:cubicBezTo>
                  <a:cubicBezTo>
                    <a:pt x="74" y="174"/>
                    <a:pt x="80" y="185"/>
                    <a:pt x="86" y="194"/>
                  </a:cubicBezTo>
                  <a:cubicBezTo>
                    <a:pt x="121" y="252"/>
                    <a:pt x="121" y="252"/>
                    <a:pt x="121" y="252"/>
                  </a:cubicBezTo>
                  <a:cubicBezTo>
                    <a:pt x="133" y="271"/>
                    <a:pt x="145" y="290"/>
                    <a:pt x="157" y="309"/>
                  </a:cubicBezTo>
                  <a:cubicBezTo>
                    <a:pt x="218" y="407"/>
                    <a:pt x="281" y="504"/>
                    <a:pt x="339" y="603"/>
                  </a:cubicBezTo>
                  <a:cubicBezTo>
                    <a:pt x="349" y="620"/>
                    <a:pt x="349" y="620"/>
                    <a:pt x="349" y="620"/>
                  </a:cubicBezTo>
                  <a:cubicBezTo>
                    <a:pt x="359" y="637"/>
                    <a:pt x="359" y="637"/>
                    <a:pt x="359" y="637"/>
                  </a:cubicBezTo>
                  <a:cubicBezTo>
                    <a:pt x="361" y="641"/>
                    <a:pt x="363" y="646"/>
                    <a:pt x="365" y="652"/>
                  </a:cubicBezTo>
                  <a:cubicBezTo>
                    <a:pt x="365" y="654"/>
                    <a:pt x="366" y="657"/>
                    <a:pt x="366" y="659"/>
                  </a:cubicBezTo>
                  <a:cubicBezTo>
                    <a:pt x="367" y="660"/>
                    <a:pt x="367" y="662"/>
                    <a:pt x="367" y="662"/>
                  </a:cubicBezTo>
                  <a:cubicBezTo>
                    <a:pt x="367" y="663"/>
                    <a:pt x="367" y="664"/>
                    <a:pt x="367" y="664"/>
                  </a:cubicBezTo>
                  <a:cubicBezTo>
                    <a:pt x="367" y="668"/>
                    <a:pt x="367" y="671"/>
                    <a:pt x="365" y="675"/>
                  </a:cubicBezTo>
                  <a:cubicBezTo>
                    <a:pt x="363" y="678"/>
                    <a:pt x="360" y="680"/>
                    <a:pt x="356" y="681"/>
                  </a:cubicBezTo>
                  <a:cubicBezTo>
                    <a:pt x="353" y="682"/>
                    <a:pt x="350" y="681"/>
                    <a:pt x="347" y="681"/>
                  </a:cubicBezTo>
                  <a:cubicBezTo>
                    <a:pt x="345" y="680"/>
                    <a:pt x="345" y="680"/>
                    <a:pt x="345" y="680"/>
                  </a:cubicBezTo>
                  <a:cubicBezTo>
                    <a:pt x="340" y="678"/>
                    <a:pt x="340" y="678"/>
                    <a:pt x="340" y="678"/>
                  </a:cubicBezTo>
                  <a:cubicBezTo>
                    <a:pt x="331" y="676"/>
                    <a:pt x="331" y="676"/>
                    <a:pt x="331" y="676"/>
                  </a:cubicBezTo>
                  <a:cubicBezTo>
                    <a:pt x="300" y="667"/>
                    <a:pt x="270" y="661"/>
                    <a:pt x="239" y="657"/>
                  </a:cubicBezTo>
                  <a:cubicBezTo>
                    <a:pt x="207" y="654"/>
                    <a:pt x="176" y="653"/>
                    <a:pt x="144" y="656"/>
                  </a:cubicBezTo>
                  <a:cubicBezTo>
                    <a:pt x="128" y="657"/>
                    <a:pt x="112" y="660"/>
                    <a:pt x="97" y="665"/>
                  </a:cubicBezTo>
                  <a:cubicBezTo>
                    <a:pt x="81" y="669"/>
                    <a:pt x="66" y="675"/>
                    <a:pt x="52" y="684"/>
                  </a:cubicBezTo>
                  <a:cubicBezTo>
                    <a:pt x="38" y="693"/>
                    <a:pt x="25" y="705"/>
                    <a:pt x="16" y="719"/>
                  </a:cubicBezTo>
                  <a:cubicBezTo>
                    <a:pt x="11" y="726"/>
                    <a:pt x="8" y="733"/>
                    <a:pt x="5" y="741"/>
                  </a:cubicBezTo>
                  <a:cubicBezTo>
                    <a:pt x="4" y="745"/>
                    <a:pt x="2" y="749"/>
                    <a:pt x="2" y="753"/>
                  </a:cubicBezTo>
                  <a:cubicBezTo>
                    <a:pt x="1" y="757"/>
                    <a:pt x="0" y="762"/>
                    <a:pt x="0" y="766"/>
                  </a:cubicBezTo>
                  <a:cubicBezTo>
                    <a:pt x="0" y="783"/>
                    <a:pt x="5" y="800"/>
                    <a:pt x="17" y="812"/>
                  </a:cubicBezTo>
                  <a:cubicBezTo>
                    <a:pt x="28" y="825"/>
                    <a:pt x="43" y="833"/>
                    <a:pt x="58" y="838"/>
                  </a:cubicBezTo>
                  <a:cubicBezTo>
                    <a:pt x="73" y="843"/>
                    <a:pt x="88" y="846"/>
                    <a:pt x="103" y="850"/>
                  </a:cubicBezTo>
                  <a:cubicBezTo>
                    <a:pt x="118" y="854"/>
                    <a:pt x="133" y="858"/>
                    <a:pt x="148" y="861"/>
                  </a:cubicBezTo>
                  <a:cubicBezTo>
                    <a:pt x="208" y="877"/>
                    <a:pt x="268" y="889"/>
                    <a:pt x="327" y="906"/>
                  </a:cubicBezTo>
                  <a:cubicBezTo>
                    <a:pt x="342" y="911"/>
                    <a:pt x="357" y="915"/>
                    <a:pt x="371" y="920"/>
                  </a:cubicBezTo>
                  <a:cubicBezTo>
                    <a:pt x="386" y="926"/>
                    <a:pt x="401" y="931"/>
                    <a:pt x="415" y="937"/>
                  </a:cubicBezTo>
                  <a:cubicBezTo>
                    <a:pt x="430" y="942"/>
                    <a:pt x="444" y="948"/>
                    <a:pt x="459" y="954"/>
                  </a:cubicBezTo>
                  <a:cubicBezTo>
                    <a:pt x="466" y="956"/>
                    <a:pt x="474" y="959"/>
                    <a:pt x="481" y="961"/>
                  </a:cubicBezTo>
                  <a:cubicBezTo>
                    <a:pt x="489" y="964"/>
                    <a:pt x="496" y="966"/>
                    <a:pt x="504" y="967"/>
                  </a:cubicBezTo>
                  <a:cubicBezTo>
                    <a:pt x="535" y="975"/>
                    <a:pt x="565" y="978"/>
                    <a:pt x="596" y="985"/>
                  </a:cubicBezTo>
                  <a:cubicBezTo>
                    <a:pt x="626" y="992"/>
                    <a:pt x="655" y="1004"/>
                    <a:pt x="681" y="1020"/>
                  </a:cubicBezTo>
                  <a:cubicBezTo>
                    <a:pt x="707" y="1036"/>
                    <a:pt x="731" y="1057"/>
                    <a:pt x="752" y="1079"/>
                  </a:cubicBezTo>
                  <a:cubicBezTo>
                    <a:pt x="774" y="1102"/>
                    <a:pt x="792" y="1127"/>
                    <a:pt x="810" y="1153"/>
                  </a:cubicBezTo>
                  <a:cubicBezTo>
                    <a:pt x="819" y="1165"/>
                    <a:pt x="827" y="1177"/>
                    <a:pt x="835" y="1190"/>
                  </a:cubicBezTo>
                  <a:cubicBezTo>
                    <a:pt x="842" y="1201"/>
                    <a:pt x="842" y="1201"/>
                    <a:pt x="842" y="1201"/>
                  </a:cubicBezTo>
                  <a:cubicBezTo>
                    <a:pt x="843" y="1203"/>
                    <a:pt x="845" y="1208"/>
                    <a:pt x="847" y="1210"/>
                  </a:cubicBezTo>
                  <a:cubicBezTo>
                    <a:pt x="849" y="1211"/>
                    <a:pt x="851" y="1212"/>
                    <a:pt x="853" y="1211"/>
                  </a:cubicBezTo>
                  <a:cubicBezTo>
                    <a:pt x="857" y="1211"/>
                    <a:pt x="858" y="1205"/>
                    <a:pt x="855" y="1199"/>
                  </a:cubicBezTo>
                  <a:cubicBezTo>
                    <a:pt x="827" y="1150"/>
                    <a:pt x="797" y="1100"/>
                    <a:pt x="756" y="10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ja-JP" altLang="en-US"/>
            </a:p>
          </p:txBody>
        </p:sp>
        <p:sp>
          <p:nvSpPr>
            <p:cNvPr id="43" name="Freeform 83">
              <a:extLst>
                <a:ext uri="{FF2B5EF4-FFF2-40B4-BE49-F238E27FC236}">
                  <a16:creationId xmlns:a16="http://schemas.microsoft.com/office/drawing/2014/main" id="{1EB9E14F-C909-8D06-E7D5-84330D00A0C3}"/>
                </a:ext>
              </a:extLst>
            </p:cNvPr>
            <p:cNvSpPr>
              <a:spLocks/>
            </p:cNvSpPr>
            <p:nvPr/>
          </p:nvSpPr>
          <p:spPr bwMode="auto">
            <a:xfrm>
              <a:off x="258996" y="462807"/>
              <a:ext cx="1077" cy="1416"/>
            </a:xfrm>
            <a:custGeom>
              <a:avLst/>
              <a:gdLst>
                <a:gd name="T0" fmla="*/ 878 w 884"/>
                <a:gd name="T1" fmla="*/ 892 h 1161"/>
                <a:gd name="T2" fmla="*/ 864 w 884"/>
                <a:gd name="T3" fmla="*/ 871 h 1161"/>
                <a:gd name="T4" fmla="*/ 822 w 884"/>
                <a:gd name="T5" fmla="*/ 784 h 1161"/>
                <a:gd name="T6" fmla="*/ 820 w 884"/>
                <a:gd name="T7" fmla="*/ 765 h 1161"/>
                <a:gd name="T8" fmla="*/ 823 w 884"/>
                <a:gd name="T9" fmla="*/ 748 h 1161"/>
                <a:gd name="T10" fmla="*/ 849 w 884"/>
                <a:gd name="T11" fmla="*/ 604 h 1161"/>
                <a:gd name="T12" fmla="*/ 800 w 884"/>
                <a:gd name="T13" fmla="*/ 461 h 1161"/>
                <a:gd name="T14" fmla="*/ 691 w 884"/>
                <a:gd name="T15" fmla="*/ 286 h 1161"/>
                <a:gd name="T16" fmla="*/ 552 w 884"/>
                <a:gd name="T17" fmla="*/ 70 h 1161"/>
                <a:gd name="T18" fmla="*/ 458 w 884"/>
                <a:gd name="T19" fmla="*/ 56 h 1161"/>
                <a:gd name="T20" fmla="*/ 409 w 884"/>
                <a:gd name="T21" fmla="*/ 113 h 1161"/>
                <a:gd name="T22" fmla="*/ 367 w 884"/>
                <a:gd name="T23" fmla="*/ 53 h 1161"/>
                <a:gd name="T24" fmla="*/ 321 w 884"/>
                <a:gd name="T25" fmla="*/ 12 h 1161"/>
                <a:gd name="T26" fmla="*/ 270 w 884"/>
                <a:gd name="T27" fmla="*/ 0 h 1161"/>
                <a:gd name="T28" fmla="*/ 226 w 884"/>
                <a:gd name="T29" fmla="*/ 15 h 1161"/>
                <a:gd name="T30" fmla="*/ 190 w 884"/>
                <a:gd name="T31" fmla="*/ 66 h 1161"/>
                <a:gd name="T32" fmla="*/ 138 w 884"/>
                <a:gd name="T33" fmla="*/ 41 h 1161"/>
                <a:gd name="T34" fmla="*/ 69 w 884"/>
                <a:gd name="T35" fmla="*/ 30 h 1161"/>
                <a:gd name="T36" fmla="*/ 2 w 884"/>
                <a:gd name="T37" fmla="*/ 101 h 1161"/>
                <a:gd name="T38" fmla="*/ 0 w 884"/>
                <a:gd name="T39" fmla="*/ 114 h 1161"/>
                <a:gd name="T40" fmla="*/ 23 w 884"/>
                <a:gd name="T41" fmla="*/ 92 h 1161"/>
                <a:gd name="T42" fmla="*/ 61 w 884"/>
                <a:gd name="T43" fmla="*/ 62 h 1161"/>
                <a:gd name="T44" fmla="*/ 114 w 884"/>
                <a:gd name="T45" fmla="*/ 67 h 1161"/>
                <a:gd name="T46" fmla="*/ 149 w 884"/>
                <a:gd name="T47" fmla="*/ 118 h 1161"/>
                <a:gd name="T48" fmla="*/ 236 w 884"/>
                <a:gd name="T49" fmla="*/ 247 h 1161"/>
                <a:gd name="T50" fmla="*/ 294 w 884"/>
                <a:gd name="T51" fmla="*/ 317 h 1161"/>
                <a:gd name="T52" fmla="*/ 327 w 884"/>
                <a:gd name="T53" fmla="*/ 309 h 1161"/>
                <a:gd name="T54" fmla="*/ 319 w 884"/>
                <a:gd name="T55" fmla="*/ 265 h 1161"/>
                <a:gd name="T56" fmla="*/ 283 w 884"/>
                <a:gd name="T57" fmla="*/ 221 h 1161"/>
                <a:gd name="T58" fmla="*/ 207 w 884"/>
                <a:gd name="T59" fmla="*/ 113 h 1161"/>
                <a:gd name="T60" fmla="*/ 206 w 884"/>
                <a:gd name="T61" fmla="*/ 84 h 1161"/>
                <a:gd name="T62" fmla="*/ 222 w 884"/>
                <a:gd name="T63" fmla="*/ 52 h 1161"/>
                <a:gd name="T64" fmla="*/ 240 w 884"/>
                <a:gd name="T65" fmla="*/ 40 h 1161"/>
                <a:gd name="T66" fmla="*/ 268 w 884"/>
                <a:gd name="T67" fmla="*/ 32 h 1161"/>
                <a:gd name="T68" fmla="*/ 272 w 884"/>
                <a:gd name="T69" fmla="*/ 33 h 1161"/>
                <a:gd name="T70" fmla="*/ 298 w 884"/>
                <a:gd name="T71" fmla="*/ 43 h 1161"/>
                <a:gd name="T72" fmla="*/ 305 w 884"/>
                <a:gd name="T73" fmla="*/ 50 h 1161"/>
                <a:gd name="T74" fmla="*/ 335 w 884"/>
                <a:gd name="T75" fmla="*/ 96 h 1161"/>
                <a:gd name="T76" fmla="*/ 388 w 884"/>
                <a:gd name="T77" fmla="*/ 181 h 1161"/>
                <a:gd name="T78" fmla="*/ 458 w 884"/>
                <a:gd name="T79" fmla="*/ 274 h 1161"/>
                <a:gd name="T80" fmla="*/ 498 w 884"/>
                <a:gd name="T81" fmla="*/ 292 h 1161"/>
                <a:gd name="T82" fmla="*/ 514 w 884"/>
                <a:gd name="T83" fmla="*/ 266 h 1161"/>
                <a:gd name="T84" fmla="*/ 477 w 884"/>
                <a:gd name="T85" fmla="*/ 211 h 1161"/>
                <a:gd name="T86" fmla="*/ 422 w 884"/>
                <a:gd name="T87" fmla="*/ 133 h 1161"/>
                <a:gd name="T88" fmla="*/ 455 w 884"/>
                <a:gd name="T89" fmla="*/ 78 h 1161"/>
                <a:gd name="T90" fmla="*/ 505 w 884"/>
                <a:gd name="T91" fmla="*/ 65 h 1161"/>
                <a:gd name="T92" fmla="*/ 581 w 884"/>
                <a:gd name="T93" fmla="*/ 161 h 1161"/>
                <a:gd name="T94" fmla="*/ 700 w 884"/>
                <a:gd name="T95" fmla="*/ 370 h 1161"/>
                <a:gd name="T96" fmla="*/ 796 w 884"/>
                <a:gd name="T97" fmla="*/ 573 h 1161"/>
                <a:gd name="T98" fmla="*/ 773 w 884"/>
                <a:gd name="T99" fmla="*/ 723 h 1161"/>
                <a:gd name="T100" fmla="*/ 767 w 884"/>
                <a:gd name="T101" fmla="*/ 752 h 1161"/>
                <a:gd name="T102" fmla="*/ 803 w 884"/>
                <a:gd name="T103" fmla="*/ 878 h 1161"/>
                <a:gd name="T104" fmla="*/ 821 w 884"/>
                <a:gd name="T105" fmla="*/ 904 h 1161"/>
                <a:gd name="T106" fmla="*/ 822 w 884"/>
                <a:gd name="T107" fmla="*/ 905 h 1161"/>
                <a:gd name="T108" fmla="*/ 802 w 884"/>
                <a:gd name="T109" fmla="*/ 925 h 1161"/>
                <a:gd name="T110" fmla="*/ 592 w 884"/>
                <a:gd name="T111" fmla="*/ 1070 h 1161"/>
                <a:gd name="T112" fmla="*/ 516 w 884"/>
                <a:gd name="T113" fmla="*/ 1145 h 1161"/>
                <a:gd name="T114" fmla="*/ 564 w 884"/>
                <a:gd name="T115" fmla="*/ 1148 h 1161"/>
                <a:gd name="T116" fmla="*/ 728 w 884"/>
                <a:gd name="T117" fmla="*/ 1044 h 1161"/>
                <a:gd name="T118" fmla="*/ 844 w 884"/>
                <a:gd name="T119" fmla="*/ 960 h 1161"/>
                <a:gd name="T120" fmla="*/ 883 w 884"/>
                <a:gd name="T121" fmla="*/ 918 h 1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884" h="1161">
                  <a:moveTo>
                    <a:pt x="882" y="901"/>
                  </a:moveTo>
                  <a:cubicBezTo>
                    <a:pt x="881" y="899"/>
                    <a:pt x="881" y="898"/>
                    <a:pt x="880" y="896"/>
                  </a:cubicBezTo>
                  <a:cubicBezTo>
                    <a:pt x="878" y="892"/>
                    <a:pt x="878" y="892"/>
                    <a:pt x="878" y="892"/>
                  </a:cubicBezTo>
                  <a:cubicBezTo>
                    <a:pt x="873" y="884"/>
                    <a:pt x="873" y="884"/>
                    <a:pt x="873" y="884"/>
                  </a:cubicBezTo>
                  <a:cubicBezTo>
                    <a:pt x="871" y="881"/>
                    <a:pt x="869" y="879"/>
                    <a:pt x="867" y="876"/>
                  </a:cubicBezTo>
                  <a:cubicBezTo>
                    <a:pt x="864" y="871"/>
                    <a:pt x="864" y="871"/>
                    <a:pt x="864" y="871"/>
                  </a:cubicBezTo>
                  <a:cubicBezTo>
                    <a:pt x="857" y="861"/>
                    <a:pt x="857" y="861"/>
                    <a:pt x="857" y="861"/>
                  </a:cubicBezTo>
                  <a:cubicBezTo>
                    <a:pt x="849" y="848"/>
                    <a:pt x="841" y="836"/>
                    <a:pt x="835" y="823"/>
                  </a:cubicBezTo>
                  <a:cubicBezTo>
                    <a:pt x="829" y="810"/>
                    <a:pt x="824" y="797"/>
                    <a:pt x="822" y="784"/>
                  </a:cubicBezTo>
                  <a:cubicBezTo>
                    <a:pt x="821" y="782"/>
                    <a:pt x="821" y="781"/>
                    <a:pt x="821" y="779"/>
                  </a:cubicBezTo>
                  <a:cubicBezTo>
                    <a:pt x="821" y="774"/>
                    <a:pt x="821" y="774"/>
                    <a:pt x="821" y="774"/>
                  </a:cubicBezTo>
                  <a:cubicBezTo>
                    <a:pt x="820" y="771"/>
                    <a:pt x="821" y="768"/>
                    <a:pt x="820" y="765"/>
                  </a:cubicBezTo>
                  <a:cubicBezTo>
                    <a:pt x="821" y="761"/>
                    <a:pt x="821" y="758"/>
                    <a:pt x="821" y="755"/>
                  </a:cubicBezTo>
                  <a:cubicBezTo>
                    <a:pt x="823" y="751"/>
                    <a:pt x="823" y="751"/>
                    <a:pt x="823" y="751"/>
                  </a:cubicBezTo>
                  <a:cubicBezTo>
                    <a:pt x="823" y="748"/>
                    <a:pt x="823" y="748"/>
                    <a:pt x="823" y="748"/>
                  </a:cubicBezTo>
                  <a:cubicBezTo>
                    <a:pt x="823" y="747"/>
                    <a:pt x="823" y="747"/>
                    <a:pt x="824" y="746"/>
                  </a:cubicBezTo>
                  <a:cubicBezTo>
                    <a:pt x="833" y="715"/>
                    <a:pt x="841" y="683"/>
                    <a:pt x="845" y="650"/>
                  </a:cubicBezTo>
                  <a:cubicBezTo>
                    <a:pt x="847" y="635"/>
                    <a:pt x="849" y="619"/>
                    <a:pt x="849" y="604"/>
                  </a:cubicBezTo>
                  <a:cubicBezTo>
                    <a:pt x="849" y="588"/>
                    <a:pt x="846" y="572"/>
                    <a:pt x="842" y="557"/>
                  </a:cubicBezTo>
                  <a:cubicBezTo>
                    <a:pt x="838" y="539"/>
                    <a:pt x="832" y="522"/>
                    <a:pt x="824" y="506"/>
                  </a:cubicBezTo>
                  <a:cubicBezTo>
                    <a:pt x="817" y="490"/>
                    <a:pt x="809" y="475"/>
                    <a:pt x="800" y="461"/>
                  </a:cubicBezTo>
                  <a:cubicBezTo>
                    <a:pt x="790" y="446"/>
                    <a:pt x="781" y="432"/>
                    <a:pt x="771" y="417"/>
                  </a:cubicBezTo>
                  <a:cubicBezTo>
                    <a:pt x="761" y="403"/>
                    <a:pt x="752" y="389"/>
                    <a:pt x="742" y="374"/>
                  </a:cubicBezTo>
                  <a:cubicBezTo>
                    <a:pt x="724" y="346"/>
                    <a:pt x="708" y="316"/>
                    <a:pt x="691" y="286"/>
                  </a:cubicBezTo>
                  <a:cubicBezTo>
                    <a:pt x="674" y="257"/>
                    <a:pt x="655" y="229"/>
                    <a:pt x="637" y="200"/>
                  </a:cubicBezTo>
                  <a:cubicBezTo>
                    <a:pt x="619" y="171"/>
                    <a:pt x="601" y="141"/>
                    <a:pt x="583" y="112"/>
                  </a:cubicBezTo>
                  <a:cubicBezTo>
                    <a:pt x="574" y="97"/>
                    <a:pt x="564" y="83"/>
                    <a:pt x="552" y="70"/>
                  </a:cubicBezTo>
                  <a:cubicBezTo>
                    <a:pt x="546" y="64"/>
                    <a:pt x="539" y="59"/>
                    <a:pt x="531" y="54"/>
                  </a:cubicBezTo>
                  <a:cubicBezTo>
                    <a:pt x="524" y="50"/>
                    <a:pt x="516" y="47"/>
                    <a:pt x="507" y="45"/>
                  </a:cubicBezTo>
                  <a:cubicBezTo>
                    <a:pt x="490" y="43"/>
                    <a:pt x="472" y="47"/>
                    <a:pt x="458" y="56"/>
                  </a:cubicBezTo>
                  <a:cubicBezTo>
                    <a:pt x="443" y="64"/>
                    <a:pt x="432" y="77"/>
                    <a:pt x="423" y="91"/>
                  </a:cubicBezTo>
                  <a:cubicBezTo>
                    <a:pt x="418" y="97"/>
                    <a:pt x="414" y="104"/>
                    <a:pt x="410" y="111"/>
                  </a:cubicBezTo>
                  <a:cubicBezTo>
                    <a:pt x="409" y="113"/>
                    <a:pt x="409" y="113"/>
                    <a:pt x="409" y="113"/>
                  </a:cubicBezTo>
                  <a:cubicBezTo>
                    <a:pt x="385" y="78"/>
                    <a:pt x="385" y="78"/>
                    <a:pt x="385" y="78"/>
                  </a:cubicBezTo>
                  <a:cubicBezTo>
                    <a:pt x="377" y="65"/>
                    <a:pt x="377" y="65"/>
                    <a:pt x="377" y="65"/>
                  </a:cubicBezTo>
                  <a:cubicBezTo>
                    <a:pt x="374" y="61"/>
                    <a:pt x="370" y="57"/>
                    <a:pt x="367" y="53"/>
                  </a:cubicBezTo>
                  <a:cubicBezTo>
                    <a:pt x="359" y="44"/>
                    <a:pt x="351" y="34"/>
                    <a:pt x="342" y="26"/>
                  </a:cubicBezTo>
                  <a:cubicBezTo>
                    <a:pt x="337" y="21"/>
                    <a:pt x="331" y="18"/>
                    <a:pt x="326" y="14"/>
                  </a:cubicBezTo>
                  <a:cubicBezTo>
                    <a:pt x="321" y="12"/>
                    <a:pt x="321" y="12"/>
                    <a:pt x="321" y="12"/>
                  </a:cubicBezTo>
                  <a:cubicBezTo>
                    <a:pt x="320" y="11"/>
                    <a:pt x="318" y="10"/>
                    <a:pt x="317" y="10"/>
                  </a:cubicBezTo>
                  <a:cubicBezTo>
                    <a:pt x="313" y="9"/>
                    <a:pt x="310" y="7"/>
                    <a:pt x="307" y="7"/>
                  </a:cubicBezTo>
                  <a:cubicBezTo>
                    <a:pt x="295" y="3"/>
                    <a:pt x="283" y="0"/>
                    <a:pt x="270" y="0"/>
                  </a:cubicBezTo>
                  <a:cubicBezTo>
                    <a:pt x="263" y="0"/>
                    <a:pt x="257" y="2"/>
                    <a:pt x="252" y="4"/>
                  </a:cubicBezTo>
                  <a:cubicBezTo>
                    <a:pt x="246" y="6"/>
                    <a:pt x="240" y="8"/>
                    <a:pt x="235" y="11"/>
                  </a:cubicBezTo>
                  <a:cubicBezTo>
                    <a:pt x="232" y="12"/>
                    <a:pt x="229" y="14"/>
                    <a:pt x="226" y="15"/>
                  </a:cubicBezTo>
                  <a:cubicBezTo>
                    <a:pt x="224" y="17"/>
                    <a:pt x="221" y="19"/>
                    <a:pt x="219" y="20"/>
                  </a:cubicBezTo>
                  <a:cubicBezTo>
                    <a:pt x="214" y="24"/>
                    <a:pt x="209" y="28"/>
                    <a:pt x="205" y="33"/>
                  </a:cubicBezTo>
                  <a:cubicBezTo>
                    <a:pt x="196" y="42"/>
                    <a:pt x="191" y="54"/>
                    <a:pt x="190" y="66"/>
                  </a:cubicBezTo>
                  <a:cubicBezTo>
                    <a:pt x="189" y="74"/>
                    <a:pt x="188" y="82"/>
                    <a:pt x="189" y="90"/>
                  </a:cubicBezTo>
                  <a:cubicBezTo>
                    <a:pt x="181" y="81"/>
                    <a:pt x="175" y="72"/>
                    <a:pt x="167" y="64"/>
                  </a:cubicBezTo>
                  <a:cubicBezTo>
                    <a:pt x="159" y="55"/>
                    <a:pt x="149" y="47"/>
                    <a:pt x="138" y="41"/>
                  </a:cubicBezTo>
                  <a:cubicBezTo>
                    <a:pt x="127" y="36"/>
                    <a:pt x="117" y="30"/>
                    <a:pt x="105" y="27"/>
                  </a:cubicBezTo>
                  <a:cubicBezTo>
                    <a:pt x="99" y="26"/>
                    <a:pt x="93" y="26"/>
                    <a:pt x="87" y="26"/>
                  </a:cubicBezTo>
                  <a:cubicBezTo>
                    <a:pt x="81" y="27"/>
                    <a:pt x="75" y="28"/>
                    <a:pt x="69" y="30"/>
                  </a:cubicBezTo>
                  <a:cubicBezTo>
                    <a:pt x="58" y="32"/>
                    <a:pt x="47" y="38"/>
                    <a:pt x="37" y="45"/>
                  </a:cubicBezTo>
                  <a:cubicBezTo>
                    <a:pt x="28" y="52"/>
                    <a:pt x="20" y="60"/>
                    <a:pt x="14" y="70"/>
                  </a:cubicBezTo>
                  <a:cubicBezTo>
                    <a:pt x="8" y="80"/>
                    <a:pt x="4" y="90"/>
                    <a:pt x="2" y="101"/>
                  </a:cubicBezTo>
                  <a:cubicBezTo>
                    <a:pt x="2" y="104"/>
                    <a:pt x="1" y="107"/>
                    <a:pt x="1" y="109"/>
                  </a:cubicBezTo>
                  <a:cubicBezTo>
                    <a:pt x="1" y="112"/>
                    <a:pt x="1" y="112"/>
                    <a:pt x="1" y="112"/>
                  </a:cubicBezTo>
                  <a:cubicBezTo>
                    <a:pt x="1" y="112"/>
                    <a:pt x="0" y="113"/>
                    <a:pt x="0" y="114"/>
                  </a:cubicBezTo>
                  <a:cubicBezTo>
                    <a:pt x="1" y="114"/>
                    <a:pt x="2" y="115"/>
                    <a:pt x="4" y="116"/>
                  </a:cubicBezTo>
                  <a:cubicBezTo>
                    <a:pt x="8" y="117"/>
                    <a:pt x="11" y="118"/>
                    <a:pt x="12" y="117"/>
                  </a:cubicBezTo>
                  <a:cubicBezTo>
                    <a:pt x="15" y="108"/>
                    <a:pt x="18" y="100"/>
                    <a:pt x="23" y="92"/>
                  </a:cubicBezTo>
                  <a:cubicBezTo>
                    <a:pt x="27" y="85"/>
                    <a:pt x="33" y="78"/>
                    <a:pt x="40" y="73"/>
                  </a:cubicBezTo>
                  <a:cubicBezTo>
                    <a:pt x="43" y="71"/>
                    <a:pt x="47" y="69"/>
                    <a:pt x="51" y="67"/>
                  </a:cubicBezTo>
                  <a:cubicBezTo>
                    <a:pt x="54" y="65"/>
                    <a:pt x="58" y="63"/>
                    <a:pt x="61" y="62"/>
                  </a:cubicBezTo>
                  <a:cubicBezTo>
                    <a:pt x="68" y="59"/>
                    <a:pt x="75" y="57"/>
                    <a:pt x="83" y="57"/>
                  </a:cubicBezTo>
                  <a:cubicBezTo>
                    <a:pt x="91" y="57"/>
                    <a:pt x="98" y="59"/>
                    <a:pt x="105" y="62"/>
                  </a:cubicBezTo>
                  <a:cubicBezTo>
                    <a:pt x="109" y="63"/>
                    <a:pt x="112" y="65"/>
                    <a:pt x="114" y="67"/>
                  </a:cubicBezTo>
                  <a:cubicBezTo>
                    <a:pt x="117" y="69"/>
                    <a:pt x="120" y="73"/>
                    <a:pt x="123" y="76"/>
                  </a:cubicBezTo>
                  <a:cubicBezTo>
                    <a:pt x="126" y="81"/>
                    <a:pt x="131" y="87"/>
                    <a:pt x="135" y="93"/>
                  </a:cubicBezTo>
                  <a:cubicBezTo>
                    <a:pt x="139" y="100"/>
                    <a:pt x="144" y="109"/>
                    <a:pt x="149" y="118"/>
                  </a:cubicBezTo>
                  <a:cubicBezTo>
                    <a:pt x="159" y="137"/>
                    <a:pt x="170" y="154"/>
                    <a:pt x="181" y="172"/>
                  </a:cubicBezTo>
                  <a:cubicBezTo>
                    <a:pt x="190" y="186"/>
                    <a:pt x="199" y="199"/>
                    <a:pt x="209" y="212"/>
                  </a:cubicBezTo>
                  <a:cubicBezTo>
                    <a:pt x="218" y="224"/>
                    <a:pt x="227" y="236"/>
                    <a:pt x="236" y="247"/>
                  </a:cubicBezTo>
                  <a:cubicBezTo>
                    <a:pt x="245" y="259"/>
                    <a:pt x="254" y="271"/>
                    <a:pt x="263" y="282"/>
                  </a:cubicBezTo>
                  <a:cubicBezTo>
                    <a:pt x="277" y="299"/>
                    <a:pt x="277" y="299"/>
                    <a:pt x="277" y="299"/>
                  </a:cubicBezTo>
                  <a:cubicBezTo>
                    <a:pt x="282" y="306"/>
                    <a:pt x="286" y="313"/>
                    <a:pt x="294" y="317"/>
                  </a:cubicBezTo>
                  <a:cubicBezTo>
                    <a:pt x="296" y="319"/>
                    <a:pt x="298" y="321"/>
                    <a:pt x="304" y="319"/>
                  </a:cubicBezTo>
                  <a:cubicBezTo>
                    <a:pt x="308" y="318"/>
                    <a:pt x="312" y="317"/>
                    <a:pt x="316" y="315"/>
                  </a:cubicBezTo>
                  <a:cubicBezTo>
                    <a:pt x="320" y="314"/>
                    <a:pt x="324" y="312"/>
                    <a:pt x="327" y="309"/>
                  </a:cubicBezTo>
                  <a:cubicBezTo>
                    <a:pt x="332" y="306"/>
                    <a:pt x="333" y="303"/>
                    <a:pt x="334" y="301"/>
                  </a:cubicBezTo>
                  <a:cubicBezTo>
                    <a:pt x="335" y="296"/>
                    <a:pt x="334" y="293"/>
                    <a:pt x="332" y="290"/>
                  </a:cubicBezTo>
                  <a:cubicBezTo>
                    <a:pt x="328" y="282"/>
                    <a:pt x="324" y="273"/>
                    <a:pt x="319" y="265"/>
                  </a:cubicBezTo>
                  <a:cubicBezTo>
                    <a:pt x="316" y="261"/>
                    <a:pt x="313" y="258"/>
                    <a:pt x="310" y="254"/>
                  </a:cubicBezTo>
                  <a:cubicBezTo>
                    <a:pt x="296" y="238"/>
                    <a:pt x="296" y="238"/>
                    <a:pt x="296" y="238"/>
                  </a:cubicBezTo>
                  <a:cubicBezTo>
                    <a:pt x="283" y="221"/>
                    <a:pt x="283" y="221"/>
                    <a:pt x="283" y="221"/>
                  </a:cubicBezTo>
                  <a:cubicBezTo>
                    <a:pt x="270" y="204"/>
                    <a:pt x="270" y="204"/>
                    <a:pt x="270" y="204"/>
                  </a:cubicBezTo>
                  <a:cubicBezTo>
                    <a:pt x="260" y="192"/>
                    <a:pt x="251" y="178"/>
                    <a:pt x="242" y="165"/>
                  </a:cubicBezTo>
                  <a:cubicBezTo>
                    <a:pt x="207" y="113"/>
                    <a:pt x="207" y="113"/>
                    <a:pt x="207" y="113"/>
                  </a:cubicBezTo>
                  <a:cubicBezTo>
                    <a:pt x="205" y="111"/>
                    <a:pt x="205" y="111"/>
                    <a:pt x="205" y="111"/>
                  </a:cubicBezTo>
                  <a:cubicBezTo>
                    <a:pt x="206" y="111"/>
                    <a:pt x="206" y="111"/>
                    <a:pt x="206" y="110"/>
                  </a:cubicBezTo>
                  <a:cubicBezTo>
                    <a:pt x="205" y="103"/>
                    <a:pt x="205" y="93"/>
                    <a:pt x="206" y="84"/>
                  </a:cubicBezTo>
                  <a:cubicBezTo>
                    <a:pt x="207" y="79"/>
                    <a:pt x="207" y="74"/>
                    <a:pt x="209" y="70"/>
                  </a:cubicBezTo>
                  <a:cubicBezTo>
                    <a:pt x="210" y="66"/>
                    <a:pt x="212" y="62"/>
                    <a:pt x="214" y="59"/>
                  </a:cubicBezTo>
                  <a:cubicBezTo>
                    <a:pt x="217" y="56"/>
                    <a:pt x="220" y="54"/>
                    <a:pt x="222" y="52"/>
                  </a:cubicBezTo>
                  <a:cubicBezTo>
                    <a:pt x="225" y="49"/>
                    <a:pt x="228" y="47"/>
                    <a:pt x="232" y="45"/>
                  </a:cubicBezTo>
                  <a:cubicBezTo>
                    <a:pt x="233" y="43"/>
                    <a:pt x="235" y="42"/>
                    <a:pt x="237" y="41"/>
                  </a:cubicBezTo>
                  <a:cubicBezTo>
                    <a:pt x="240" y="40"/>
                    <a:pt x="240" y="40"/>
                    <a:pt x="240" y="40"/>
                  </a:cubicBezTo>
                  <a:cubicBezTo>
                    <a:pt x="242" y="39"/>
                    <a:pt x="242" y="39"/>
                    <a:pt x="242" y="39"/>
                  </a:cubicBezTo>
                  <a:cubicBezTo>
                    <a:pt x="246" y="37"/>
                    <a:pt x="250" y="36"/>
                    <a:pt x="255" y="35"/>
                  </a:cubicBezTo>
                  <a:cubicBezTo>
                    <a:pt x="259" y="34"/>
                    <a:pt x="264" y="33"/>
                    <a:pt x="268" y="32"/>
                  </a:cubicBezTo>
                  <a:cubicBezTo>
                    <a:pt x="269" y="32"/>
                    <a:pt x="270" y="32"/>
                    <a:pt x="270" y="32"/>
                  </a:cubicBezTo>
                  <a:cubicBezTo>
                    <a:pt x="270" y="32"/>
                    <a:pt x="270" y="32"/>
                    <a:pt x="271" y="32"/>
                  </a:cubicBezTo>
                  <a:cubicBezTo>
                    <a:pt x="272" y="33"/>
                    <a:pt x="272" y="33"/>
                    <a:pt x="272" y="33"/>
                  </a:cubicBezTo>
                  <a:cubicBezTo>
                    <a:pt x="275" y="33"/>
                    <a:pt x="277" y="33"/>
                    <a:pt x="279" y="33"/>
                  </a:cubicBezTo>
                  <a:cubicBezTo>
                    <a:pt x="283" y="34"/>
                    <a:pt x="287" y="35"/>
                    <a:pt x="290" y="37"/>
                  </a:cubicBezTo>
                  <a:cubicBezTo>
                    <a:pt x="293" y="38"/>
                    <a:pt x="297" y="41"/>
                    <a:pt x="298" y="43"/>
                  </a:cubicBezTo>
                  <a:cubicBezTo>
                    <a:pt x="299" y="44"/>
                    <a:pt x="300" y="44"/>
                    <a:pt x="300" y="45"/>
                  </a:cubicBezTo>
                  <a:cubicBezTo>
                    <a:pt x="301" y="45"/>
                    <a:pt x="301" y="46"/>
                    <a:pt x="302" y="46"/>
                  </a:cubicBezTo>
                  <a:cubicBezTo>
                    <a:pt x="303" y="48"/>
                    <a:pt x="304" y="49"/>
                    <a:pt x="305" y="50"/>
                  </a:cubicBezTo>
                  <a:cubicBezTo>
                    <a:pt x="308" y="53"/>
                    <a:pt x="310" y="56"/>
                    <a:pt x="313" y="59"/>
                  </a:cubicBezTo>
                  <a:cubicBezTo>
                    <a:pt x="317" y="65"/>
                    <a:pt x="322" y="72"/>
                    <a:pt x="327" y="81"/>
                  </a:cubicBezTo>
                  <a:cubicBezTo>
                    <a:pt x="329" y="86"/>
                    <a:pt x="332" y="91"/>
                    <a:pt x="335" y="96"/>
                  </a:cubicBezTo>
                  <a:cubicBezTo>
                    <a:pt x="337" y="100"/>
                    <a:pt x="340" y="105"/>
                    <a:pt x="343" y="110"/>
                  </a:cubicBezTo>
                  <a:cubicBezTo>
                    <a:pt x="348" y="120"/>
                    <a:pt x="354" y="129"/>
                    <a:pt x="360" y="138"/>
                  </a:cubicBezTo>
                  <a:cubicBezTo>
                    <a:pt x="369" y="153"/>
                    <a:pt x="378" y="167"/>
                    <a:pt x="388" y="181"/>
                  </a:cubicBezTo>
                  <a:cubicBezTo>
                    <a:pt x="397" y="194"/>
                    <a:pt x="406" y="206"/>
                    <a:pt x="415" y="219"/>
                  </a:cubicBezTo>
                  <a:cubicBezTo>
                    <a:pt x="425" y="231"/>
                    <a:pt x="434" y="244"/>
                    <a:pt x="443" y="256"/>
                  </a:cubicBezTo>
                  <a:cubicBezTo>
                    <a:pt x="458" y="274"/>
                    <a:pt x="458" y="274"/>
                    <a:pt x="458" y="274"/>
                  </a:cubicBezTo>
                  <a:cubicBezTo>
                    <a:pt x="463" y="281"/>
                    <a:pt x="467" y="288"/>
                    <a:pt x="475" y="294"/>
                  </a:cubicBezTo>
                  <a:cubicBezTo>
                    <a:pt x="477" y="295"/>
                    <a:pt x="479" y="297"/>
                    <a:pt x="486" y="295"/>
                  </a:cubicBezTo>
                  <a:cubicBezTo>
                    <a:pt x="490" y="294"/>
                    <a:pt x="494" y="293"/>
                    <a:pt x="498" y="292"/>
                  </a:cubicBezTo>
                  <a:cubicBezTo>
                    <a:pt x="501" y="291"/>
                    <a:pt x="505" y="289"/>
                    <a:pt x="509" y="286"/>
                  </a:cubicBezTo>
                  <a:cubicBezTo>
                    <a:pt x="514" y="283"/>
                    <a:pt x="515" y="280"/>
                    <a:pt x="516" y="278"/>
                  </a:cubicBezTo>
                  <a:cubicBezTo>
                    <a:pt x="517" y="273"/>
                    <a:pt x="515" y="270"/>
                    <a:pt x="514" y="266"/>
                  </a:cubicBezTo>
                  <a:cubicBezTo>
                    <a:pt x="509" y="258"/>
                    <a:pt x="505" y="249"/>
                    <a:pt x="500" y="240"/>
                  </a:cubicBezTo>
                  <a:cubicBezTo>
                    <a:pt x="497" y="236"/>
                    <a:pt x="494" y="232"/>
                    <a:pt x="491" y="228"/>
                  </a:cubicBezTo>
                  <a:cubicBezTo>
                    <a:pt x="477" y="211"/>
                    <a:pt x="477" y="211"/>
                    <a:pt x="477" y="211"/>
                  </a:cubicBezTo>
                  <a:cubicBezTo>
                    <a:pt x="463" y="193"/>
                    <a:pt x="463" y="193"/>
                    <a:pt x="463" y="193"/>
                  </a:cubicBezTo>
                  <a:cubicBezTo>
                    <a:pt x="450" y="175"/>
                    <a:pt x="450" y="175"/>
                    <a:pt x="450" y="175"/>
                  </a:cubicBezTo>
                  <a:cubicBezTo>
                    <a:pt x="440" y="162"/>
                    <a:pt x="431" y="147"/>
                    <a:pt x="422" y="133"/>
                  </a:cubicBezTo>
                  <a:cubicBezTo>
                    <a:pt x="416" y="125"/>
                    <a:pt x="416" y="125"/>
                    <a:pt x="416" y="125"/>
                  </a:cubicBezTo>
                  <a:cubicBezTo>
                    <a:pt x="424" y="113"/>
                    <a:pt x="432" y="101"/>
                    <a:pt x="441" y="92"/>
                  </a:cubicBezTo>
                  <a:cubicBezTo>
                    <a:pt x="445" y="86"/>
                    <a:pt x="450" y="82"/>
                    <a:pt x="455" y="78"/>
                  </a:cubicBezTo>
                  <a:cubicBezTo>
                    <a:pt x="460" y="74"/>
                    <a:pt x="465" y="71"/>
                    <a:pt x="471" y="69"/>
                  </a:cubicBezTo>
                  <a:cubicBezTo>
                    <a:pt x="477" y="66"/>
                    <a:pt x="483" y="65"/>
                    <a:pt x="488" y="64"/>
                  </a:cubicBezTo>
                  <a:cubicBezTo>
                    <a:pt x="494" y="63"/>
                    <a:pt x="500" y="64"/>
                    <a:pt x="505" y="65"/>
                  </a:cubicBezTo>
                  <a:cubicBezTo>
                    <a:pt x="516" y="68"/>
                    <a:pt x="526" y="75"/>
                    <a:pt x="534" y="85"/>
                  </a:cubicBezTo>
                  <a:cubicBezTo>
                    <a:pt x="543" y="95"/>
                    <a:pt x="550" y="107"/>
                    <a:pt x="558" y="120"/>
                  </a:cubicBezTo>
                  <a:cubicBezTo>
                    <a:pt x="581" y="161"/>
                    <a:pt x="581" y="161"/>
                    <a:pt x="581" y="161"/>
                  </a:cubicBezTo>
                  <a:cubicBezTo>
                    <a:pt x="629" y="244"/>
                    <a:pt x="629" y="244"/>
                    <a:pt x="629" y="244"/>
                  </a:cubicBezTo>
                  <a:cubicBezTo>
                    <a:pt x="645" y="271"/>
                    <a:pt x="661" y="299"/>
                    <a:pt x="677" y="327"/>
                  </a:cubicBezTo>
                  <a:cubicBezTo>
                    <a:pt x="700" y="370"/>
                    <a:pt x="700" y="370"/>
                    <a:pt x="700" y="370"/>
                  </a:cubicBezTo>
                  <a:cubicBezTo>
                    <a:pt x="708" y="384"/>
                    <a:pt x="718" y="404"/>
                    <a:pt x="729" y="423"/>
                  </a:cubicBezTo>
                  <a:cubicBezTo>
                    <a:pt x="744" y="451"/>
                    <a:pt x="759" y="475"/>
                    <a:pt x="771" y="499"/>
                  </a:cubicBezTo>
                  <a:cubicBezTo>
                    <a:pt x="783" y="523"/>
                    <a:pt x="793" y="547"/>
                    <a:pt x="796" y="573"/>
                  </a:cubicBezTo>
                  <a:cubicBezTo>
                    <a:pt x="799" y="599"/>
                    <a:pt x="796" y="628"/>
                    <a:pt x="790" y="657"/>
                  </a:cubicBezTo>
                  <a:cubicBezTo>
                    <a:pt x="787" y="672"/>
                    <a:pt x="784" y="686"/>
                    <a:pt x="780" y="701"/>
                  </a:cubicBezTo>
                  <a:cubicBezTo>
                    <a:pt x="778" y="709"/>
                    <a:pt x="776" y="716"/>
                    <a:pt x="773" y="723"/>
                  </a:cubicBezTo>
                  <a:cubicBezTo>
                    <a:pt x="772" y="727"/>
                    <a:pt x="771" y="730"/>
                    <a:pt x="770" y="736"/>
                  </a:cubicBezTo>
                  <a:cubicBezTo>
                    <a:pt x="768" y="744"/>
                    <a:pt x="768" y="744"/>
                    <a:pt x="768" y="744"/>
                  </a:cubicBezTo>
                  <a:cubicBezTo>
                    <a:pt x="767" y="746"/>
                    <a:pt x="767" y="749"/>
                    <a:pt x="767" y="752"/>
                  </a:cubicBezTo>
                  <a:cubicBezTo>
                    <a:pt x="764" y="768"/>
                    <a:pt x="765" y="785"/>
                    <a:pt x="769" y="800"/>
                  </a:cubicBezTo>
                  <a:cubicBezTo>
                    <a:pt x="772" y="815"/>
                    <a:pt x="777" y="829"/>
                    <a:pt x="783" y="842"/>
                  </a:cubicBezTo>
                  <a:cubicBezTo>
                    <a:pt x="789" y="855"/>
                    <a:pt x="796" y="867"/>
                    <a:pt x="803" y="878"/>
                  </a:cubicBezTo>
                  <a:cubicBezTo>
                    <a:pt x="807" y="884"/>
                    <a:pt x="811" y="889"/>
                    <a:pt x="814" y="894"/>
                  </a:cubicBezTo>
                  <a:cubicBezTo>
                    <a:pt x="820" y="902"/>
                    <a:pt x="820" y="902"/>
                    <a:pt x="820" y="902"/>
                  </a:cubicBezTo>
                  <a:cubicBezTo>
                    <a:pt x="821" y="904"/>
                    <a:pt x="821" y="904"/>
                    <a:pt x="821" y="904"/>
                  </a:cubicBezTo>
                  <a:cubicBezTo>
                    <a:pt x="821" y="904"/>
                    <a:pt x="821" y="904"/>
                    <a:pt x="821" y="904"/>
                  </a:cubicBezTo>
                  <a:cubicBezTo>
                    <a:pt x="821" y="905"/>
                    <a:pt x="821" y="905"/>
                    <a:pt x="821" y="905"/>
                  </a:cubicBezTo>
                  <a:cubicBezTo>
                    <a:pt x="822" y="905"/>
                    <a:pt x="822" y="905"/>
                    <a:pt x="822" y="905"/>
                  </a:cubicBezTo>
                  <a:cubicBezTo>
                    <a:pt x="822" y="905"/>
                    <a:pt x="823" y="906"/>
                    <a:pt x="823" y="907"/>
                  </a:cubicBezTo>
                  <a:cubicBezTo>
                    <a:pt x="823" y="908"/>
                    <a:pt x="823" y="908"/>
                    <a:pt x="822" y="909"/>
                  </a:cubicBezTo>
                  <a:cubicBezTo>
                    <a:pt x="815" y="915"/>
                    <a:pt x="809" y="920"/>
                    <a:pt x="802" y="925"/>
                  </a:cubicBezTo>
                  <a:cubicBezTo>
                    <a:pt x="757" y="957"/>
                    <a:pt x="757" y="957"/>
                    <a:pt x="757" y="957"/>
                  </a:cubicBezTo>
                  <a:cubicBezTo>
                    <a:pt x="721" y="983"/>
                    <a:pt x="684" y="1008"/>
                    <a:pt x="647" y="1033"/>
                  </a:cubicBezTo>
                  <a:cubicBezTo>
                    <a:pt x="629" y="1046"/>
                    <a:pt x="610" y="1058"/>
                    <a:pt x="592" y="1070"/>
                  </a:cubicBezTo>
                  <a:cubicBezTo>
                    <a:pt x="571" y="1084"/>
                    <a:pt x="550" y="1097"/>
                    <a:pt x="531" y="1112"/>
                  </a:cubicBezTo>
                  <a:cubicBezTo>
                    <a:pt x="526" y="1117"/>
                    <a:pt x="519" y="1122"/>
                    <a:pt x="518" y="1130"/>
                  </a:cubicBezTo>
                  <a:cubicBezTo>
                    <a:pt x="517" y="1135"/>
                    <a:pt x="516" y="1140"/>
                    <a:pt x="516" y="1145"/>
                  </a:cubicBezTo>
                  <a:cubicBezTo>
                    <a:pt x="516" y="1149"/>
                    <a:pt x="516" y="1154"/>
                    <a:pt x="520" y="1157"/>
                  </a:cubicBezTo>
                  <a:cubicBezTo>
                    <a:pt x="523" y="1161"/>
                    <a:pt x="530" y="1161"/>
                    <a:pt x="534" y="1160"/>
                  </a:cubicBezTo>
                  <a:cubicBezTo>
                    <a:pt x="545" y="1158"/>
                    <a:pt x="554" y="1153"/>
                    <a:pt x="564" y="1148"/>
                  </a:cubicBezTo>
                  <a:cubicBezTo>
                    <a:pt x="589" y="1134"/>
                    <a:pt x="614" y="1120"/>
                    <a:pt x="639" y="1105"/>
                  </a:cubicBezTo>
                  <a:cubicBezTo>
                    <a:pt x="651" y="1097"/>
                    <a:pt x="663" y="1089"/>
                    <a:pt x="675" y="1081"/>
                  </a:cubicBezTo>
                  <a:cubicBezTo>
                    <a:pt x="728" y="1044"/>
                    <a:pt x="728" y="1044"/>
                    <a:pt x="728" y="1044"/>
                  </a:cubicBezTo>
                  <a:cubicBezTo>
                    <a:pt x="781" y="1006"/>
                    <a:pt x="781" y="1006"/>
                    <a:pt x="781" y="1006"/>
                  </a:cubicBezTo>
                  <a:cubicBezTo>
                    <a:pt x="798" y="994"/>
                    <a:pt x="815" y="981"/>
                    <a:pt x="833" y="968"/>
                  </a:cubicBezTo>
                  <a:cubicBezTo>
                    <a:pt x="844" y="960"/>
                    <a:pt x="844" y="960"/>
                    <a:pt x="844" y="960"/>
                  </a:cubicBezTo>
                  <a:cubicBezTo>
                    <a:pt x="850" y="956"/>
                    <a:pt x="850" y="956"/>
                    <a:pt x="850" y="956"/>
                  </a:cubicBezTo>
                  <a:cubicBezTo>
                    <a:pt x="856" y="951"/>
                    <a:pt x="856" y="951"/>
                    <a:pt x="856" y="951"/>
                  </a:cubicBezTo>
                  <a:cubicBezTo>
                    <a:pt x="867" y="941"/>
                    <a:pt x="879" y="931"/>
                    <a:pt x="883" y="918"/>
                  </a:cubicBezTo>
                  <a:cubicBezTo>
                    <a:pt x="884" y="912"/>
                    <a:pt x="883" y="906"/>
                    <a:pt x="882" y="9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ja-JP" altLang="en-US"/>
            </a:p>
          </p:txBody>
        </p:sp>
      </p:grpSp>
      <p:sp>
        <p:nvSpPr>
          <p:cNvPr id="44" name="Speech Bubble: Rectangle 43">
            <a:extLst>
              <a:ext uri="{FF2B5EF4-FFF2-40B4-BE49-F238E27FC236}">
                <a16:creationId xmlns:a16="http://schemas.microsoft.com/office/drawing/2014/main" id="{17AEFD4C-4769-464C-87D4-8FC318B99CAD}"/>
              </a:ext>
            </a:extLst>
          </p:cNvPr>
          <p:cNvSpPr/>
          <p:nvPr/>
        </p:nvSpPr>
        <p:spPr>
          <a:xfrm>
            <a:off x="7038350" y="2609693"/>
            <a:ext cx="2040285" cy="1091479"/>
          </a:xfrm>
          <a:prstGeom prst="wedgeRectCallout">
            <a:avLst>
              <a:gd name="adj1" fmla="val -47066"/>
              <a:gd name="adj2" fmla="val -4493"/>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lnSpc>
                <a:spcPct val="90000"/>
              </a:lnSpc>
            </a:pPr>
            <a:r>
              <a:rPr kumimoji="1" lang="en-US" altLang="ja-JP" sz="1400" u="sng">
                <a:solidFill>
                  <a:schemeClr val="bg1"/>
                </a:solidFill>
                <a:latin typeface="Times New Roman" panose="02020603050405020304" pitchFamily="18" charset="0"/>
                <a:cs typeface="Times New Roman" panose="02020603050405020304" pitchFamily="18" charset="0"/>
              </a:rPr>
              <a:t>Sau khi nhập ngày sản xuất thì bấm vào nút này, chương trình sẽ tự động download BOM R3 và phân chia vào từng thư mục máy</a:t>
            </a:r>
            <a:endParaRPr kumimoji="1" lang="ja-JP" altLang="en-US" sz="1400" u="sng">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2130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8EB0F13-8FD4-A98D-61E4-4C5A42B38C12}"/>
              </a:ext>
            </a:extLst>
          </p:cNvPr>
          <p:cNvSpPr>
            <a:spLocks noGrp="1"/>
          </p:cNvSpPr>
          <p:nvPr>
            <p:ph type="sldNum" sz="quarter" idx="4"/>
          </p:nvPr>
        </p:nvSpPr>
        <p:spPr/>
        <p:txBody>
          <a:bodyPr/>
          <a:lstStyle/>
          <a:p>
            <a:fld id="{E38BFB4B-70AE-4AFC-9806-78E9768488DC}" type="slidenum">
              <a:rPr lang="fr-FR" altLang="ja-JP" sz="1600" smtClean="0">
                <a:solidFill>
                  <a:schemeClr val="tx1"/>
                </a:solidFill>
              </a:rPr>
              <a:pPr/>
              <a:t>23</a:t>
            </a:fld>
            <a:endParaRPr lang="fr-FR" altLang="ja-JP" sz="1600">
              <a:solidFill>
                <a:schemeClr val="tx1"/>
              </a:solidFill>
            </a:endParaRPr>
          </a:p>
          <a:p>
            <a:r>
              <a:rPr lang="fr-FR" altLang="ja-JP" sz="1000"/>
              <a:t>©20</a:t>
            </a:r>
            <a:r>
              <a:rPr lang="en-US" altLang="ja-JP" sz="1000"/>
              <a:t>19</a:t>
            </a:r>
            <a:r>
              <a:rPr lang="fr-FR" altLang="ja-JP" sz="1000"/>
              <a:t> KYOCERA Document Solutions Inc.</a:t>
            </a:r>
            <a:endParaRPr lang="en-US" sz="1000"/>
          </a:p>
        </p:txBody>
      </p:sp>
      <p:cxnSp>
        <p:nvCxnSpPr>
          <p:cNvPr id="11" name="Straight Connector 10">
            <a:extLst>
              <a:ext uri="{FF2B5EF4-FFF2-40B4-BE49-F238E27FC236}">
                <a16:creationId xmlns:a16="http://schemas.microsoft.com/office/drawing/2014/main" id="{0AEC1FAA-157F-FDA2-1B9D-0AF67B466CA3}"/>
              </a:ext>
            </a:extLst>
          </p:cNvPr>
          <p:cNvCxnSpPr/>
          <p:nvPr/>
        </p:nvCxnSpPr>
        <p:spPr>
          <a:xfrm>
            <a:off x="0" y="472118"/>
            <a:ext cx="914400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14" name="Title 1">
            <a:extLst>
              <a:ext uri="{FF2B5EF4-FFF2-40B4-BE49-F238E27FC236}">
                <a16:creationId xmlns:a16="http://schemas.microsoft.com/office/drawing/2014/main" id="{E099A37F-803F-1BD6-80CD-AF51918E12F0}"/>
              </a:ext>
            </a:extLst>
          </p:cNvPr>
          <p:cNvSpPr>
            <a:spLocks noGrp="1"/>
          </p:cNvSpPr>
          <p:nvPr>
            <p:ph type="title"/>
          </p:nvPr>
        </p:nvSpPr>
        <p:spPr>
          <a:xfrm>
            <a:off x="0" y="0"/>
            <a:ext cx="9144000" cy="410695"/>
          </a:xfrm>
        </p:spPr>
        <p:txBody>
          <a:bodyPr>
            <a:noAutofit/>
          </a:bodyPr>
          <a:lstStyle/>
          <a:p>
            <a:r>
              <a:rPr kumimoji="1" lang="en-US" altLang="ja-JP" sz="2000">
                <a:latin typeface="Times New Roman" panose="02020603050405020304" pitchFamily="18" charset="0"/>
                <a:cs typeface="Times New Roman" panose="02020603050405020304" pitchFamily="18" charset="0"/>
              </a:rPr>
              <a:t>5.6. Hướng dẫn sử dụng (phía Leader)_sử dụng chức năng Tự động download R3</a:t>
            </a:r>
            <a:endParaRPr kumimoji="1" lang="ja-JP" altLang="en-US" sz="200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43B2B4DD-3DEA-64C3-ABA7-82CBBA63501B}"/>
              </a:ext>
            </a:extLst>
          </p:cNvPr>
          <p:cNvPicPr>
            <a:picLocks noChangeAspect="1"/>
          </p:cNvPicPr>
          <p:nvPr/>
        </p:nvPicPr>
        <p:blipFill>
          <a:blip r:embed="rId2"/>
          <a:stretch>
            <a:fillRect/>
          </a:stretch>
        </p:blipFill>
        <p:spPr>
          <a:xfrm>
            <a:off x="0" y="533542"/>
            <a:ext cx="4011964" cy="2667140"/>
          </a:xfrm>
          <a:prstGeom prst="rect">
            <a:avLst/>
          </a:prstGeom>
        </p:spPr>
      </p:pic>
      <p:sp>
        <p:nvSpPr>
          <p:cNvPr id="10" name="Speech Bubble: Rectangle 9">
            <a:extLst>
              <a:ext uri="{FF2B5EF4-FFF2-40B4-BE49-F238E27FC236}">
                <a16:creationId xmlns:a16="http://schemas.microsoft.com/office/drawing/2014/main" id="{41D8DCC2-9D34-08EB-AAFD-E03CCF5B5A3C}"/>
              </a:ext>
            </a:extLst>
          </p:cNvPr>
          <p:cNvSpPr/>
          <p:nvPr/>
        </p:nvSpPr>
        <p:spPr>
          <a:xfrm>
            <a:off x="381106" y="2444012"/>
            <a:ext cx="2392288" cy="719238"/>
          </a:xfrm>
          <a:prstGeom prst="wedgeRectCallout">
            <a:avLst>
              <a:gd name="adj1" fmla="val -18782"/>
              <a:gd name="adj2" fmla="val -103824"/>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pPr>
            <a:r>
              <a:rPr kumimoji="1" lang="ja-JP" altLang="en-US" sz="1500">
                <a:solidFill>
                  <a:srgbClr val="FF0000"/>
                </a:solidFill>
                <a:latin typeface="Times New Roman" panose="02020603050405020304" pitchFamily="18" charset="0"/>
                <a:cs typeface="Times New Roman" panose="02020603050405020304" pitchFamily="18" charset="0"/>
              </a:rPr>
              <a:t>②</a:t>
            </a:r>
            <a:r>
              <a:rPr kumimoji="1" lang="en-US" altLang="ja-JP" sz="1500">
                <a:latin typeface="Times New Roman" panose="02020603050405020304" pitchFamily="18" charset="0"/>
                <a:cs typeface="Times New Roman" panose="02020603050405020304" pitchFamily="18" charset="0"/>
              </a:rPr>
              <a:t>Trường hợp các hướng xuất chung ngày sản xuất(DMT</a:t>
            </a:r>
            <a:r>
              <a:rPr kumimoji="1" lang="ja-JP" altLang="en-US" sz="1500">
                <a:latin typeface="Times New Roman" panose="02020603050405020304" pitchFamily="18" charset="0"/>
                <a:cs typeface="Times New Roman" panose="02020603050405020304" pitchFamily="18" charset="0"/>
              </a:rPr>
              <a:t>➞</a:t>
            </a:r>
            <a:r>
              <a:rPr kumimoji="1" lang="en-US" altLang="ja-JP" sz="1500">
                <a:latin typeface="Times New Roman" panose="02020603050405020304" pitchFamily="18" charset="0"/>
                <a:cs typeface="Times New Roman" panose="02020603050405020304" pitchFamily="18" charset="0"/>
              </a:rPr>
              <a:t>trở đi)</a:t>
            </a:r>
            <a:endParaRPr kumimoji="1" lang="ja-JP" altLang="en-US" sz="150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E2B54A3-6520-5633-66FA-89A31CAF88C2}"/>
              </a:ext>
            </a:extLst>
          </p:cNvPr>
          <p:cNvPicPr>
            <a:picLocks noChangeAspect="1"/>
          </p:cNvPicPr>
          <p:nvPr/>
        </p:nvPicPr>
        <p:blipFill>
          <a:blip r:embed="rId3"/>
          <a:stretch>
            <a:fillRect/>
          </a:stretch>
        </p:blipFill>
        <p:spPr>
          <a:xfrm>
            <a:off x="0" y="3215265"/>
            <a:ext cx="4011964" cy="2842810"/>
          </a:xfrm>
          <a:prstGeom prst="rect">
            <a:avLst/>
          </a:prstGeom>
        </p:spPr>
      </p:pic>
      <p:pic>
        <p:nvPicPr>
          <p:cNvPr id="6" name="Picture 5">
            <a:extLst>
              <a:ext uri="{FF2B5EF4-FFF2-40B4-BE49-F238E27FC236}">
                <a16:creationId xmlns:a16="http://schemas.microsoft.com/office/drawing/2014/main" id="{583F5F9C-58CA-2B7F-7202-4061467FFDE6}"/>
              </a:ext>
            </a:extLst>
          </p:cNvPr>
          <p:cNvPicPr>
            <a:picLocks noChangeAspect="1"/>
          </p:cNvPicPr>
          <p:nvPr/>
        </p:nvPicPr>
        <p:blipFill>
          <a:blip r:embed="rId4"/>
          <a:stretch>
            <a:fillRect/>
          </a:stretch>
        </p:blipFill>
        <p:spPr>
          <a:xfrm>
            <a:off x="4011964" y="509187"/>
            <a:ext cx="1732785" cy="1992020"/>
          </a:xfrm>
          <a:prstGeom prst="rect">
            <a:avLst/>
          </a:prstGeom>
        </p:spPr>
      </p:pic>
      <p:sp>
        <p:nvSpPr>
          <p:cNvPr id="7" name="Speech Bubble: Rectangle 6">
            <a:extLst>
              <a:ext uri="{FF2B5EF4-FFF2-40B4-BE49-F238E27FC236}">
                <a16:creationId xmlns:a16="http://schemas.microsoft.com/office/drawing/2014/main" id="{353E7FDD-6A3E-FF7A-596F-B13E2BC3E413}"/>
              </a:ext>
            </a:extLst>
          </p:cNvPr>
          <p:cNvSpPr/>
          <p:nvPr/>
        </p:nvSpPr>
        <p:spPr>
          <a:xfrm>
            <a:off x="1707736" y="4751533"/>
            <a:ext cx="2392288" cy="719238"/>
          </a:xfrm>
          <a:prstGeom prst="wedgeRectCallout">
            <a:avLst>
              <a:gd name="adj1" fmla="val -74550"/>
              <a:gd name="adj2" fmla="val -74646"/>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pPr>
            <a:r>
              <a:rPr kumimoji="1" lang="en-US" altLang="ja-JP" sz="1500">
                <a:solidFill>
                  <a:schemeClr val="bg1"/>
                </a:solidFill>
                <a:latin typeface="Times New Roman" panose="02020603050405020304" pitchFamily="18" charset="0"/>
                <a:cs typeface="Times New Roman" panose="02020603050405020304" pitchFamily="18" charset="0"/>
              </a:rPr>
              <a:t>Nhập ngày tháng sản xuất đại diện cho tất cả hướng xuất cần so sánh BOM</a:t>
            </a:r>
            <a:endParaRPr kumimoji="1" lang="ja-JP" altLang="en-US" sz="1500">
              <a:solidFill>
                <a:schemeClr val="bg1"/>
              </a:solidFill>
              <a:latin typeface="Times New Roman" panose="02020603050405020304" pitchFamily="18" charset="0"/>
              <a:cs typeface="Times New Roman" panose="02020603050405020304" pitchFamily="18" charset="0"/>
            </a:endParaRPr>
          </a:p>
        </p:txBody>
      </p:sp>
      <p:grpSp>
        <p:nvGrpSpPr>
          <p:cNvPr id="13" name="Group 12">
            <a:extLst>
              <a:ext uri="{FF2B5EF4-FFF2-40B4-BE49-F238E27FC236}">
                <a16:creationId xmlns:a16="http://schemas.microsoft.com/office/drawing/2014/main" id="{A1609305-355B-BB96-9D8E-04EA524BAC5C}"/>
              </a:ext>
            </a:extLst>
          </p:cNvPr>
          <p:cNvGrpSpPr>
            <a:grpSpLocks noChangeAspect="1"/>
          </p:cNvGrpSpPr>
          <p:nvPr/>
        </p:nvGrpSpPr>
        <p:grpSpPr bwMode="auto">
          <a:xfrm rot="2162947">
            <a:off x="723070" y="4978171"/>
            <a:ext cx="525659" cy="556684"/>
            <a:chOff x="258535" y="462642"/>
            <a:chExt cx="1538" cy="1581"/>
          </a:xfrm>
          <a:solidFill>
            <a:srgbClr val="FF0000"/>
          </a:solidFill>
        </p:grpSpPr>
        <p:sp>
          <p:nvSpPr>
            <p:cNvPr id="15" name="Freeform 82">
              <a:extLst>
                <a:ext uri="{FF2B5EF4-FFF2-40B4-BE49-F238E27FC236}">
                  <a16:creationId xmlns:a16="http://schemas.microsoft.com/office/drawing/2014/main" id="{BEAFB6BA-A1BB-146B-CDBE-63589176B619}"/>
                </a:ext>
              </a:extLst>
            </p:cNvPr>
            <p:cNvSpPr>
              <a:spLocks/>
            </p:cNvSpPr>
            <p:nvPr/>
          </p:nvSpPr>
          <p:spPr bwMode="auto">
            <a:xfrm>
              <a:off x="258535" y="462642"/>
              <a:ext cx="1046" cy="1479"/>
            </a:xfrm>
            <a:custGeom>
              <a:avLst/>
              <a:gdLst>
                <a:gd name="T0" fmla="*/ 648 w 858"/>
                <a:gd name="T1" fmla="*/ 980 h 1212"/>
                <a:gd name="T2" fmla="*/ 482 w 858"/>
                <a:gd name="T3" fmla="*/ 934 h 1212"/>
                <a:gd name="T4" fmla="*/ 276 w 858"/>
                <a:gd name="T5" fmla="*/ 861 h 1212"/>
                <a:gd name="T6" fmla="*/ 67 w 858"/>
                <a:gd name="T7" fmla="*/ 806 h 1212"/>
                <a:gd name="T8" fmla="*/ 36 w 858"/>
                <a:gd name="T9" fmla="*/ 761 h 1212"/>
                <a:gd name="T10" fmla="*/ 40 w 858"/>
                <a:gd name="T11" fmla="*/ 752 h 1212"/>
                <a:gd name="T12" fmla="*/ 51 w 858"/>
                <a:gd name="T13" fmla="*/ 735 h 1212"/>
                <a:gd name="T14" fmla="*/ 182 w 858"/>
                <a:gd name="T15" fmla="*/ 698 h 1212"/>
                <a:gd name="T16" fmla="*/ 312 w 858"/>
                <a:gd name="T17" fmla="*/ 720 h 1212"/>
                <a:gd name="T18" fmla="*/ 372 w 858"/>
                <a:gd name="T19" fmla="*/ 730 h 1212"/>
                <a:gd name="T20" fmla="*/ 390 w 858"/>
                <a:gd name="T21" fmla="*/ 723 h 1212"/>
                <a:gd name="T22" fmla="*/ 404 w 858"/>
                <a:gd name="T23" fmla="*/ 710 h 1212"/>
                <a:gd name="T24" fmla="*/ 419 w 858"/>
                <a:gd name="T25" fmla="*/ 659 h 1212"/>
                <a:gd name="T26" fmla="*/ 406 w 858"/>
                <a:gd name="T27" fmla="*/ 614 h 1212"/>
                <a:gd name="T28" fmla="*/ 400 w 858"/>
                <a:gd name="T29" fmla="*/ 604 h 1212"/>
                <a:gd name="T30" fmla="*/ 364 w 858"/>
                <a:gd name="T31" fmla="*/ 541 h 1212"/>
                <a:gd name="T32" fmla="*/ 136 w 858"/>
                <a:gd name="T33" fmla="*/ 173 h 1212"/>
                <a:gd name="T34" fmla="*/ 110 w 858"/>
                <a:gd name="T35" fmla="*/ 83 h 1212"/>
                <a:gd name="T36" fmla="*/ 141 w 858"/>
                <a:gd name="T37" fmla="*/ 54 h 1212"/>
                <a:gd name="T38" fmla="*/ 169 w 858"/>
                <a:gd name="T39" fmla="*/ 58 h 1212"/>
                <a:gd name="T40" fmla="*/ 237 w 858"/>
                <a:gd name="T41" fmla="*/ 138 h 1212"/>
                <a:gd name="T42" fmla="*/ 440 w 858"/>
                <a:gd name="T43" fmla="*/ 456 h 1212"/>
                <a:gd name="T44" fmla="*/ 498 w 858"/>
                <a:gd name="T45" fmla="*/ 490 h 1212"/>
                <a:gd name="T46" fmla="*/ 392 w 858"/>
                <a:gd name="T47" fmla="*/ 281 h 1212"/>
                <a:gd name="T48" fmla="*/ 255 w 858"/>
                <a:gd name="T49" fmla="*/ 67 h 1212"/>
                <a:gd name="T50" fmla="*/ 207 w 858"/>
                <a:gd name="T51" fmla="*/ 17 h 1212"/>
                <a:gd name="T52" fmla="*/ 143 w 858"/>
                <a:gd name="T53" fmla="*/ 0 h 1212"/>
                <a:gd name="T54" fmla="*/ 69 w 858"/>
                <a:gd name="T55" fmla="*/ 43 h 1212"/>
                <a:gd name="T56" fmla="*/ 57 w 858"/>
                <a:gd name="T57" fmla="*/ 126 h 1212"/>
                <a:gd name="T58" fmla="*/ 121 w 858"/>
                <a:gd name="T59" fmla="*/ 252 h 1212"/>
                <a:gd name="T60" fmla="*/ 349 w 858"/>
                <a:gd name="T61" fmla="*/ 620 h 1212"/>
                <a:gd name="T62" fmla="*/ 366 w 858"/>
                <a:gd name="T63" fmla="*/ 659 h 1212"/>
                <a:gd name="T64" fmla="*/ 365 w 858"/>
                <a:gd name="T65" fmla="*/ 675 h 1212"/>
                <a:gd name="T66" fmla="*/ 345 w 858"/>
                <a:gd name="T67" fmla="*/ 680 h 1212"/>
                <a:gd name="T68" fmla="*/ 239 w 858"/>
                <a:gd name="T69" fmla="*/ 657 h 1212"/>
                <a:gd name="T70" fmla="*/ 52 w 858"/>
                <a:gd name="T71" fmla="*/ 684 h 1212"/>
                <a:gd name="T72" fmla="*/ 2 w 858"/>
                <a:gd name="T73" fmla="*/ 753 h 1212"/>
                <a:gd name="T74" fmla="*/ 58 w 858"/>
                <a:gd name="T75" fmla="*/ 838 h 1212"/>
                <a:gd name="T76" fmla="*/ 327 w 858"/>
                <a:gd name="T77" fmla="*/ 906 h 1212"/>
                <a:gd name="T78" fmla="*/ 459 w 858"/>
                <a:gd name="T79" fmla="*/ 954 h 1212"/>
                <a:gd name="T80" fmla="*/ 596 w 858"/>
                <a:gd name="T81" fmla="*/ 985 h 1212"/>
                <a:gd name="T82" fmla="*/ 810 w 858"/>
                <a:gd name="T83" fmla="*/ 1153 h 1212"/>
                <a:gd name="T84" fmla="*/ 847 w 858"/>
                <a:gd name="T85" fmla="*/ 1210 h 1212"/>
                <a:gd name="T86" fmla="*/ 756 w 858"/>
                <a:gd name="T87" fmla="*/ 1057 h 1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8" h="1212">
                  <a:moveTo>
                    <a:pt x="756" y="1057"/>
                  </a:moveTo>
                  <a:cubicBezTo>
                    <a:pt x="736" y="1036"/>
                    <a:pt x="713" y="1017"/>
                    <a:pt x="687" y="1001"/>
                  </a:cubicBezTo>
                  <a:cubicBezTo>
                    <a:pt x="675" y="993"/>
                    <a:pt x="661" y="986"/>
                    <a:pt x="648" y="980"/>
                  </a:cubicBezTo>
                  <a:cubicBezTo>
                    <a:pt x="634" y="973"/>
                    <a:pt x="619" y="968"/>
                    <a:pt x="605" y="964"/>
                  </a:cubicBezTo>
                  <a:cubicBezTo>
                    <a:pt x="576" y="956"/>
                    <a:pt x="548" y="951"/>
                    <a:pt x="521" y="945"/>
                  </a:cubicBezTo>
                  <a:cubicBezTo>
                    <a:pt x="507" y="942"/>
                    <a:pt x="494" y="938"/>
                    <a:pt x="482" y="934"/>
                  </a:cubicBezTo>
                  <a:cubicBezTo>
                    <a:pt x="469" y="929"/>
                    <a:pt x="456" y="924"/>
                    <a:pt x="442" y="918"/>
                  </a:cubicBezTo>
                  <a:cubicBezTo>
                    <a:pt x="416" y="908"/>
                    <a:pt x="389" y="896"/>
                    <a:pt x="360" y="887"/>
                  </a:cubicBezTo>
                  <a:cubicBezTo>
                    <a:pt x="332" y="878"/>
                    <a:pt x="304" y="869"/>
                    <a:pt x="276" y="861"/>
                  </a:cubicBezTo>
                  <a:cubicBezTo>
                    <a:pt x="220" y="845"/>
                    <a:pt x="163" y="831"/>
                    <a:pt x="107" y="817"/>
                  </a:cubicBezTo>
                  <a:cubicBezTo>
                    <a:pt x="86" y="812"/>
                    <a:pt x="86" y="812"/>
                    <a:pt x="86" y="812"/>
                  </a:cubicBezTo>
                  <a:cubicBezTo>
                    <a:pt x="79" y="810"/>
                    <a:pt x="73" y="808"/>
                    <a:pt x="67" y="806"/>
                  </a:cubicBezTo>
                  <a:cubicBezTo>
                    <a:pt x="55" y="802"/>
                    <a:pt x="46" y="796"/>
                    <a:pt x="42" y="791"/>
                  </a:cubicBezTo>
                  <a:cubicBezTo>
                    <a:pt x="37" y="785"/>
                    <a:pt x="34" y="775"/>
                    <a:pt x="36" y="765"/>
                  </a:cubicBezTo>
                  <a:cubicBezTo>
                    <a:pt x="36" y="764"/>
                    <a:pt x="36" y="762"/>
                    <a:pt x="36" y="761"/>
                  </a:cubicBezTo>
                  <a:cubicBezTo>
                    <a:pt x="37" y="759"/>
                    <a:pt x="37" y="759"/>
                    <a:pt x="37" y="759"/>
                  </a:cubicBezTo>
                  <a:cubicBezTo>
                    <a:pt x="38" y="757"/>
                    <a:pt x="38" y="757"/>
                    <a:pt x="38" y="757"/>
                  </a:cubicBezTo>
                  <a:cubicBezTo>
                    <a:pt x="40" y="752"/>
                    <a:pt x="40" y="752"/>
                    <a:pt x="40" y="752"/>
                  </a:cubicBezTo>
                  <a:cubicBezTo>
                    <a:pt x="40" y="750"/>
                    <a:pt x="41" y="749"/>
                    <a:pt x="42" y="747"/>
                  </a:cubicBezTo>
                  <a:cubicBezTo>
                    <a:pt x="43" y="744"/>
                    <a:pt x="46" y="742"/>
                    <a:pt x="47" y="739"/>
                  </a:cubicBezTo>
                  <a:cubicBezTo>
                    <a:pt x="48" y="738"/>
                    <a:pt x="50" y="736"/>
                    <a:pt x="51" y="735"/>
                  </a:cubicBezTo>
                  <a:cubicBezTo>
                    <a:pt x="52" y="734"/>
                    <a:pt x="53" y="733"/>
                    <a:pt x="54" y="731"/>
                  </a:cubicBezTo>
                  <a:cubicBezTo>
                    <a:pt x="68" y="717"/>
                    <a:pt x="89" y="709"/>
                    <a:pt x="112" y="704"/>
                  </a:cubicBezTo>
                  <a:cubicBezTo>
                    <a:pt x="134" y="699"/>
                    <a:pt x="158" y="698"/>
                    <a:pt x="182" y="698"/>
                  </a:cubicBezTo>
                  <a:cubicBezTo>
                    <a:pt x="207" y="699"/>
                    <a:pt x="231" y="702"/>
                    <a:pt x="256" y="706"/>
                  </a:cubicBezTo>
                  <a:cubicBezTo>
                    <a:pt x="268" y="709"/>
                    <a:pt x="281" y="711"/>
                    <a:pt x="293" y="715"/>
                  </a:cubicBezTo>
                  <a:cubicBezTo>
                    <a:pt x="300" y="716"/>
                    <a:pt x="306" y="718"/>
                    <a:pt x="312" y="720"/>
                  </a:cubicBezTo>
                  <a:cubicBezTo>
                    <a:pt x="315" y="721"/>
                    <a:pt x="318" y="722"/>
                    <a:pt x="321" y="723"/>
                  </a:cubicBezTo>
                  <a:cubicBezTo>
                    <a:pt x="325" y="724"/>
                    <a:pt x="325" y="725"/>
                    <a:pt x="334" y="728"/>
                  </a:cubicBezTo>
                  <a:cubicBezTo>
                    <a:pt x="346" y="732"/>
                    <a:pt x="359" y="733"/>
                    <a:pt x="372" y="730"/>
                  </a:cubicBezTo>
                  <a:cubicBezTo>
                    <a:pt x="375" y="729"/>
                    <a:pt x="378" y="728"/>
                    <a:pt x="381" y="727"/>
                  </a:cubicBezTo>
                  <a:cubicBezTo>
                    <a:pt x="382" y="726"/>
                    <a:pt x="384" y="726"/>
                    <a:pt x="385" y="725"/>
                  </a:cubicBezTo>
                  <a:cubicBezTo>
                    <a:pt x="390" y="723"/>
                    <a:pt x="390" y="723"/>
                    <a:pt x="390" y="723"/>
                  </a:cubicBezTo>
                  <a:cubicBezTo>
                    <a:pt x="391" y="722"/>
                    <a:pt x="392" y="721"/>
                    <a:pt x="394" y="720"/>
                  </a:cubicBezTo>
                  <a:cubicBezTo>
                    <a:pt x="397" y="717"/>
                    <a:pt x="397" y="717"/>
                    <a:pt x="397" y="717"/>
                  </a:cubicBezTo>
                  <a:cubicBezTo>
                    <a:pt x="400" y="715"/>
                    <a:pt x="402" y="713"/>
                    <a:pt x="404" y="710"/>
                  </a:cubicBezTo>
                  <a:cubicBezTo>
                    <a:pt x="412" y="700"/>
                    <a:pt x="417" y="688"/>
                    <a:pt x="418" y="674"/>
                  </a:cubicBezTo>
                  <a:cubicBezTo>
                    <a:pt x="419" y="671"/>
                    <a:pt x="419" y="668"/>
                    <a:pt x="419" y="664"/>
                  </a:cubicBezTo>
                  <a:cubicBezTo>
                    <a:pt x="419" y="663"/>
                    <a:pt x="419" y="661"/>
                    <a:pt x="419" y="659"/>
                  </a:cubicBezTo>
                  <a:cubicBezTo>
                    <a:pt x="418" y="654"/>
                    <a:pt x="418" y="654"/>
                    <a:pt x="418" y="654"/>
                  </a:cubicBezTo>
                  <a:cubicBezTo>
                    <a:pt x="417" y="649"/>
                    <a:pt x="417" y="645"/>
                    <a:pt x="415" y="640"/>
                  </a:cubicBezTo>
                  <a:cubicBezTo>
                    <a:pt x="413" y="631"/>
                    <a:pt x="410" y="622"/>
                    <a:pt x="406" y="614"/>
                  </a:cubicBezTo>
                  <a:cubicBezTo>
                    <a:pt x="404" y="611"/>
                    <a:pt x="404" y="611"/>
                    <a:pt x="404" y="611"/>
                  </a:cubicBezTo>
                  <a:cubicBezTo>
                    <a:pt x="403" y="608"/>
                    <a:pt x="403" y="608"/>
                    <a:pt x="403" y="608"/>
                  </a:cubicBezTo>
                  <a:cubicBezTo>
                    <a:pt x="400" y="604"/>
                    <a:pt x="400" y="604"/>
                    <a:pt x="400" y="604"/>
                  </a:cubicBezTo>
                  <a:cubicBezTo>
                    <a:pt x="395" y="595"/>
                    <a:pt x="395" y="595"/>
                    <a:pt x="395" y="595"/>
                  </a:cubicBezTo>
                  <a:cubicBezTo>
                    <a:pt x="385" y="577"/>
                    <a:pt x="385" y="577"/>
                    <a:pt x="385" y="577"/>
                  </a:cubicBezTo>
                  <a:cubicBezTo>
                    <a:pt x="364" y="541"/>
                    <a:pt x="364" y="541"/>
                    <a:pt x="364" y="541"/>
                  </a:cubicBezTo>
                  <a:cubicBezTo>
                    <a:pt x="337" y="494"/>
                    <a:pt x="308" y="447"/>
                    <a:pt x="279" y="401"/>
                  </a:cubicBezTo>
                  <a:cubicBezTo>
                    <a:pt x="255" y="362"/>
                    <a:pt x="231" y="324"/>
                    <a:pt x="207" y="287"/>
                  </a:cubicBezTo>
                  <a:cubicBezTo>
                    <a:pt x="183" y="249"/>
                    <a:pt x="160" y="211"/>
                    <a:pt x="136" y="173"/>
                  </a:cubicBezTo>
                  <a:cubicBezTo>
                    <a:pt x="126" y="156"/>
                    <a:pt x="117" y="140"/>
                    <a:pt x="112" y="125"/>
                  </a:cubicBezTo>
                  <a:cubicBezTo>
                    <a:pt x="110" y="118"/>
                    <a:pt x="108" y="110"/>
                    <a:pt x="108" y="103"/>
                  </a:cubicBezTo>
                  <a:cubicBezTo>
                    <a:pt x="108" y="96"/>
                    <a:pt x="108" y="89"/>
                    <a:pt x="110" y="83"/>
                  </a:cubicBezTo>
                  <a:cubicBezTo>
                    <a:pt x="114" y="71"/>
                    <a:pt x="121" y="62"/>
                    <a:pt x="132" y="57"/>
                  </a:cubicBezTo>
                  <a:cubicBezTo>
                    <a:pt x="136" y="56"/>
                    <a:pt x="136" y="56"/>
                    <a:pt x="136" y="56"/>
                  </a:cubicBezTo>
                  <a:cubicBezTo>
                    <a:pt x="141" y="54"/>
                    <a:pt x="141" y="54"/>
                    <a:pt x="141" y="54"/>
                  </a:cubicBezTo>
                  <a:cubicBezTo>
                    <a:pt x="142" y="54"/>
                    <a:pt x="144" y="54"/>
                    <a:pt x="146" y="54"/>
                  </a:cubicBezTo>
                  <a:cubicBezTo>
                    <a:pt x="147" y="54"/>
                    <a:pt x="149" y="53"/>
                    <a:pt x="150" y="53"/>
                  </a:cubicBezTo>
                  <a:cubicBezTo>
                    <a:pt x="156" y="53"/>
                    <a:pt x="163" y="55"/>
                    <a:pt x="169" y="58"/>
                  </a:cubicBezTo>
                  <a:cubicBezTo>
                    <a:pt x="175" y="60"/>
                    <a:pt x="181" y="64"/>
                    <a:pt x="187" y="70"/>
                  </a:cubicBezTo>
                  <a:cubicBezTo>
                    <a:pt x="193" y="75"/>
                    <a:pt x="199" y="82"/>
                    <a:pt x="204" y="89"/>
                  </a:cubicBezTo>
                  <a:cubicBezTo>
                    <a:pt x="215" y="103"/>
                    <a:pt x="225" y="120"/>
                    <a:pt x="237" y="138"/>
                  </a:cubicBezTo>
                  <a:cubicBezTo>
                    <a:pt x="303" y="240"/>
                    <a:pt x="303" y="240"/>
                    <a:pt x="303" y="240"/>
                  </a:cubicBezTo>
                  <a:cubicBezTo>
                    <a:pt x="367" y="343"/>
                    <a:pt x="367" y="343"/>
                    <a:pt x="367" y="343"/>
                  </a:cubicBezTo>
                  <a:cubicBezTo>
                    <a:pt x="390" y="381"/>
                    <a:pt x="414" y="420"/>
                    <a:pt x="440" y="456"/>
                  </a:cubicBezTo>
                  <a:cubicBezTo>
                    <a:pt x="447" y="466"/>
                    <a:pt x="456" y="479"/>
                    <a:pt x="466" y="484"/>
                  </a:cubicBezTo>
                  <a:cubicBezTo>
                    <a:pt x="472" y="487"/>
                    <a:pt x="478" y="490"/>
                    <a:pt x="485" y="492"/>
                  </a:cubicBezTo>
                  <a:cubicBezTo>
                    <a:pt x="490" y="493"/>
                    <a:pt x="495" y="494"/>
                    <a:pt x="498" y="490"/>
                  </a:cubicBezTo>
                  <a:cubicBezTo>
                    <a:pt x="502" y="485"/>
                    <a:pt x="499" y="475"/>
                    <a:pt x="496" y="468"/>
                  </a:cubicBezTo>
                  <a:cubicBezTo>
                    <a:pt x="490" y="450"/>
                    <a:pt x="480" y="433"/>
                    <a:pt x="471" y="416"/>
                  </a:cubicBezTo>
                  <a:cubicBezTo>
                    <a:pt x="445" y="371"/>
                    <a:pt x="419" y="326"/>
                    <a:pt x="392" y="281"/>
                  </a:cubicBezTo>
                  <a:cubicBezTo>
                    <a:pt x="379" y="259"/>
                    <a:pt x="365" y="237"/>
                    <a:pt x="351" y="215"/>
                  </a:cubicBezTo>
                  <a:cubicBezTo>
                    <a:pt x="288" y="117"/>
                    <a:pt x="288" y="117"/>
                    <a:pt x="288" y="117"/>
                  </a:cubicBezTo>
                  <a:cubicBezTo>
                    <a:pt x="277" y="101"/>
                    <a:pt x="267" y="84"/>
                    <a:pt x="255" y="67"/>
                  </a:cubicBezTo>
                  <a:cubicBezTo>
                    <a:pt x="249" y="58"/>
                    <a:pt x="242" y="49"/>
                    <a:pt x="235" y="41"/>
                  </a:cubicBezTo>
                  <a:cubicBezTo>
                    <a:pt x="231" y="37"/>
                    <a:pt x="227" y="33"/>
                    <a:pt x="222" y="29"/>
                  </a:cubicBezTo>
                  <a:cubicBezTo>
                    <a:pt x="218" y="25"/>
                    <a:pt x="213" y="21"/>
                    <a:pt x="207" y="17"/>
                  </a:cubicBezTo>
                  <a:cubicBezTo>
                    <a:pt x="197" y="11"/>
                    <a:pt x="185" y="5"/>
                    <a:pt x="173" y="2"/>
                  </a:cubicBezTo>
                  <a:cubicBezTo>
                    <a:pt x="166" y="1"/>
                    <a:pt x="160" y="0"/>
                    <a:pt x="153" y="0"/>
                  </a:cubicBezTo>
                  <a:cubicBezTo>
                    <a:pt x="150" y="0"/>
                    <a:pt x="146" y="0"/>
                    <a:pt x="143" y="0"/>
                  </a:cubicBezTo>
                  <a:cubicBezTo>
                    <a:pt x="140" y="0"/>
                    <a:pt x="137" y="1"/>
                    <a:pt x="133" y="1"/>
                  </a:cubicBezTo>
                  <a:cubicBezTo>
                    <a:pt x="121" y="3"/>
                    <a:pt x="108" y="8"/>
                    <a:pt x="97" y="15"/>
                  </a:cubicBezTo>
                  <a:cubicBezTo>
                    <a:pt x="86" y="22"/>
                    <a:pt x="76" y="32"/>
                    <a:pt x="69" y="43"/>
                  </a:cubicBezTo>
                  <a:cubicBezTo>
                    <a:pt x="61" y="56"/>
                    <a:pt x="57" y="71"/>
                    <a:pt x="55" y="85"/>
                  </a:cubicBezTo>
                  <a:cubicBezTo>
                    <a:pt x="54" y="92"/>
                    <a:pt x="54" y="99"/>
                    <a:pt x="54" y="106"/>
                  </a:cubicBezTo>
                  <a:cubicBezTo>
                    <a:pt x="55" y="113"/>
                    <a:pt x="56" y="119"/>
                    <a:pt x="57" y="126"/>
                  </a:cubicBezTo>
                  <a:cubicBezTo>
                    <a:pt x="60" y="139"/>
                    <a:pt x="64" y="151"/>
                    <a:pt x="69" y="163"/>
                  </a:cubicBezTo>
                  <a:cubicBezTo>
                    <a:pt x="74" y="174"/>
                    <a:pt x="80" y="185"/>
                    <a:pt x="86" y="194"/>
                  </a:cubicBezTo>
                  <a:cubicBezTo>
                    <a:pt x="121" y="252"/>
                    <a:pt x="121" y="252"/>
                    <a:pt x="121" y="252"/>
                  </a:cubicBezTo>
                  <a:cubicBezTo>
                    <a:pt x="133" y="271"/>
                    <a:pt x="145" y="290"/>
                    <a:pt x="157" y="309"/>
                  </a:cubicBezTo>
                  <a:cubicBezTo>
                    <a:pt x="218" y="407"/>
                    <a:pt x="281" y="504"/>
                    <a:pt x="339" y="603"/>
                  </a:cubicBezTo>
                  <a:cubicBezTo>
                    <a:pt x="349" y="620"/>
                    <a:pt x="349" y="620"/>
                    <a:pt x="349" y="620"/>
                  </a:cubicBezTo>
                  <a:cubicBezTo>
                    <a:pt x="359" y="637"/>
                    <a:pt x="359" y="637"/>
                    <a:pt x="359" y="637"/>
                  </a:cubicBezTo>
                  <a:cubicBezTo>
                    <a:pt x="361" y="641"/>
                    <a:pt x="363" y="646"/>
                    <a:pt x="365" y="652"/>
                  </a:cubicBezTo>
                  <a:cubicBezTo>
                    <a:pt x="365" y="654"/>
                    <a:pt x="366" y="657"/>
                    <a:pt x="366" y="659"/>
                  </a:cubicBezTo>
                  <a:cubicBezTo>
                    <a:pt x="367" y="660"/>
                    <a:pt x="367" y="662"/>
                    <a:pt x="367" y="662"/>
                  </a:cubicBezTo>
                  <a:cubicBezTo>
                    <a:pt x="367" y="663"/>
                    <a:pt x="367" y="664"/>
                    <a:pt x="367" y="664"/>
                  </a:cubicBezTo>
                  <a:cubicBezTo>
                    <a:pt x="367" y="668"/>
                    <a:pt x="367" y="671"/>
                    <a:pt x="365" y="675"/>
                  </a:cubicBezTo>
                  <a:cubicBezTo>
                    <a:pt x="363" y="678"/>
                    <a:pt x="360" y="680"/>
                    <a:pt x="356" y="681"/>
                  </a:cubicBezTo>
                  <a:cubicBezTo>
                    <a:pt x="353" y="682"/>
                    <a:pt x="350" y="681"/>
                    <a:pt x="347" y="681"/>
                  </a:cubicBezTo>
                  <a:cubicBezTo>
                    <a:pt x="345" y="680"/>
                    <a:pt x="345" y="680"/>
                    <a:pt x="345" y="680"/>
                  </a:cubicBezTo>
                  <a:cubicBezTo>
                    <a:pt x="340" y="678"/>
                    <a:pt x="340" y="678"/>
                    <a:pt x="340" y="678"/>
                  </a:cubicBezTo>
                  <a:cubicBezTo>
                    <a:pt x="331" y="676"/>
                    <a:pt x="331" y="676"/>
                    <a:pt x="331" y="676"/>
                  </a:cubicBezTo>
                  <a:cubicBezTo>
                    <a:pt x="300" y="667"/>
                    <a:pt x="270" y="661"/>
                    <a:pt x="239" y="657"/>
                  </a:cubicBezTo>
                  <a:cubicBezTo>
                    <a:pt x="207" y="654"/>
                    <a:pt x="176" y="653"/>
                    <a:pt x="144" y="656"/>
                  </a:cubicBezTo>
                  <a:cubicBezTo>
                    <a:pt x="128" y="657"/>
                    <a:pt x="112" y="660"/>
                    <a:pt x="97" y="665"/>
                  </a:cubicBezTo>
                  <a:cubicBezTo>
                    <a:pt x="81" y="669"/>
                    <a:pt x="66" y="675"/>
                    <a:pt x="52" y="684"/>
                  </a:cubicBezTo>
                  <a:cubicBezTo>
                    <a:pt x="38" y="693"/>
                    <a:pt x="25" y="705"/>
                    <a:pt x="16" y="719"/>
                  </a:cubicBezTo>
                  <a:cubicBezTo>
                    <a:pt x="11" y="726"/>
                    <a:pt x="8" y="733"/>
                    <a:pt x="5" y="741"/>
                  </a:cubicBezTo>
                  <a:cubicBezTo>
                    <a:pt x="4" y="745"/>
                    <a:pt x="2" y="749"/>
                    <a:pt x="2" y="753"/>
                  </a:cubicBezTo>
                  <a:cubicBezTo>
                    <a:pt x="1" y="757"/>
                    <a:pt x="0" y="762"/>
                    <a:pt x="0" y="766"/>
                  </a:cubicBezTo>
                  <a:cubicBezTo>
                    <a:pt x="0" y="783"/>
                    <a:pt x="5" y="800"/>
                    <a:pt x="17" y="812"/>
                  </a:cubicBezTo>
                  <a:cubicBezTo>
                    <a:pt x="28" y="825"/>
                    <a:pt x="43" y="833"/>
                    <a:pt x="58" y="838"/>
                  </a:cubicBezTo>
                  <a:cubicBezTo>
                    <a:pt x="73" y="843"/>
                    <a:pt x="88" y="846"/>
                    <a:pt x="103" y="850"/>
                  </a:cubicBezTo>
                  <a:cubicBezTo>
                    <a:pt x="118" y="854"/>
                    <a:pt x="133" y="858"/>
                    <a:pt x="148" y="861"/>
                  </a:cubicBezTo>
                  <a:cubicBezTo>
                    <a:pt x="208" y="877"/>
                    <a:pt x="268" y="889"/>
                    <a:pt x="327" y="906"/>
                  </a:cubicBezTo>
                  <a:cubicBezTo>
                    <a:pt x="342" y="911"/>
                    <a:pt x="357" y="915"/>
                    <a:pt x="371" y="920"/>
                  </a:cubicBezTo>
                  <a:cubicBezTo>
                    <a:pt x="386" y="926"/>
                    <a:pt x="401" y="931"/>
                    <a:pt x="415" y="937"/>
                  </a:cubicBezTo>
                  <a:cubicBezTo>
                    <a:pt x="430" y="942"/>
                    <a:pt x="444" y="948"/>
                    <a:pt x="459" y="954"/>
                  </a:cubicBezTo>
                  <a:cubicBezTo>
                    <a:pt x="466" y="956"/>
                    <a:pt x="474" y="959"/>
                    <a:pt x="481" y="961"/>
                  </a:cubicBezTo>
                  <a:cubicBezTo>
                    <a:pt x="489" y="964"/>
                    <a:pt x="496" y="966"/>
                    <a:pt x="504" y="967"/>
                  </a:cubicBezTo>
                  <a:cubicBezTo>
                    <a:pt x="535" y="975"/>
                    <a:pt x="565" y="978"/>
                    <a:pt x="596" y="985"/>
                  </a:cubicBezTo>
                  <a:cubicBezTo>
                    <a:pt x="626" y="992"/>
                    <a:pt x="655" y="1004"/>
                    <a:pt x="681" y="1020"/>
                  </a:cubicBezTo>
                  <a:cubicBezTo>
                    <a:pt x="707" y="1036"/>
                    <a:pt x="731" y="1057"/>
                    <a:pt x="752" y="1079"/>
                  </a:cubicBezTo>
                  <a:cubicBezTo>
                    <a:pt x="774" y="1102"/>
                    <a:pt x="792" y="1127"/>
                    <a:pt x="810" y="1153"/>
                  </a:cubicBezTo>
                  <a:cubicBezTo>
                    <a:pt x="819" y="1165"/>
                    <a:pt x="827" y="1177"/>
                    <a:pt x="835" y="1190"/>
                  </a:cubicBezTo>
                  <a:cubicBezTo>
                    <a:pt x="842" y="1201"/>
                    <a:pt x="842" y="1201"/>
                    <a:pt x="842" y="1201"/>
                  </a:cubicBezTo>
                  <a:cubicBezTo>
                    <a:pt x="843" y="1203"/>
                    <a:pt x="845" y="1208"/>
                    <a:pt x="847" y="1210"/>
                  </a:cubicBezTo>
                  <a:cubicBezTo>
                    <a:pt x="849" y="1211"/>
                    <a:pt x="851" y="1212"/>
                    <a:pt x="853" y="1211"/>
                  </a:cubicBezTo>
                  <a:cubicBezTo>
                    <a:pt x="857" y="1211"/>
                    <a:pt x="858" y="1205"/>
                    <a:pt x="855" y="1199"/>
                  </a:cubicBezTo>
                  <a:cubicBezTo>
                    <a:pt x="827" y="1150"/>
                    <a:pt x="797" y="1100"/>
                    <a:pt x="756" y="10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ja-JP" altLang="en-US"/>
            </a:p>
          </p:txBody>
        </p:sp>
        <p:sp>
          <p:nvSpPr>
            <p:cNvPr id="20" name="Freeform 83">
              <a:extLst>
                <a:ext uri="{FF2B5EF4-FFF2-40B4-BE49-F238E27FC236}">
                  <a16:creationId xmlns:a16="http://schemas.microsoft.com/office/drawing/2014/main" id="{55B75792-341C-2FAF-FD4D-CA1EC15B3733}"/>
                </a:ext>
              </a:extLst>
            </p:cNvPr>
            <p:cNvSpPr>
              <a:spLocks/>
            </p:cNvSpPr>
            <p:nvPr/>
          </p:nvSpPr>
          <p:spPr bwMode="auto">
            <a:xfrm>
              <a:off x="258996" y="462807"/>
              <a:ext cx="1077" cy="1416"/>
            </a:xfrm>
            <a:custGeom>
              <a:avLst/>
              <a:gdLst>
                <a:gd name="T0" fmla="*/ 878 w 884"/>
                <a:gd name="T1" fmla="*/ 892 h 1161"/>
                <a:gd name="T2" fmla="*/ 864 w 884"/>
                <a:gd name="T3" fmla="*/ 871 h 1161"/>
                <a:gd name="T4" fmla="*/ 822 w 884"/>
                <a:gd name="T5" fmla="*/ 784 h 1161"/>
                <a:gd name="T6" fmla="*/ 820 w 884"/>
                <a:gd name="T7" fmla="*/ 765 h 1161"/>
                <a:gd name="T8" fmla="*/ 823 w 884"/>
                <a:gd name="T9" fmla="*/ 748 h 1161"/>
                <a:gd name="T10" fmla="*/ 849 w 884"/>
                <a:gd name="T11" fmla="*/ 604 h 1161"/>
                <a:gd name="T12" fmla="*/ 800 w 884"/>
                <a:gd name="T13" fmla="*/ 461 h 1161"/>
                <a:gd name="T14" fmla="*/ 691 w 884"/>
                <a:gd name="T15" fmla="*/ 286 h 1161"/>
                <a:gd name="T16" fmla="*/ 552 w 884"/>
                <a:gd name="T17" fmla="*/ 70 h 1161"/>
                <a:gd name="T18" fmla="*/ 458 w 884"/>
                <a:gd name="T19" fmla="*/ 56 h 1161"/>
                <a:gd name="T20" fmla="*/ 409 w 884"/>
                <a:gd name="T21" fmla="*/ 113 h 1161"/>
                <a:gd name="T22" fmla="*/ 367 w 884"/>
                <a:gd name="T23" fmla="*/ 53 h 1161"/>
                <a:gd name="T24" fmla="*/ 321 w 884"/>
                <a:gd name="T25" fmla="*/ 12 h 1161"/>
                <a:gd name="T26" fmla="*/ 270 w 884"/>
                <a:gd name="T27" fmla="*/ 0 h 1161"/>
                <a:gd name="T28" fmla="*/ 226 w 884"/>
                <a:gd name="T29" fmla="*/ 15 h 1161"/>
                <a:gd name="T30" fmla="*/ 190 w 884"/>
                <a:gd name="T31" fmla="*/ 66 h 1161"/>
                <a:gd name="T32" fmla="*/ 138 w 884"/>
                <a:gd name="T33" fmla="*/ 41 h 1161"/>
                <a:gd name="T34" fmla="*/ 69 w 884"/>
                <a:gd name="T35" fmla="*/ 30 h 1161"/>
                <a:gd name="T36" fmla="*/ 2 w 884"/>
                <a:gd name="T37" fmla="*/ 101 h 1161"/>
                <a:gd name="T38" fmla="*/ 0 w 884"/>
                <a:gd name="T39" fmla="*/ 114 h 1161"/>
                <a:gd name="T40" fmla="*/ 23 w 884"/>
                <a:gd name="T41" fmla="*/ 92 h 1161"/>
                <a:gd name="T42" fmla="*/ 61 w 884"/>
                <a:gd name="T43" fmla="*/ 62 h 1161"/>
                <a:gd name="T44" fmla="*/ 114 w 884"/>
                <a:gd name="T45" fmla="*/ 67 h 1161"/>
                <a:gd name="T46" fmla="*/ 149 w 884"/>
                <a:gd name="T47" fmla="*/ 118 h 1161"/>
                <a:gd name="T48" fmla="*/ 236 w 884"/>
                <a:gd name="T49" fmla="*/ 247 h 1161"/>
                <a:gd name="T50" fmla="*/ 294 w 884"/>
                <a:gd name="T51" fmla="*/ 317 h 1161"/>
                <a:gd name="T52" fmla="*/ 327 w 884"/>
                <a:gd name="T53" fmla="*/ 309 h 1161"/>
                <a:gd name="T54" fmla="*/ 319 w 884"/>
                <a:gd name="T55" fmla="*/ 265 h 1161"/>
                <a:gd name="T56" fmla="*/ 283 w 884"/>
                <a:gd name="T57" fmla="*/ 221 h 1161"/>
                <a:gd name="T58" fmla="*/ 207 w 884"/>
                <a:gd name="T59" fmla="*/ 113 h 1161"/>
                <a:gd name="T60" fmla="*/ 206 w 884"/>
                <a:gd name="T61" fmla="*/ 84 h 1161"/>
                <a:gd name="T62" fmla="*/ 222 w 884"/>
                <a:gd name="T63" fmla="*/ 52 h 1161"/>
                <a:gd name="T64" fmla="*/ 240 w 884"/>
                <a:gd name="T65" fmla="*/ 40 h 1161"/>
                <a:gd name="T66" fmla="*/ 268 w 884"/>
                <a:gd name="T67" fmla="*/ 32 h 1161"/>
                <a:gd name="T68" fmla="*/ 272 w 884"/>
                <a:gd name="T69" fmla="*/ 33 h 1161"/>
                <a:gd name="T70" fmla="*/ 298 w 884"/>
                <a:gd name="T71" fmla="*/ 43 h 1161"/>
                <a:gd name="T72" fmla="*/ 305 w 884"/>
                <a:gd name="T73" fmla="*/ 50 h 1161"/>
                <a:gd name="T74" fmla="*/ 335 w 884"/>
                <a:gd name="T75" fmla="*/ 96 h 1161"/>
                <a:gd name="T76" fmla="*/ 388 w 884"/>
                <a:gd name="T77" fmla="*/ 181 h 1161"/>
                <a:gd name="T78" fmla="*/ 458 w 884"/>
                <a:gd name="T79" fmla="*/ 274 h 1161"/>
                <a:gd name="T80" fmla="*/ 498 w 884"/>
                <a:gd name="T81" fmla="*/ 292 h 1161"/>
                <a:gd name="T82" fmla="*/ 514 w 884"/>
                <a:gd name="T83" fmla="*/ 266 h 1161"/>
                <a:gd name="T84" fmla="*/ 477 w 884"/>
                <a:gd name="T85" fmla="*/ 211 h 1161"/>
                <a:gd name="T86" fmla="*/ 422 w 884"/>
                <a:gd name="T87" fmla="*/ 133 h 1161"/>
                <a:gd name="T88" fmla="*/ 455 w 884"/>
                <a:gd name="T89" fmla="*/ 78 h 1161"/>
                <a:gd name="T90" fmla="*/ 505 w 884"/>
                <a:gd name="T91" fmla="*/ 65 h 1161"/>
                <a:gd name="T92" fmla="*/ 581 w 884"/>
                <a:gd name="T93" fmla="*/ 161 h 1161"/>
                <a:gd name="T94" fmla="*/ 700 w 884"/>
                <a:gd name="T95" fmla="*/ 370 h 1161"/>
                <a:gd name="T96" fmla="*/ 796 w 884"/>
                <a:gd name="T97" fmla="*/ 573 h 1161"/>
                <a:gd name="T98" fmla="*/ 773 w 884"/>
                <a:gd name="T99" fmla="*/ 723 h 1161"/>
                <a:gd name="T100" fmla="*/ 767 w 884"/>
                <a:gd name="T101" fmla="*/ 752 h 1161"/>
                <a:gd name="T102" fmla="*/ 803 w 884"/>
                <a:gd name="T103" fmla="*/ 878 h 1161"/>
                <a:gd name="T104" fmla="*/ 821 w 884"/>
                <a:gd name="T105" fmla="*/ 904 h 1161"/>
                <a:gd name="T106" fmla="*/ 822 w 884"/>
                <a:gd name="T107" fmla="*/ 905 h 1161"/>
                <a:gd name="T108" fmla="*/ 802 w 884"/>
                <a:gd name="T109" fmla="*/ 925 h 1161"/>
                <a:gd name="T110" fmla="*/ 592 w 884"/>
                <a:gd name="T111" fmla="*/ 1070 h 1161"/>
                <a:gd name="T112" fmla="*/ 516 w 884"/>
                <a:gd name="T113" fmla="*/ 1145 h 1161"/>
                <a:gd name="T114" fmla="*/ 564 w 884"/>
                <a:gd name="T115" fmla="*/ 1148 h 1161"/>
                <a:gd name="T116" fmla="*/ 728 w 884"/>
                <a:gd name="T117" fmla="*/ 1044 h 1161"/>
                <a:gd name="T118" fmla="*/ 844 w 884"/>
                <a:gd name="T119" fmla="*/ 960 h 1161"/>
                <a:gd name="T120" fmla="*/ 883 w 884"/>
                <a:gd name="T121" fmla="*/ 918 h 1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884" h="1161">
                  <a:moveTo>
                    <a:pt x="882" y="901"/>
                  </a:moveTo>
                  <a:cubicBezTo>
                    <a:pt x="881" y="899"/>
                    <a:pt x="881" y="898"/>
                    <a:pt x="880" y="896"/>
                  </a:cubicBezTo>
                  <a:cubicBezTo>
                    <a:pt x="878" y="892"/>
                    <a:pt x="878" y="892"/>
                    <a:pt x="878" y="892"/>
                  </a:cubicBezTo>
                  <a:cubicBezTo>
                    <a:pt x="873" y="884"/>
                    <a:pt x="873" y="884"/>
                    <a:pt x="873" y="884"/>
                  </a:cubicBezTo>
                  <a:cubicBezTo>
                    <a:pt x="871" y="881"/>
                    <a:pt x="869" y="879"/>
                    <a:pt x="867" y="876"/>
                  </a:cubicBezTo>
                  <a:cubicBezTo>
                    <a:pt x="864" y="871"/>
                    <a:pt x="864" y="871"/>
                    <a:pt x="864" y="871"/>
                  </a:cubicBezTo>
                  <a:cubicBezTo>
                    <a:pt x="857" y="861"/>
                    <a:pt x="857" y="861"/>
                    <a:pt x="857" y="861"/>
                  </a:cubicBezTo>
                  <a:cubicBezTo>
                    <a:pt x="849" y="848"/>
                    <a:pt x="841" y="836"/>
                    <a:pt x="835" y="823"/>
                  </a:cubicBezTo>
                  <a:cubicBezTo>
                    <a:pt x="829" y="810"/>
                    <a:pt x="824" y="797"/>
                    <a:pt x="822" y="784"/>
                  </a:cubicBezTo>
                  <a:cubicBezTo>
                    <a:pt x="821" y="782"/>
                    <a:pt x="821" y="781"/>
                    <a:pt x="821" y="779"/>
                  </a:cubicBezTo>
                  <a:cubicBezTo>
                    <a:pt x="821" y="774"/>
                    <a:pt x="821" y="774"/>
                    <a:pt x="821" y="774"/>
                  </a:cubicBezTo>
                  <a:cubicBezTo>
                    <a:pt x="820" y="771"/>
                    <a:pt x="821" y="768"/>
                    <a:pt x="820" y="765"/>
                  </a:cubicBezTo>
                  <a:cubicBezTo>
                    <a:pt x="821" y="761"/>
                    <a:pt x="821" y="758"/>
                    <a:pt x="821" y="755"/>
                  </a:cubicBezTo>
                  <a:cubicBezTo>
                    <a:pt x="823" y="751"/>
                    <a:pt x="823" y="751"/>
                    <a:pt x="823" y="751"/>
                  </a:cubicBezTo>
                  <a:cubicBezTo>
                    <a:pt x="823" y="748"/>
                    <a:pt x="823" y="748"/>
                    <a:pt x="823" y="748"/>
                  </a:cubicBezTo>
                  <a:cubicBezTo>
                    <a:pt x="823" y="747"/>
                    <a:pt x="823" y="747"/>
                    <a:pt x="824" y="746"/>
                  </a:cubicBezTo>
                  <a:cubicBezTo>
                    <a:pt x="833" y="715"/>
                    <a:pt x="841" y="683"/>
                    <a:pt x="845" y="650"/>
                  </a:cubicBezTo>
                  <a:cubicBezTo>
                    <a:pt x="847" y="635"/>
                    <a:pt x="849" y="619"/>
                    <a:pt x="849" y="604"/>
                  </a:cubicBezTo>
                  <a:cubicBezTo>
                    <a:pt x="849" y="588"/>
                    <a:pt x="846" y="572"/>
                    <a:pt x="842" y="557"/>
                  </a:cubicBezTo>
                  <a:cubicBezTo>
                    <a:pt x="838" y="539"/>
                    <a:pt x="832" y="522"/>
                    <a:pt x="824" y="506"/>
                  </a:cubicBezTo>
                  <a:cubicBezTo>
                    <a:pt x="817" y="490"/>
                    <a:pt x="809" y="475"/>
                    <a:pt x="800" y="461"/>
                  </a:cubicBezTo>
                  <a:cubicBezTo>
                    <a:pt x="790" y="446"/>
                    <a:pt x="781" y="432"/>
                    <a:pt x="771" y="417"/>
                  </a:cubicBezTo>
                  <a:cubicBezTo>
                    <a:pt x="761" y="403"/>
                    <a:pt x="752" y="389"/>
                    <a:pt x="742" y="374"/>
                  </a:cubicBezTo>
                  <a:cubicBezTo>
                    <a:pt x="724" y="346"/>
                    <a:pt x="708" y="316"/>
                    <a:pt x="691" y="286"/>
                  </a:cubicBezTo>
                  <a:cubicBezTo>
                    <a:pt x="674" y="257"/>
                    <a:pt x="655" y="229"/>
                    <a:pt x="637" y="200"/>
                  </a:cubicBezTo>
                  <a:cubicBezTo>
                    <a:pt x="619" y="171"/>
                    <a:pt x="601" y="141"/>
                    <a:pt x="583" y="112"/>
                  </a:cubicBezTo>
                  <a:cubicBezTo>
                    <a:pt x="574" y="97"/>
                    <a:pt x="564" y="83"/>
                    <a:pt x="552" y="70"/>
                  </a:cubicBezTo>
                  <a:cubicBezTo>
                    <a:pt x="546" y="64"/>
                    <a:pt x="539" y="59"/>
                    <a:pt x="531" y="54"/>
                  </a:cubicBezTo>
                  <a:cubicBezTo>
                    <a:pt x="524" y="50"/>
                    <a:pt x="516" y="47"/>
                    <a:pt x="507" y="45"/>
                  </a:cubicBezTo>
                  <a:cubicBezTo>
                    <a:pt x="490" y="43"/>
                    <a:pt x="472" y="47"/>
                    <a:pt x="458" y="56"/>
                  </a:cubicBezTo>
                  <a:cubicBezTo>
                    <a:pt x="443" y="64"/>
                    <a:pt x="432" y="77"/>
                    <a:pt x="423" y="91"/>
                  </a:cubicBezTo>
                  <a:cubicBezTo>
                    <a:pt x="418" y="97"/>
                    <a:pt x="414" y="104"/>
                    <a:pt x="410" y="111"/>
                  </a:cubicBezTo>
                  <a:cubicBezTo>
                    <a:pt x="409" y="113"/>
                    <a:pt x="409" y="113"/>
                    <a:pt x="409" y="113"/>
                  </a:cubicBezTo>
                  <a:cubicBezTo>
                    <a:pt x="385" y="78"/>
                    <a:pt x="385" y="78"/>
                    <a:pt x="385" y="78"/>
                  </a:cubicBezTo>
                  <a:cubicBezTo>
                    <a:pt x="377" y="65"/>
                    <a:pt x="377" y="65"/>
                    <a:pt x="377" y="65"/>
                  </a:cubicBezTo>
                  <a:cubicBezTo>
                    <a:pt x="374" y="61"/>
                    <a:pt x="370" y="57"/>
                    <a:pt x="367" y="53"/>
                  </a:cubicBezTo>
                  <a:cubicBezTo>
                    <a:pt x="359" y="44"/>
                    <a:pt x="351" y="34"/>
                    <a:pt x="342" y="26"/>
                  </a:cubicBezTo>
                  <a:cubicBezTo>
                    <a:pt x="337" y="21"/>
                    <a:pt x="331" y="18"/>
                    <a:pt x="326" y="14"/>
                  </a:cubicBezTo>
                  <a:cubicBezTo>
                    <a:pt x="321" y="12"/>
                    <a:pt x="321" y="12"/>
                    <a:pt x="321" y="12"/>
                  </a:cubicBezTo>
                  <a:cubicBezTo>
                    <a:pt x="320" y="11"/>
                    <a:pt x="318" y="10"/>
                    <a:pt x="317" y="10"/>
                  </a:cubicBezTo>
                  <a:cubicBezTo>
                    <a:pt x="313" y="9"/>
                    <a:pt x="310" y="7"/>
                    <a:pt x="307" y="7"/>
                  </a:cubicBezTo>
                  <a:cubicBezTo>
                    <a:pt x="295" y="3"/>
                    <a:pt x="283" y="0"/>
                    <a:pt x="270" y="0"/>
                  </a:cubicBezTo>
                  <a:cubicBezTo>
                    <a:pt x="263" y="0"/>
                    <a:pt x="257" y="2"/>
                    <a:pt x="252" y="4"/>
                  </a:cubicBezTo>
                  <a:cubicBezTo>
                    <a:pt x="246" y="6"/>
                    <a:pt x="240" y="8"/>
                    <a:pt x="235" y="11"/>
                  </a:cubicBezTo>
                  <a:cubicBezTo>
                    <a:pt x="232" y="12"/>
                    <a:pt x="229" y="14"/>
                    <a:pt x="226" y="15"/>
                  </a:cubicBezTo>
                  <a:cubicBezTo>
                    <a:pt x="224" y="17"/>
                    <a:pt x="221" y="19"/>
                    <a:pt x="219" y="20"/>
                  </a:cubicBezTo>
                  <a:cubicBezTo>
                    <a:pt x="214" y="24"/>
                    <a:pt x="209" y="28"/>
                    <a:pt x="205" y="33"/>
                  </a:cubicBezTo>
                  <a:cubicBezTo>
                    <a:pt x="196" y="42"/>
                    <a:pt x="191" y="54"/>
                    <a:pt x="190" y="66"/>
                  </a:cubicBezTo>
                  <a:cubicBezTo>
                    <a:pt x="189" y="74"/>
                    <a:pt x="188" y="82"/>
                    <a:pt x="189" y="90"/>
                  </a:cubicBezTo>
                  <a:cubicBezTo>
                    <a:pt x="181" y="81"/>
                    <a:pt x="175" y="72"/>
                    <a:pt x="167" y="64"/>
                  </a:cubicBezTo>
                  <a:cubicBezTo>
                    <a:pt x="159" y="55"/>
                    <a:pt x="149" y="47"/>
                    <a:pt x="138" y="41"/>
                  </a:cubicBezTo>
                  <a:cubicBezTo>
                    <a:pt x="127" y="36"/>
                    <a:pt x="117" y="30"/>
                    <a:pt x="105" y="27"/>
                  </a:cubicBezTo>
                  <a:cubicBezTo>
                    <a:pt x="99" y="26"/>
                    <a:pt x="93" y="26"/>
                    <a:pt x="87" y="26"/>
                  </a:cubicBezTo>
                  <a:cubicBezTo>
                    <a:pt x="81" y="27"/>
                    <a:pt x="75" y="28"/>
                    <a:pt x="69" y="30"/>
                  </a:cubicBezTo>
                  <a:cubicBezTo>
                    <a:pt x="58" y="32"/>
                    <a:pt x="47" y="38"/>
                    <a:pt x="37" y="45"/>
                  </a:cubicBezTo>
                  <a:cubicBezTo>
                    <a:pt x="28" y="52"/>
                    <a:pt x="20" y="60"/>
                    <a:pt x="14" y="70"/>
                  </a:cubicBezTo>
                  <a:cubicBezTo>
                    <a:pt x="8" y="80"/>
                    <a:pt x="4" y="90"/>
                    <a:pt x="2" y="101"/>
                  </a:cubicBezTo>
                  <a:cubicBezTo>
                    <a:pt x="2" y="104"/>
                    <a:pt x="1" y="107"/>
                    <a:pt x="1" y="109"/>
                  </a:cubicBezTo>
                  <a:cubicBezTo>
                    <a:pt x="1" y="112"/>
                    <a:pt x="1" y="112"/>
                    <a:pt x="1" y="112"/>
                  </a:cubicBezTo>
                  <a:cubicBezTo>
                    <a:pt x="1" y="112"/>
                    <a:pt x="0" y="113"/>
                    <a:pt x="0" y="114"/>
                  </a:cubicBezTo>
                  <a:cubicBezTo>
                    <a:pt x="1" y="114"/>
                    <a:pt x="2" y="115"/>
                    <a:pt x="4" y="116"/>
                  </a:cubicBezTo>
                  <a:cubicBezTo>
                    <a:pt x="8" y="117"/>
                    <a:pt x="11" y="118"/>
                    <a:pt x="12" y="117"/>
                  </a:cubicBezTo>
                  <a:cubicBezTo>
                    <a:pt x="15" y="108"/>
                    <a:pt x="18" y="100"/>
                    <a:pt x="23" y="92"/>
                  </a:cubicBezTo>
                  <a:cubicBezTo>
                    <a:pt x="27" y="85"/>
                    <a:pt x="33" y="78"/>
                    <a:pt x="40" y="73"/>
                  </a:cubicBezTo>
                  <a:cubicBezTo>
                    <a:pt x="43" y="71"/>
                    <a:pt x="47" y="69"/>
                    <a:pt x="51" y="67"/>
                  </a:cubicBezTo>
                  <a:cubicBezTo>
                    <a:pt x="54" y="65"/>
                    <a:pt x="58" y="63"/>
                    <a:pt x="61" y="62"/>
                  </a:cubicBezTo>
                  <a:cubicBezTo>
                    <a:pt x="68" y="59"/>
                    <a:pt x="75" y="57"/>
                    <a:pt x="83" y="57"/>
                  </a:cubicBezTo>
                  <a:cubicBezTo>
                    <a:pt x="91" y="57"/>
                    <a:pt x="98" y="59"/>
                    <a:pt x="105" y="62"/>
                  </a:cubicBezTo>
                  <a:cubicBezTo>
                    <a:pt x="109" y="63"/>
                    <a:pt x="112" y="65"/>
                    <a:pt x="114" y="67"/>
                  </a:cubicBezTo>
                  <a:cubicBezTo>
                    <a:pt x="117" y="69"/>
                    <a:pt x="120" y="73"/>
                    <a:pt x="123" y="76"/>
                  </a:cubicBezTo>
                  <a:cubicBezTo>
                    <a:pt x="126" y="81"/>
                    <a:pt x="131" y="87"/>
                    <a:pt x="135" y="93"/>
                  </a:cubicBezTo>
                  <a:cubicBezTo>
                    <a:pt x="139" y="100"/>
                    <a:pt x="144" y="109"/>
                    <a:pt x="149" y="118"/>
                  </a:cubicBezTo>
                  <a:cubicBezTo>
                    <a:pt x="159" y="137"/>
                    <a:pt x="170" y="154"/>
                    <a:pt x="181" y="172"/>
                  </a:cubicBezTo>
                  <a:cubicBezTo>
                    <a:pt x="190" y="186"/>
                    <a:pt x="199" y="199"/>
                    <a:pt x="209" y="212"/>
                  </a:cubicBezTo>
                  <a:cubicBezTo>
                    <a:pt x="218" y="224"/>
                    <a:pt x="227" y="236"/>
                    <a:pt x="236" y="247"/>
                  </a:cubicBezTo>
                  <a:cubicBezTo>
                    <a:pt x="245" y="259"/>
                    <a:pt x="254" y="271"/>
                    <a:pt x="263" y="282"/>
                  </a:cubicBezTo>
                  <a:cubicBezTo>
                    <a:pt x="277" y="299"/>
                    <a:pt x="277" y="299"/>
                    <a:pt x="277" y="299"/>
                  </a:cubicBezTo>
                  <a:cubicBezTo>
                    <a:pt x="282" y="306"/>
                    <a:pt x="286" y="313"/>
                    <a:pt x="294" y="317"/>
                  </a:cubicBezTo>
                  <a:cubicBezTo>
                    <a:pt x="296" y="319"/>
                    <a:pt x="298" y="321"/>
                    <a:pt x="304" y="319"/>
                  </a:cubicBezTo>
                  <a:cubicBezTo>
                    <a:pt x="308" y="318"/>
                    <a:pt x="312" y="317"/>
                    <a:pt x="316" y="315"/>
                  </a:cubicBezTo>
                  <a:cubicBezTo>
                    <a:pt x="320" y="314"/>
                    <a:pt x="324" y="312"/>
                    <a:pt x="327" y="309"/>
                  </a:cubicBezTo>
                  <a:cubicBezTo>
                    <a:pt x="332" y="306"/>
                    <a:pt x="333" y="303"/>
                    <a:pt x="334" y="301"/>
                  </a:cubicBezTo>
                  <a:cubicBezTo>
                    <a:pt x="335" y="296"/>
                    <a:pt x="334" y="293"/>
                    <a:pt x="332" y="290"/>
                  </a:cubicBezTo>
                  <a:cubicBezTo>
                    <a:pt x="328" y="282"/>
                    <a:pt x="324" y="273"/>
                    <a:pt x="319" y="265"/>
                  </a:cubicBezTo>
                  <a:cubicBezTo>
                    <a:pt x="316" y="261"/>
                    <a:pt x="313" y="258"/>
                    <a:pt x="310" y="254"/>
                  </a:cubicBezTo>
                  <a:cubicBezTo>
                    <a:pt x="296" y="238"/>
                    <a:pt x="296" y="238"/>
                    <a:pt x="296" y="238"/>
                  </a:cubicBezTo>
                  <a:cubicBezTo>
                    <a:pt x="283" y="221"/>
                    <a:pt x="283" y="221"/>
                    <a:pt x="283" y="221"/>
                  </a:cubicBezTo>
                  <a:cubicBezTo>
                    <a:pt x="270" y="204"/>
                    <a:pt x="270" y="204"/>
                    <a:pt x="270" y="204"/>
                  </a:cubicBezTo>
                  <a:cubicBezTo>
                    <a:pt x="260" y="192"/>
                    <a:pt x="251" y="178"/>
                    <a:pt x="242" y="165"/>
                  </a:cubicBezTo>
                  <a:cubicBezTo>
                    <a:pt x="207" y="113"/>
                    <a:pt x="207" y="113"/>
                    <a:pt x="207" y="113"/>
                  </a:cubicBezTo>
                  <a:cubicBezTo>
                    <a:pt x="205" y="111"/>
                    <a:pt x="205" y="111"/>
                    <a:pt x="205" y="111"/>
                  </a:cubicBezTo>
                  <a:cubicBezTo>
                    <a:pt x="206" y="111"/>
                    <a:pt x="206" y="111"/>
                    <a:pt x="206" y="110"/>
                  </a:cubicBezTo>
                  <a:cubicBezTo>
                    <a:pt x="205" y="103"/>
                    <a:pt x="205" y="93"/>
                    <a:pt x="206" y="84"/>
                  </a:cubicBezTo>
                  <a:cubicBezTo>
                    <a:pt x="207" y="79"/>
                    <a:pt x="207" y="74"/>
                    <a:pt x="209" y="70"/>
                  </a:cubicBezTo>
                  <a:cubicBezTo>
                    <a:pt x="210" y="66"/>
                    <a:pt x="212" y="62"/>
                    <a:pt x="214" y="59"/>
                  </a:cubicBezTo>
                  <a:cubicBezTo>
                    <a:pt x="217" y="56"/>
                    <a:pt x="220" y="54"/>
                    <a:pt x="222" y="52"/>
                  </a:cubicBezTo>
                  <a:cubicBezTo>
                    <a:pt x="225" y="49"/>
                    <a:pt x="228" y="47"/>
                    <a:pt x="232" y="45"/>
                  </a:cubicBezTo>
                  <a:cubicBezTo>
                    <a:pt x="233" y="43"/>
                    <a:pt x="235" y="42"/>
                    <a:pt x="237" y="41"/>
                  </a:cubicBezTo>
                  <a:cubicBezTo>
                    <a:pt x="240" y="40"/>
                    <a:pt x="240" y="40"/>
                    <a:pt x="240" y="40"/>
                  </a:cubicBezTo>
                  <a:cubicBezTo>
                    <a:pt x="242" y="39"/>
                    <a:pt x="242" y="39"/>
                    <a:pt x="242" y="39"/>
                  </a:cubicBezTo>
                  <a:cubicBezTo>
                    <a:pt x="246" y="37"/>
                    <a:pt x="250" y="36"/>
                    <a:pt x="255" y="35"/>
                  </a:cubicBezTo>
                  <a:cubicBezTo>
                    <a:pt x="259" y="34"/>
                    <a:pt x="264" y="33"/>
                    <a:pt x="268" y="32"/>
                  </a:cubicBezTo>
                  <a:cubicBezTo>
                    <a:pt x="269" y="32"/>
                    <a:pt x="270" y="32"/>
                    <a:pt x="270" y="32"/>
                  </a:cubicBezTo>
                  <a:cubicBezTo>
                    <a:pt x="270" y="32"/>
                    <a:pt x="270" y="32"/>
                    <a:pt x="271" y="32"/>
                  </a:cubicBezTo>
                  <a:cubicBezTo>
                    <a:pt x="272" y="33"/>
                    <a:pt x="272" y="33"/>
                    <a:pt x="272" y="33"/>
                  </a:cubicBezTo>
                  <a:cubicBezTo>
                    <a:pt x="275" y="33"/>
                    <a:pt x="277" y="33"/>
                    <a:pt x="279" y="33"/>
                  </a:cubicBezTo>
                  <a:cubicBezTo>
                    <a:pt x="283" y="34"/>
                    <a:pt x="287" y="35"/>
                    <a:pt x="290" y="37"/>
                  </a:cubicBezTo>
                  <a:cubicBezTo>
                    <a:pt x="293" y="38"/>
                    <a:pt x="297" y="41"/>
                    <a:pt x="298" y="43"/>
                  </a:cubicBezTo>
                  <a:cubicBezTo>
                    <a:pt x="299" y="44"/>
                    <a:pt x="300" y="44"/>
                    <a:pt x="300" y="45"/>
                  </a:cubicBezTo>
                  <a:cubicBezTo>
                    <a:pt x="301" y="45"/>
                    <a:pt x="301" y="46"/>
                    <a:pt x="302" y="46"/>
                  </a:cubicBezTo>
                  <a:cubicBezTo>
                    <a:pt x="303" y="48"/>
                    <a:pt x="304" y="49"/>
                    <a:pt x="305" y="50"/>
                  </a:cubicBezTo>
                  <a:cubicBezTo>
                    <a:pt x="308" y="53"/>
                    <a:pt x="310" y="56"/>
                    <a:pt x="313" y="59"/>
                  </a:cubicBezTo>
                  <a:cubicBezTo>
                    <a:pt x="317" y="65"/>
                    <a:pt x="322" y="72"/>
                    <a:pt x="327" y="81"/>
                  </a:cubicBezTo>
                  <a:cubicBezTo>
                    <a:pt x="329" y="86"/>
                    <a:pt x="332" y="91"/>
                    <a:pt x="335" y="96"/>
                  </a:cubicBezTo>
                  <a:cubicBezTo>
                    <a:pt x="337" y="100"/>
                    <a:pt x="340" y="105"/>
                    <a:pt x="343" y="110"/>
                  </a:cubicBezTo>
                  <a:cubicBezTo>
                    <a:pt x="348" y="120"/>
                    <a:pt x="354" y="129"/>
                    <a:pt x="360" y="138"/>
                  </a:cubicBezTo>
                  <a:cubicBezTo>
                    <a:pt x="369" y="153"/>
                    <a:pt x="378" y="167"/>
                    <a:pt x="388" y="181"/>
                  </a:cubicBezTo>
                  <a:cubicBezTo>
                    <a:pt x="397" y="194"/>
                    <a:pt x="406" y="206"/>
                    <a:pt x="415" y="219"/>
                  </a:cubicBezTo>
                  <a:cubicBezTo>
                    <a:pt x="425" y="231"/>
                    <a:pt x="434" y="244"/>
                    <a:pt x="443" y="256"/>
                  </a:cubicBezTo>
                  <a:cubicBezTo>
                    <a:pt x="458" y="274"/>
                    <a:pt x="458" y="274"/>
                    <a:pt x="458" y="274"/>
                  </a:cubicBezTo>
                  <a:cubicBezTo>
                    <a:pt x="463" y="281"/>
                    <a:pt x="467" y="288"/>
                    <a:pt x="475" y="294"/>
                  </a:cubicBezTo>
                  <a:cubicBezTo>
                    <a:pt x="477" y="295"/>
                    <a:pt x="479" y="297"/>
                    <a:pt x="486" y="295"/>
                  </a:cubicBezTo>
                  <a:cubicBezTo>
                    <a:pt x="490" y="294"/>
                    <a:pt x="494" y="293"/>
                    <a:pt x="498" y="292"/>
                  </a:cubicBezTo>
                  <a:cubicBezTo>
                    <a:pt x="501" y="291"/>
                    <a:pt x="505" y="289"/>
                    <a:pt x="509" y="286"/>
                  </a:cubicBezTo>
                  <a:cubicBezTo>
                    <a:pt x="514" y="283"/>
                    <a:pt x="515" y="280"/>
                    <a:pt x="516" y="278"/>
                  </a:cubicBezTo>
                  <a:cubicBezTo>
                    <a:pt x="517" y="273"/>
                    <a:pt x="515" y="270"/>
                    <a:pt x="514" y="266"/>
                  </a:cubicBezTo>
                  <a:cubicBezTo>
                    <a:pt x="509" y="258"/>
                    <a:pt x="505" y="249"/>
                    <a:pt x="500" y="240"/>
                  </a:cubicBezTo>
                  <a:cubicBezTo>
                    <a:pt x="497" y="236"/>
                    <a:pt x="494" y="232"/>
                    <a:pt x="491" y="228"/>
                  </a:cubicBezTo>
                  <a:cubicBezTo>
                    <a:pt x="477" y="211"/>
                    <a:pt x="477" y="211"/>
                    <a:pt x="477" y="211"/>
                  </a:cubicBezTo>
                  <a:cubicBezTo>
                    <a:pt x="463" y="193"/>
                    <a:pt x="463" y="193"/>
                    <a:pt x="463" y="193"/>
                  </a:cubicBezTo>
                  <a:cubicBezTo>
                    <a:pt x="450" y="175"/>
                    <a:pt x="450" y="175"/>
                    <a:pt x="450" y="175"/>
                  </a:cubicBezTo>
                  <a:cubicBezTo>
                    <a:pt x="440" y="162"/>
                    <a:pt x="431" y="147"/>
                    <a:pt x="422" y="133"/>
                  </a:cubicBezTo>
                  <a:cubicBezTo>
                    <a:pt x="416" y="125"/>
                    <a:pt x="416" y="125"/>
                    <a:pt x="416" y="125"/>
                  </a:cubicBezTo>
                  <a:cubicBezTo>
                    <a:pt x="424" y="113"/>
                    <a:pt x="432" y="101"/>
                    <a:pt x="441" y="92"/>
                  </a:cubicBezTo>
                  <a:cubicBezTo>
                    <a:pt x="445" y="86"/>
                    <a:pt x="450" y="82"/>
                    <a:pt x="455" y="78"/>
                  </a:cubicBezTo>
                  <a:cubicBezTo>
                    <a:pt x="460" y="74"/>
                    <a:pt x="465" y="71"/>
                    <a:pt x="471" y="69"/>
                  </a:cubicBezTo>
                  <a:cubicBezTo>
                    <a:pt x="477" y="66"/>
                    <a:pt x="483" y="65"/>
                    <a:pt x="488" y="64"/>
                  </a:cubicBezTo>
                  <a:cubicBezTo>
                    <a:pt x="494" y="63"/>
                    <a:pt x="500" y="64"/>
                    <a:pt x="505" y="65"/>
                  </a:cubicBezTo>
                  <a:cubicBezTo>
                    <a:pt x="516" y="68"/>
                    <a:pt x="526" y="75"/>
                    <a:pt x="534" y="85"/>
                  </a:cubicBezTo>
                  <a:cubicBezTo>
                    <a:pt x="543" y="95"/>
                    <a:pt x="550" y="107"/>
                    <a:pt x="558" y="120"/>
                  </a:cubicBezTo>
                  <a:cubicBezTo>
                    <a:pt x="581" y="161"/>
                    <a:pt x="581" y="161"/>
                    <a:pt x="581" y="161"/>
                  </a:cubicBezTo>
                  <a:cubicBezTo>
                    <a:pt x="629" y="244"/>
                    <a:pt x="629" y="244"/>
                    <a:pt x="629" y="244"/>
                  </a:cubicBezTo>
                  <a:cubicBezTo>
                    <a:pt x="645" y="271"/>
                    <a:pt x="661" y="299"/>
                    <a:pt x="677" y="327"/>
                  </a:cubicBezTo>
                  <a:cubicBezTo>
                    <a:pt x="700" y="370"/>
                    <a:pt x="700" y="370"/>
                    <a:pt x="700" y="370"/>
                  </a:cubicBezTo>
                  <a:cubicBezTo>
                    <a:pt x="708" y="384"/>
                    <a:pt x="718" y="404"/>
                    <a:pt x="729" y="423"/>
                  </a:cubicBezTo>
                  <a:cubicBezTo>
                    <a:pt x="744" y="451"/>
                    <a:pt x="759" y="475"/>
                    <a:pt x="771" y="499"/>
                  </a:cubicBezTo>
                  <a:cubicBezTo>
                    <a:pt x="783" y="523"/>
                    <a:pt x="793" y="547"/>
                    <a:pt x="796" y="573"/>
                  </a:cubicBezTo>
                  <a:cubicBezTo>
                    <a:pt x="799" y="599"/>
                    <a:pt x="796" y="628"/>
                    <a:pt x="790" y="657"/>
                  </a:cubicBezTo>
                  <a:cubicBezTo>
                    <a:pt x="787" y="672"/>
                    <a:pt x="784" y="686"/>
                    <a:pt x="780" y="701"/>
                  </a:cubicBezTo>
                  <a:cubicBezTo>
                    <a:pt x="778" y="709"/>
                    <a:pt x="776" y="716"/>
                    <a:pt x="773" y="723"/>
                  </a:cubicBezTo>
                  <a:cubicBezTo>
                    <a:pt x="772" y="727"/>
                    <a:pt x="771" y="730"/>
                    <a:pt x="770" y="736"/>
                  </a:cubicBezTo>
                  <a:cubicBezTo>
                    <a:pt x="768" y="744"/>
                    <a:pt x="768" y="744"/>
                    <a:pt x="768" y="744"/>
                  </a:cubicBezTo>
                  <a:cubicBezTo>
                    <a:pt x="767" y="746"/>
                    <a:pt x="767" y="749"/>
                    <a:pt x="767" y="752"/>
                  </a:cubicBezTo>
                  <a:cubicBezTo>
                    <a:pt x="764" y="768"/>
                    <a:pt x="765" y="785"/>
                    <a:pt x="769" y="800"/>
                  </a:cubicBezTo>
                  <a:cubicBezTo>
                    <a:pt x="772" y="815"/>
                    <a:pt x="777" y="829"/>
                    <a:pt x="783" y="842"/>
                  </a:cubicBezTo>
                  <a:cubicBezTo>
                    <a:pt x="789" y="855"/>
                    <a:pt x="796" y="867"/>
                    <a:pt x="803" y="878"/>
                  </a:cubicBezTo>
                  <a:cubicBezTo>
                    <a:pt x="807" y="884"/>
                    <a:pt x="811" y="889"/>
                    <a:pt x="814" y="894"/>
                  </a:cubicBezTo>
                  <a:cubicBezTo>
                    <a:pt x="820" y="902"/>
                    <a:pt x="820" y="902"/>
                    <a:pt x="820" y="902"/>
                  </a:cubicBezTo>
                  <a:cubicBezTo>
                    <a:pt x="821" y="904"/>
                    <a:pt x="821" y="904"/>
                    <a:pt x="821" y="904"/>
                  </a:cubicBezTo>
                  <a:cubicBezTo>
                    <a:pt x="821" y="904"/>
                    <a:pt x="821" y="904"/>
                    <a:pt x="821" y="904"/>
                  </a:cubicBezTo>
                  <a:cubicBezTo>
                    <a:pt x="821" y="905"/>
                    <a:pt x="821" y="905"/>
                    <a:pt x="821" y="905"/>
                  </a:cubicBezTo>
                  <a:cubicBezTo>
                    <a:pt x="822" y="905"/>
                    <a:pt x="822" y="905"/>
                    <a:pt x="822" y="905"/>
                  </a:cubicBezTo>
                  <a:cubicBezTo>
                    <a:pt x="822" y="905"/>
                    <a:pt x="823" y="906"/>
                    <a:pt x="823" y="907"/>
                  </a:cubicBezTo>
                  <a:cubicBezTo>
                    <a:pt x="823" y="908"/>
                    <a:pt x="823" y="908"/>
                    <a:pt x="822" y="909"/>
                  </a:cubicBezTo>
                  <a:cubicBezTo>
                    <a:pt x="815" y="915"/>
                    <a:pt x="809" y="920"/>
                    <a:pt x="802" y="925"/>
                  </a:cubicBezTo>
                  <a:cubicBezTo>
                    <a:pt x="757" y="957"/>
                    <a:pt x="757" y="957"/>
                    <a:pt x="757" y="957"/>
                  </a:cubicBezTo>
                  <a:cubicBezTo>
                    <a:pt x="721" y="983"/>
                    <a:pt x="684" y="1008"/>
                    <a:pt x="647" y="1033"/>
                  </a:cubicBezTo>
                  <a:cubicBezTo>
                    <a:pt x="629" y="1046"/>
                    <a:pt x="610" y="1058"/>
                    <a:pt x="592" y="1070"/>
                  </a:cubicBezTo>
                  <a:cubicBezTo>
                    <a:pt x="571" y="1084"/>
                    <a:pt x="550" y="1097"/>
                    <a:pt x="531" y="1112"/>
                  </a:cubicBezTo>
                  <a:cubicBezTo>
                    <a:pt x="526" y="1117"/>
                    <a:pt x="519" y="1122"/>
                    <a:pt x="518" y="1130"/>
                  </a:cubicBezTo>
                  <a:cubicBezTo>
                    <a:pt x="517" y="1135"/>
                    <a:pt x="516" y="1140"/>
                    <a:pt x="516" y="1145"/>
                  </a:cubicBezTo>
                  <a:cubicBezTo>
                    <a:pt x="516" y="1149"/>
                    <a:pt x="516" y="1154"/>
                    <a:pt x="520" y="1157"/>
                  </a:cubicBezTo>
                  <a:cubicBezTo>
                    <a:pt x="523" y="1161"/>
                    <a:pt x="530" y="1161"/>
                    <a:pt x="534" y="1160"/>
                  </a:cubicBezTo>
                  <a:cubicBezTo>
                    <a:pt x="545" y="1158"/>
                    <a:pt x="554" y="1153"/>
                    <a:pt x="564" y="1148"/>
                  </a:cubicBezTo>
                  <a:cubicBezTo>
                    <a:pt x="589" y="1134"/>
                    <a:pt x="614" y="1120"/>
                    <a:pt x="639" y="1105"/>
                  </a:cubicBezTo>
                  <a:cubicBezTo>
                    <a:pt x="651" y="1097"/>
                    <a:pt x="663" y="1089"/>
                    <a:pt x="675" y="1081"/>
                  </a:cubicBezTo>
                  <a:cubicBezTo>
                    <a:pt x="728" y="1044"/>
                    <a:pt x="728" y="1044"/>
                    <a:pt x="728" y="1044"/>
                  </a:cubicBezTo>
                  <a:cubicBezTo>
                    <a:pt x="781" y="1006"/>
                    <a:pt x="781" y="1006"/>
                    <a:pt x="781" y="1006"/>
                  </a:cubicBezTo>
                  <a:cubicBezTo>
                    <a:pt x="798" y="994"/>
                    <a:pt x="815" y="981"/>
                    <a:pt x="833" y="968"/>
                  </a:cubicBezTo>
                  <a:cubicBezTo>
                    <a:pt x="844" y="960"/>
                    <a:pt x="844" y="960"/>
                    <a:pt x="844" y="960"/>
                  </a:cubicBezTo>
                  <a:cubicBezTo>
                    <a:pt x="850" y="956"/>
                    <a:pt x="850" y="956"/>
                    <a:pt x="850" y="956"/>
                  </a:cubicBezTo>
                  <a:cubicBezTo>
                    <a:pt x="856" y="951"/>
                    <a:pt x="856" y="951"/>
                    <a:pt x="856" y="951"/>
                  </a:cubicBezTo>
                  <a:cubicBezTo>
                    <a:pt x="867" y="941"/>
                    <a:pt x="879" y="931"/>
                    <a:pt x="883" y="918"/>
                  </a:cubicBezTo>
                  <a:cubicBezTo>
                    <a:pt x="884" y="912"/>
                    <a:pt x="883" y="906"/>
                    <a:pt x="882" y="9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ja-JP" altLang="en-US"/>
            </a:p>
          </p:txBody>
        </p:sp>
      </p:grpSp>
      <p:sp>
        <p:nvSpPr>
          <p:cNvPr id="22" name="Speech Bubble: Rectangle 21">
            <a:extLst>
              <a:ext uri="{FF2B5EF4-FFF2-40B4-BE49-F238E27FC236}">
                <a16:creationId xmlns:a16="http://schemas.microsoft.com/office/drawing/2014/main" id="{F219C7C3-82A0-9B40-A1B8-DE9A9E2995E9}"/>
              </a:ext>
            </a:extLst>
          </p:cNvPr>
          <p:cNvSpPr/>
          <p:nvPr/>
        </p:nvSpPr>
        <p:spPr>
          <a:xfrm>
            <a:off x="228600" y="5605220"/>
            <a:ext cx="2392288" cy="719238"/>
          </a:xfrm>
          <a:prstGeom prst="wedgeRectCallout">
            <a:avLst>
              <a:gd name="adj1" fmla="val 1896"/>
              <a:gd name="adj2" fmla="val -39215"/>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pPr>
            <a:r>
              <a:rPr kumimoji="1" lang="en-US" altLang="ja-JP" sz="1500">
                <a:solidFill>
                  <a:schemeClr val="bg1"/>
                </a:solidFill>
                <a:latin typeface="Times New Roman" panose="02020603050405020304" pitchFamily="18" charset="0"/>
                <a:cs typeface="Times New Roman" panose="02020603050405020304" pitchFamily="18" charset="0"/>
              </a:rPr>
              <a:t>Sau khi nhập ngày tháng sản xuất thì bấm nút Tải BOM R3</a:t>
            </a:r>
            <a:endParaRPr kumimoji="1" lang="ja-JP" altLang="en-US" sz="1500">
              <a:solidFill>
                <a:schemeClr val="bg1"/>
              </a:solidFill>
              <a:latin typeface="Times New Roman" panose="02020603050405020304" pitchFamily="18" charset="0"/>
              <a:cs typeface="Times New Roman" panose="02020603050405020304" pitchFamily="18" charset="0"/>
            </a:endParaRPr>
          </a:p>
        </p:txBody>
      </p:sp>
      <p:sp>
        <p:nvSpPr>
          <p:cNvPr id="29" name="Speech Bubble: Rectangle 28">
            <a:extLst>
              <a:ext uri="{FF2B5EF4-FFF2-40B4-BE49-F238E27FC236}">
                <a16:creationId xmlns:a16="http://schemas.microsoft.com/office/drawing/2014/main" id="{0A482904-B40E-1A6F-59A8-40B448C47324}"/>
              </a:ext>
            </a:extLst>
          </p:cNvPr>
          <p:cNvSpPr/>
          <p:nvPr/>
        </p:nvSpPr>
        <p:spPr>
          <a:xfrm>
            <a:off x="5867400" y="501251"/>
            <a:ext cx="2669419" cy="1885833"/>
          </a:xfrm>
          <a:prstGeom prst="wedgeRectCallout">
            <a:avLst>
              <a:gd name="adj1" fmla="val -47066"/>
              <a:gd name="adj2" fmla="val -4493"/>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lnSpc>
                <a:spcPct val="90000"/>
              </a:lnSpc>
            </a:pPr>
            <a:r>
              <a:rPr kumimoji="1" lang="en-US" altLang="ja-JP" sz="1600">
                <a:latin typeface="Times New Roman" panose="02020603050405020304" pitchFamily="18" charset="0"/>
                <a:cs typeface="Times New Roman" panose="02020603050405020304" pitchFamily="18" charset="0"/>
              </a:rPr>
              <a:t>※Chú ý file</a:t>
            </a:r>
            <a:r>
              <a:rPr kumimoji="1" lang="ja-JP" altLang="en-US" sz="1600">
                <a:latin typeface="Times New Roman" panose="02020603050405020304" pitchFamily="18" charset="0"/>
                <a:cs typeface="Times New Roman" panose="02020603050405020304" pitchFamily="18" charset="0"/>
              </a:rPr>
              <a:t> </a:t>
            </a:r>
            <a:r>
              <a:rPr kumimoji="1" lang="en-US" altLang="ja-JP" sz="1600">
                <a:latin typeface="Times New Roman" panose="02020603050405020304" pitchFamily="18" charset="0"/>
                <a:cs typeface="Times New Roman" panose="02020603050405020304" pitchFamily="18" charset="0"/>
              </a:rPr>
              <a:t>tổng hợp đặt bên ngoài thư mục cần so sánh BOM như hình bên. </a:t>
            </a:r>
            <a:r>
              <a:rPr kumimoji="1" lang="en-US" altLang="ja-JP" sz="1600" u="sng">
                <a:solidFill>
                  <a:schemeClr val="bg1"/>
                </a:solidFill>
                <a:latin typeface="Times New Roman" panose="02020603050405020304" pitchFamily="18" charset="0"/>
                <a:cs typeface="Times New Roman" panose="02020603050405020304" pitchFamily="18" charset="0"/>
              </a:rPr>
              <a:t>Chương trình sẽ tự động download BOM R3 và phân chia vào từng thư mục máy</a:t>
            </a:r>
            <a:endParaRPr kumimoji="1" lang="ja-JP" altLang="en-US" sz="1600" u="sng">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17147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8EB0F13-8FD4-A98D-61E4-4C5A42B38C12}"/>
              </a:ext>
            </a:extLst>
          </p:cNvPr>
          <p:cNvSpPr>
            <a:spLocks noGrp="1"/>
          </p:cNvSpPr>
          <p:nvPr>
            <p:ph type="sldNum" sz="quarter" idx="4"/>
          </p:nvPr>
        </p:nvSpPr>
        <p:spPr/>
        <p:txBody>
          <a:bodyPr/>
          <a:lstStyle/>
          <a:p>
            <a:fld id="{E38BFB4B-70AE-4AFC-9806-78E9768488DC}" type="slidenum">
              <a:rPr lang="fr-FR" altLang="ja-JP" sz="1600" smtClean="0">
                <a:solidFill>
                  <a:schemeClr val="tx1"/>
                </a:solidFill>
              </a:rPr>
              <a:pPr/>
              <a:t>24</a:t>
            </a:fld>
            <a:endParaRPr lang="fr-FR" altLang="ja-JP" sz="1600">
              <a:solidFill>
                <a:schemeClr val="tx1"/>
              </a:solidFill>
            </a:endParaRPr>
          </a:p>
          <a:p>
            <a:r>
              <a:rPr lang="fr-FR" altLang="ja-JP" sz="1000"/>
              <a:t>©20</a:t>
            </a:r>
            <a:r>
              <a:rPr lang="en-US" altLang="ja-JP" sz="1000"/>
              <a:t>19</a:t>
            </a:r>
            <a:r>
              <a:rPr lang="fr-FR" altLang="ja-JP" sz="1000"/>
              <a:t> KYOCERA Document Solutions Inc.</a:t>
            </a:r>
            <a:endParaRPr lang="en-US" sz="1000"/>
          </a:p>
        </p:txBody>
      </p:sp>
      <p:cxnSp>
        <p:nvCxnSpPr>
          <p:cNvPr id="11" name="Straight Connector 10">
            <a:extLst>
              <a:ext uri="{FF2B5EF4-FFF2-40B4-BE49-F238E27FC236}">
                <a16:creationId xmlns:a16="http://schemas.microsoft.com/office/drawing/2014/main" id="{0AEC1FAA-157F-FDA2-1B9D-0AF67B466CA3}"/>
              </a:ext>
            </a:extLst>
          </p:cNvPr>
          <p:cNvCxnSpPr/>
          <p:nvPr/>
        </p:nvCxnSpPr>
        <p:spPr>
          <a:xfrm>
            <a:off x="0" y="472118"/>
            <a:ext cx="914400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14" name="Title 1">
            <a:extLst>
              <a:ext uri="{FF2B5EF4-FFF2-40B4-BE49-F238E27FC236}">
                <a16:creationId xmlns:a16="http://schemas.microsoft.com/office/drawing/2014/main" id="{E099A37F-803F-1BD6-80CD-AF51918E12F0}"/>
              </a:ext>
            </a:extLst>
          </p:cNvPr>
          <p:cNvSpPr>
            <a:spLocks noGrp="1"/>
          </p:cNvSpPr>
          <p:nvPr>
            <p:ph type="title"/>
          </p:nvPr>
        </p:nvSpPr>
        <p:spPr>
          <a:xfrm>
            <a:off x="0" y="0"/>
            <a:ext cx="9144000" cy="410695"/>
          </a:xfrm>
        </p:spPr>
        <p:txBody>
          <a:bodyPr>
            <a:noAutofit/>
          </a:bodyPr>
          <a:lstStyle/>
          <a:p>
            <a:r>
              <a:rPr kumimoji="1" lang="en-US" altLang="ja-JP" sz="2000">
                <a:latin typeface="Times New Roman" panose="02020603050405020304" pitchFamily="18" charset="0"/>
                <a:cs typeface="Times New Roman" panose="02020603050405020304" pitchFamily="18" charset="0"/>
              </a:rPr>
              <a:t>5.7. Hướng dẫn sử dụng (phía Leader)_sử dụng chức năng tự động gửi Mail</a:t>
            </a:r>
            <a:endParaRPr kumimoji="1" lang="ja-JP" altLang="en-US" sz="200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3A834099-F3D5-5271-6208-B153A1C676C9}"/>
              </a:ext>
            </a:extLst>
          </p:cNvPr>
          <p:cNvPicPr>
            <a:picLocks noChangeAspect="1"/>
          </p:cNvPicPr>
          <p:nvPr/>
        </p:nvPicPr>
        <p:blipFill>
          <a:blip r:embed="rId2"/>
          <a:stretch>
            <a:fillRect/>
          </a:stretch>
        </p:blipFill>
        <p:spPr>
          <a:xfrm>
            <a:off x="2206650" y="467008"/>
            <a:ext cx="6277851" cy="733527"/>
          </a:xfrm>
          <a:prstGeom prst="rect">
            <a:avLst/>
          </a:prstGeom>
        </p:spPr>
      </p:pic>
      <p:sp>
        <p:nvSpPr>
          <p:cNvPr id="18" name="Speech Bubble: Rectangle 17">
            <a:extLst>
              <a:ext uri="{FF2B5EF4-FFF2-40B4-BE49-F238E27FC236}">
                <a16:creationId xmlns:a16="http://schemas.microsoft.com/office/drawing/2014/main" id="{0A78E8A7-1909-384D-A98E-905FEF519A5B}"/>
              </a:ext>
            </a:extLst>
          </p:cNvPr>
          <p:cNvSpPr/>
          <p:nvPr/>
        </p:nvSpPr>
        <p:spPr>
          <a:xfrm>
            <a:off x="2134832" y="1174994"/>
            <a:ext cx="2392288" cy="719238"/>
          </a:xfrm>
          <a:prstGeom prst="wedgeRectCallout">
            <a:avLst>
              <a:gd name="adj1" fmla="val -57005"/>
              <a:gd name="adj2" fmla="val -66309"/>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85000" lnSpcReduction="20000"/>
          </a:bodyPr>
          <a:lstStyle/>
          <a:p>
            <a:pPr algn="ctr">
              <a:lnSpc>
                <a:spcPct val="90000"/>
              </a:lnSpc>
            </a:pPr>
            <a:r>
              <a:rPr kumimoji="1" lang="en-US" altLang="ja-JP" sz="1500">
                <a:solidFill>
                  <a:schemeClr val="bg1"/>
                </a:solidFill>
                <a:latin typeface="Times New Roman" panose="02020603050405020304" pitchFamily="18" charset="0"/>
                <a:cs typeface="Times New Roman" panose="02020603050405020304" pitchFamily="18" charset="0"/>
              </a:rPr>
              <a:t>Khi sử dụng tính năng Gửi mail thì chương trình sẽ lấy Tiêu đề Mail và Nội dung Mail ở trong Sheet”Mail” để gửi.</a:t>
            </a:r>
            <a:endParaRPr kumimoji="1" lang="ja-JP" altLang="en-US" sz="1500">
              <a:solidFill>
                <a:schemeClr val="bg1"/>
              </a:solidFill>
              <a:latin typeface="Times New Roman" panose="02020603050405020304" pitchFamily="18" charset="0"/>
              <a:cs typeface="Times New Roman" panose="02020603050405020304" pitchFamily="18" charset="0"/>
            </a:endParaRPr>
          </a:p>
        </p:txBody>
      </p:sp>
      <p:pic>
        <p:nvPicPr>
          <p:cNvPr id="21" name="Picture 20">
            <a:extLst>
              <a:ext uri="{FF2B5EF4-FFF2-40B4-BE49-F238E27FC236}">
                <a16:creationId xmlns:a16="http://schemas.microsoft.com/office/drawing/2014/main" id="{9A93F39D-F032-ED24-0902-C59EDD096965}"/>
              </a:ext>
            </a:extLst>
          </p:cNvPr>
          <p:cNvPicPr>
            <a:picLocks noChangeAspect="1"/>
          </p:cNvPicPr>
          <p:nvPr/>
        </p:nvPicPr>
        <p:blipFill>
          <a:blip r:embed="rId3"/>
          <a:stretch>
            <a:fillRect/>
          </a:stretch>
        </p:blipFill>
        <p:spPr>
          <a:xfrm>
            <a:off x="0" y="1928953"/>
            <a:ext cx="4527120" cy="1584913"/>
          </a:xfrm>
          <a:prstGeom prst="rect">
            <a:avLst/>
          </a:prstGeom>
        </p:spPr>
      </p:pic>
      <p:sp>
        <p:nvSpPr>
          <p:cNvPr id="23" name="Heptagon 22">
            <a:extLst>
              <a:ext uri="{FF2B5EF4-FFF2-40B4-BE49-F238E27FC236}">
                <a16:creationId xmlns:a16="http://schemas.microsoft.com/office/drawing/2014/main" id="{A3AAF2D3-CB9A-EF60-B8EB-A29F24900DF3}"/>
              </a:ext>
            </a:extLst>
          </p:cNvPr>
          <p:cNvSpPr/>
          <p:nvPr/>
        </p:nvSpPr>
        <p:spPr>
          <a:xfrm>
            <a:off x="0" y="765098"/>
            <a:ext cx="437213" cy="336794"/>
          </a:xfrm>
          <a:prstGeom prst="heptagon">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a:t>1</a:t>
            </a:r>
            <a:endParaRPr kumimoji="1" lang="ja-JP" altLang="en-US"/>
          </a:p>
        </p:txBody>
      </p:sp>
      <p:sp>
        <p:nvSpPr>
          <p:cNvPr id="24" name="Heptagon 23">
            <a:extLst>
              <a:ext uri="{FF2B5EF4-FFF2-40B4-BE49-F238E27FC236}">
                <a16:creationId xmlns:a16="http://schemas.microsoft.com/office/drawing/2014/main" id="{665EEE6B-B3BF-DED6-3D0E-8F6B0927D6EB}"/>
              </a:ext>
            </a:extLst>
          </p:cNvPr>
          <p:cNvSpPr/>
          <p:nvPr/>
        </p:nvSpPr>
        <p:spPr>
          <a:xfrm>
            <a:off x="-9993" y="1226474"/>
            <a:ext cx="437213" cy="336794"/>
          </a:xfrm>
          <a:prstGeom prst="heptagon">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a:t>2</a:t>
            </a:r>
            <a:endParaRPr kumimoji="1" lang="ja-JP" altLang="en-US"/>
          </a:p>
        </p:txBody>
      </p:sp>
      <p:sp>
        <p:nvSpPr>
          <p:cNvPr id="25" name="Speech Bubble: Rectangle 24">
            <a:extLst>
              <a:ext uri="{FF2B5EF4-FFF2-40B4-BE49-F238E27FC236}">
                <a16:creationId xmlns:a16="http://schemas.microsoft.com/office/drawing/2014/main" id="{A25C586F-73E4-987C-8EC7-C2CC3133178F}"/>
              </a:ext>
            </a:extLst>
          </p:cNvPr>
          <p:cNvSpPr/>
          <p:nvPr/>
        </p:nvSpPr>
        <p:spPr>
          <a:xfrm>
            <a:off x="816375" y="3349260"/>
            <a:ext cx="2392288" cy="719238"/>
          </a:xfrm>
          <a:prstGeom prst="wedgeRectCallout">
            <a:avLst>
              <a:gd name="adj1" fmla="val -31314"/>
              <a:gd name="adj2" fmla="val -87151"/>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lnSpc>
                <a:spcPct val="90000"/>
              </a:lnSpc>
            </a:pPr>
            <a:r>
              <a:rPr kumimoji="1" lang="en-US" altLang="ja-JP" sz="1500">
                <a:solidFill>
                  <a:schemeClr val="bg1"/>
                </a:solidFill>
                <a:latin typeface="Times New Roman" panose="02020603050405020304" pitchFamily="18" charset="0"/>
                <a:cs typeface="Times New Roman" panose="02020603050405020304" pitchFamily="18" charset="0"/>
              </a:rPr>
              <a:t>Khi sử dụng tính năng </a:t>
            </a:r>
            <a:r>
              <a:rPr kumimoji="1" lang="ja-JP" altLang="en-US" sz="1500">
                <a:solidFill>
                  <a:schemeClr val="bg1"/>
                </a:solidFill>
                <a:latin typeface="Times New Roman" panose="02020603050405020304" pitchFamily="18" charset="0"/>
                <a:cs typeface="Times New Roman" panose="02020603050405020304" pitchFamily="18" charset="0"/>
              </a:rPr>
              <a:t>① </a:t>
            </a:r>
            <a:r>
              <a:rPr kumimoji="1" lang="en-US" altLang="ja-JP" sz="1500">
                <a:solidFill>
                  <a:schemeClr val="bg1"/>
                </a:solidFill>
                <a:latin typeface="Times New Roman" panose="02020603050405020304" pitchFamily="18" charset="0"/>
                <a:cs typeface="Times New Roman" panose="02020603050405020304" pitchFamily="18" charset="0"/>
              </a:rPr>
              <a:t>thì chương trình sẽ lấy tiêu đề Mail ở ô A2, Nội dung Mail ở ô A3. Danh sách người gửi ở ô B2, danh sách CC ở ô B3</a:t>
            </a:r>
            <a:endParaRPr kumimoji="1" lang="ja-JP" altLang="en-US" sz="1500">
              <a:solidFill>
                <a:schemeClr val="bg1"/>
              </a:solidFill>
              <a:latin typeface="Times New Roman" panose="02020603050405020304" pitchFamily="18" charset="0"/>
              <a:cs typeface="Times New Roman" panose="02020603050405020304" pitchFamily="18" charset="0"/>
            </a:endParaRPr>
          </a:p>
        </p:txBody>
      </p:sp>
      <p:pic>
        <p:nvPicPr>
          <p:cNvPr id="27" name="Picture 26">
            <a:extLst>
              <a:ext uri="{FF2B5EF4-FFF2-40B4-BE49-F238E27FC236}">
                <a16:creationId xmlns:a16="http://schemas.microsoft.com/office/drawing/2014/main" id="{D8F782E0-1397-4699-396A-6A28934F6748}"/>
              </a:ext>
            </a:extLst>
          </p:cNvPr>
          <p:cNvPicPr>
            <a:picLocks noChangeAspect="1"/>
          </p:cNvPicPr>
          <p:nvPr/>
        </p:nvPicPr>
        <p:blipFill>
          <a:blip r:embed="rId4"/>
          <a:stretch>
            <a:fillRect/>
          </a:stretch>
        </p:blipFill>
        <p:spPr>
          <a:xfrm>
            <a:off x="4572001" y="1152655"/>
            <a:ext cx="4572000" cy="2355711"/>
          </a:xfrm>
          <a:prstGeom prst="rect">
            <a:avLst/>
          </a:prstGeom>
        </p:spPr>
      </p:pic>
      <p:sp>
        <p:nvSpPr>
          <p:cNvPr id="28" name="Speech Bubble: Rectangle 27">
            <a:extLst>
              <a:ext uri="{FF2B5EF4-FFF2-40B4-BE49-F238E27FC236}">
                <a16:creationId xmlns:a16="http://schemas.microsoft.com/office/drawing/2014/main" id="{6817CEAF-6BBF-3CB4-CE77-EDF16503D600}"/>
              </a:ext>
            </a:extLst>
          </p:cNvPr>
          <p:cNvSpPr/>
          <p:nvPr/>
        </p:nvSpPr>
        <p:spPr>
          <a:xfrm>
            <a:off x="3525042" y="2777819"/>
            <a:ext cx="2392288" cy="719238"/>
          </a:xfrm>
          <a:prstGeom prst="wedgeRectCallout">
            <a:avLst>
              <a:gd name="adj1" fmla="val 19119"/>
              <a:gd name="adj2" fmla="val -78322"/>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lnSpc>
                <a:spcPct val="90000"/>
              </a:lnSpc>
            </a:pPr>
            <a:r>
              <a:rPr kumimoji="1" lang="en-US" altLang="ja-JP" sz="1500">
                <a:solidFill>
                  <a:schemeClr val="bg1"/>
                </a:solidFill>
                <a:latin typeface="Times New Roman" panose="02020603050405020304" pitchFamily="18" charset="0"/>
                <a:cs typeface="Times New Roman" panose="02020603050405020304" pitchFamily="18" charset="0"/>
              </a:rPr>
              <a:t>Khi sử dụng tính năng </a:t>
            </a:r>
            <a:r>
              <a:rPr kumimoji="1" lang="ja-JP" altLang="en-US" sz="1500">
                <a:solidFill>
                  <a:schemeClr val="bg1"/>
                </a:solidFill>
                <a:latin typeface="Times New Roman" panose="02020603050405020304" pitchFamily="18" charset="0"/>
                <a:cs typeface="Times New Roman" panose="02020603050405020304" pitchFamily="18" charset="0"/>
              </a:rPr>
              <a:t>② </a:t>
            </a:r>
            <a:r>
              <a:rPr kumimoji="1" lang="en-US" altLang="ja-JP" sz="1500">
                <a:solidFill>
                  <a:schemeClr val="bg1"/>
                </a:solidFill>
                <a:latin typeface="Times New Roman" panose="02020603050405020304" pitchFamily="18" charset="0"/>
                <a:cs typeface="Times New Roman" panose="02020603050405020304" pitchFamily="18" charset="0"/>
              </a:rPr>
              <a:t>thì chương trình sẽ lấy tiêu đề Mail ở ô C2, Nội dung Mail ở ô C3. Danh sách người gửi ở ô D2, danh sách CC ở ô D3</a:t>
            </a:r>
            <a:endParaRPr kumimoji="1" lang="ja-JP" altLang="en-US" sz="1500">
              <a:solidFill>
                <a:schemeClr val="bg1"/>
              </a:solidFill>
              <a:latin typeface="Times New Roman" panose="02020603050405020304" pitchFamily="18" charset="0"/>
              <a:cs typeface="Times New Roman" panose="02020603050405020304" pitchFamily="18" charset="0"/>
            </a:endParaRPr>
          </a:p>
        </p:txBody>
      </p:sp>
      <p:sp>
        <p:nvSpPr>
          <p:cNvPr id="30" name="Speech Bubble: Rectangle 29">
            <a:extLst>
              <a:ext uri="{FF2B5EF4-FFF2-40B4-BE49-F238E27FC236}">
                <a16:creationId xmlns:a16="http://schemas.microsoft.com/office/drawing/2014/main" id="{AB0BBE95-321C-F563-0725-46136ECA1038}"/>
              </a:ext>
            </a:extLst>
          </p:cNvPr>
          <p:cNvSpPr/>
          <p:nvPr/>
        </p:nvSpPr>
        <p:spPr>
          <a:xfrm>
            <a:off x="6629400" y="2669098"/>
            <a:ext cx="2392288" cy="719238"/>
          </a:xfrm>
          <a:prstGeom prst="wedgeRectCallout">
            <a:avLst>
              <a:gd name="adj1" fmla="val -37154"/>
              <a:gd name="adj2" fmla="val -85385"/>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lnSpc>
                <a:spcPct val="90000"/>
              </a:lnSpc>
            </a:pPr>
            <a:r>
              <a:rPr kumimoji="1" lang="en-US" altLang="ja-JP" sz="1500">
                <a:solidFill>
                  <a:srgbClr val="FF0000"/>
                </a:solidFill>
                <a:highlight>
                  <a:srgbClr val="00FF00"/>
                </a:highlight>
                <a:latin typeface="Times New Roman" panose="02020603050405020304" pitchFamily="18" charset="0"/>
                <a:cs typeface="Times New Roman" panose="02020603050405020304" pitchFamily="18" charset="0"/>
              </a:rPr>
              <a:t>Mọi người có thể thay đổi nội dung vị trí dòng chữ đen, nội dung thư sẽ thay đổi. Vị trí chữ đỏ mọi người đừng thay đổi nhé, nó liên quan đến code và định dạng html hiển thị.</a:t>
            </a:r>
            <a:endParaRPr kumimoji="1" lang="ja-JP" altLang="en-US" sz="1500">
              <a:solidFill>
                <a:srgbClr val="FF0000"/>
              </a:solidFill>
              <a:highlight>
                <a:srgbClr val="00FF00"/>
              </a:highlight>
              <a:latin typeface="Times New Roman" panose="02020603050405020304" pitchFamily="18" charset="0"/>
              <a:cs typeface="Times New Roman" panose="02020603050405020304" pitchFamily="18" charset="0"/>
            </a:endParaRPr>
          </a:p>
        </p:txBody>
      </p:sp>
      <p:pic>
        <p:nvPicPr>
          <p:cNvPr id="32" name="Picture 31">
            <a:extLst>
              <a:ext uri="{FF2B5EF4-FFF2-40B4-BE49-F238E27FC236}">
                <a16:creationId xmlns:a16="http://schemas.microsoft.com/office/drawing/2014/main" id="{69BB441A-6E26-337B-7720-FFF24F949407}"/>
              </a:ext>
            </a:extLst>
          </p:cNvPr>
          <p:cNvPicPr>
            <a:picLocks noChangeAspect="1"/>
          </p:cNvPicPr>
          <p:nvPr/>
        </p:nvPicPr>
        <p:blipFill>
          <a:blip r:embed="rId5"/>
          <a:stretch>
            <a:fillRect/>
          </a:stretch>
        </p:blipFill>
        <p:spPr>
          <a:xfrm>
            <a:off x="90164" y="5007206"/>
            <a:ext cx="7735380" cy="466790"/>
          </a:xfrm>
          <a:prstGeom prst="rect">
            <a:avLst/>
          </a:prstGeom>
        </p:spPr>
      </p:pic>
      <p:sp>
        <p:nvSpPr>
          <p:cNvPr id="33" name="Speech Bubble: Rectangle 32">
            <a:extLst>
              <a:ext uri="{FF2B5EF4-FFF2-40B4-BE49-F238E27FC236}">
                <a16:creationId xmlns:a16="http://schemas.microsoft.com/office/drawing/2014/main" id="{FDD53C36-1320-B89E-CB1F-F569012E01A4}"/>
              </a:ext>
            </a:extLst>
          </p:cNvPr>
          <p:cNvSpPr/>
          <p:nvPr/>
        </p:nvSpPr>
        <p:spPr>
          <a:xfrm>
            <a:off x="218606" y="4134181"/>
            <a:ext cx="3743794" cy="719238"/>
          </a:xfrm>
          <a:prstGeom prst="wedgeRectCallout">
            <a:avLst>
              <a:gd name="adj1" fmla="val -23881"/>
              <a:gd name="adj2" fmla="val 78830"/>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lnSpc>
                <a:spcPct val="90000"/>
              </a:lnSpc>
            </a:pPr>
            <a:r>
              <a:rPr kumimoji="1" lang="en-US" altLang="ja-JP" sz="1100">
                <a:solidFill>
                  <a:schemeClr val="bg1"/>
                </a:solidFill>
                <a:latin typeface="Times New Roman" panose="02020603050405020304" pitchFamily="18" charset="0"/>
                <a:cs typeface="Times New Roman" panose="02020603050405020304" pitchFamily="18" charset="0"/>
              </a:rPr>
              <a:t>Nếu mọi người, muốn thay đổi nội dung thư, phá cách đi mà không dùng nội dung mặc định. Thì có thể vào links ở cột A7,Sheet”</a:t>
            </a:r>
            <a:r>
              <a:rPr kumimoji="1" lang="en-US" altLang="ja-JP" sz="1100">
                <a:solidFill>
                  <a:srgbClr val="FF0000"/>
                </a:solidFill>
                <a:latin typeface="Times New Roman" panose="02020603050405020304" pitchFamily="18" charset="0"/>
                <a:cs typeface="Times New Roman" panose="02020603050405020304" pitchFamily="18" charset="0"/>
              </a:rPr>
              <a:t>Mail</a:t>
            </a:r>
            <a:r>
              <a:rPr kumimoji="1" lang="en-US" altLang="ja-JP" sz="1100">
                <a:solidFill>
                  <a:schemeClr val="bg1"/>
                </a:solidFill>
                <a:latin typeface="Times New Roman" panose="02020603050405020304" pitchFamily="18" charset="0"/>
                <a:cs typeface="Times New Roman" panose="02020603050405020304" pitchFamily="18" charset="0"/>
              </a:rPr>
              <a:t>” chuyển đổi từ dữ liệu văn bản sang dữ liệu HTML để chép vào vị trí nội dung thư.</a:t>
            </a:r>
            <a:endParaRPr kumimoji="1" lang="ja-JP" altLang="en-US" sz="1100">
              <a:solidFill>
                <a:schemeClr val="bg1"/>
              </a:solidFill>
              <a:latin typeface="Times New Roman" panose="02020603050405020304" pitchFamily="18" charset="0"/>
              <a:cs typeface="Times New Roman" panose="02020603050405020304" pitchFamily="18" charset="0"/>
            </a:endParaRPr>
          </a:p>
        </p:txBody>
      </p:sp>
      <p:sp>
        <p:nvSpPr>
          <p:cNvPr id="35" name="Speech Bubble: Rectangle 34">
            <a:extLst>
              <a:ext uri="{FF2B5EF4-FFF2-40B4-BE49-F238E27FC236}">
                <a16:creationId xmlns:a16="http://schemas.microsoft.com/office/drawing/2014/main" id="{0895C253-1A6F-AE32-32CF-A76A7A4DB7BC}"/>
              </a:ext>
            </a:extLst>
          </p:cNvPr>
          <p:cNvSpPr/>
          <p:nvPr/>
        </p:nvSpPr>
        <p:spPr>
          <a:xfrm>
            <a:off x="6539236" y="5417876"/>
            <a:ext cx="2392288" cy="719238"/>
          </a:xfrm>
          <a:prstGeom prst="wedgeRectCallout">
            <a:avLst>
              <a:gd name="adj1" fmla="val -23881"/>
              <a:gd name="adj2" fmla="val 48812"/>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lnSpc>
                <a:spcPct val="90000"/>
              </a:lnSpc>
            </a:pPr>
            <a:r>
              <a:rPr kumimoji="1" lang="en-US" altLang="ja-JP" sz="1400">
                <a:solidFill>
                  <a:schemeClr val="bg1"/>
                </a:solidFill>
                <a:latin typeface="Times New Roman" panose="02020603050405020304" pitchFamily="18" charset="0"/>
                <a:cs typeface="Times New Roman" panose="02020603050405020304" pitchFamily="18" charset="0"/>
              </a:rPr>
              <a:t>Mọi người có thể đọc hướng dẫn ở trang tiếp theo </a:t>
            </a:r>
            <a:r>
              <a:rPr kumimoji="1" lang="ja-JP" altLang="en-US" sz="1400">
                <a:solidFill>
                  <a:schemeClr val="bg1"/>
                </a:solidFill>
                <a:latin typeface="Times New Roman" panose="02020603050405020304" pitchFamily="18" charset="0"/>
                <a:cs typeface="Times New Roman" panose="02020603050405020304" pitchFamily="18" charset="0"/>
              </a:rPr>
              <a:t>➞</a:t>
            </a:r>
          </a:p>
        </p:txBody>
      </p:sp>
      <p:pic>
        <p:nvPicPr>
          <p:cNvPr id="37" name="Picture 36">
            <a:extLst>
              <a:ext uri="{FF2B5EF4-FFF2-40B4-BE49-F238E27FC236}">
                <a16:creationId xmlns:a16="http://schemas.microsoft.com/office/drawing/2014/main" id="{1F400087-7527-16E1-66E3-E10AD317BA8B}"/>
              </a:ext>
            </a:extLst>
          </p:cNvPr>
          <p:cNvPicPr>
            <a:picLocks noChangeAspect="1"/>
          </p:cNvPicPr>
          <p:nvPr/>
        </p:nvPicPr>
        <p:blipFill>
          <a:blip r:embed="rId6"/>
          <a:stretch>
            <a:fillRect/>
          </a:stretch>
        </p:blipFill>
        <p:spPr>
          <a:xfrm>
            <a:off x="4096262" y="4210485"/>
            <a:ext cx="2200035" cy="1223651"/>
          </a:xfrm>
          <a:prstGeom prst="rect">
            <a:avLst/>
          </a:prstGeom>
        </p:spPr>
      </p:pic>
      <p:pic>
        <p:nvPicPr>
          <p:cNvPr id="39" name="Picture 38">
            <a:extLst>
              <a:ext uri="{FF2B5EF4-FFF2-40B4-BE49-F238E27FC236}">
                <a16:creationId xmlns:a16="http://schemas.microsoft.com/office/drawing/2014/main" id="{B1254EE0-8ED9-4FDB-EC19-8D88DF97B57C}"/>
              </a:ext>
            </a:extLst>
          </p:cNvPr>
          <p:cNvPicPr>
            <a:picLocks noChangeAspect="1"/>
          </p:cNvPicPr>
          <p:nvPr/>
        </p:nvPicPr>
        <p:blipFill>
          <a:blip r:embed="rId7"/>
          <a:stretch>
            <a:fillRect/>
          </a:stretch>
        </p:blipFill>
        <p:spPr>
          <a:xfrm>
            <a:off x="6430160" y="4226746"/>
            <a:ext cx="1693879" cy="1191130"/>
          </a:xfrm>
          <a:prstGeom prst="rect">
            <a:avLst/>
          </a:prstGeom>
        </p:spPr>
      </p:pic>
      <p:sp>
        <p:nvSpPr>
          <p:cNvPr id="40" name="Arrow: Right 39">
            <a:extLst>
              <a:ext uri="{FF2B5EF4-FFF2-40B4-BE49-F238E27FC236}">
                <a16:creationId xmlns:a16="http://schemas.microsoft.com/office/drawing/2014/main" id="{7EF91428-713F-2B03-2CCC-B253AA31DA26}"/>
              </a:ext>
            </a:extLst>
          </p:cNvPr>
          <p:cNvSpPr/>
          <p:nvPr/>
        </p:nvSpPr>
        <p:spPr>
          <a:xfrm>
            <a:off x="6200601" y="4761166"/>
            <a:ext cx="325255" cy="217196"/>
          </a:xfrm>
          <a:prstGeom prst="rightArrow">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Speech Bubble: Rectangle 40">
            <a:extLst>
              <a:ext uri="{FF2B5EF4-FFF2-40B4-BE49-F238E27FC236}">
                <a16:creationId xmlns:a16="http://schemas.microsoft.com/office/drawing/2014/main" id="{24E32F51-A12B-DD85-3FF3-13D34C1B86C1}"/>
              </a:ext>
            </a:extLst>
          </p:cNvPr>
          <p:cNvSpPr/>
          <p:nvPr/>
        </p:nvSpPr>
        <p:spPr>
          <a:xfrm>
            <a:off x="4465712" y="3510413"/>
            <a:ext cx="2925687" cy="719238"/>
          </a:xfrm>
          <a:prstGeom prst="wedgeRectCallout">
            <a:avLst>
              <a:gd name="adj1" fmla="val -18524"/>
              <a:gd name="adj2" fmla="val 78830"/>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85000" lnSpcReduction="20000"/>
          </a:bodyPr>
          <a:lstStyle/>
          <a:p>
            <a:pPr algn="ctr">
              <a:lnSpc>
                <a:spcPct val="90000"/>
              </a:lnSpc>
            </a:pPr>
            <a:r>
              <a:rPr kumimoji="1" lang="en-US" altLang="ja-JP" sz="1500">
                <a:solidFill>
                  <a:schemeClr val="bg1"/>
                </a:solidFill>
                <a:latin typeface="Times New Roman" panose="02020603050405020304" pitchFamily="18" charset="0"/>
                <a:cs typeface="Times New Roman" panose="02020603050405020304" pitchFamily="18" charset="0"/>
              </a:rPr>
              <a:t>Khi bấm nút gửi thì chương trình sẽ hiển thị thông báo dưới mọi người bấm vào Allow nhé, nếu gửi thư OK thì sẽ hiện lên thông báo đã gửi mail thành công</a:t>
            </a:r>
            <a:endParaRPr kumimoji="1" lang="ja-JP" altLang="en-US" sz="1500">
              <a:solidFill>
                <a:schemeClr val="bg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B43DE02-6474-2AEC-FCA0-0A20976F4446}"/>
              </a:ext>
            </a:extLst>
          </p:cNvPr>
          <p:cNvPicPr>
            <a:picLocks noChangeAspect="1"/>
          </p:cNvPicPr>
          <p:nvPr/>
        </p:nvPicPr>
        <p:blipFill>
          <a:blip r:embed="rId8"/>
          <a:stretch>
            <a:fillRect/>
          </a:stretch>
        </p:blipFill>
        <p:spPr>
          <a:xfrm>
            <a:off x="472101" y="759672"/>
            <a:ext cx="1486107" cy="819264"/>
          </a:xfrm>
          <a:prstGeom prst="rect">
            <a:avLst/>
          </a:prstGeom>
        </p:spPr>
      </p:pic>
    </p:spTree>
    <p:extLst>
      <p:ext uri="{BB962C8B-B14F-4D97-AF65-F5344CB8AC3E}">
        <p14:creationId xmlns:p14="http://schemas.microsoft.com/office/powerpoint/2010/main" val="28478739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8EB0F13-8FD4-A98D-61E4-4C5A42B38C12}"/>
              </a:ext>
            </a:extLst>
          </p:cNvPr>
          <p:cNvSpPr>
            <a:spLocks noGrp="1"/>
          </p:cNvSpPr>
          <p:nvPr>
            <p:ph type="sldNum" sz="quarter" idx="4"/>
          </p:nvPr>
        </p:nvSpPr>
        <p:spPr/>
        <p:txBody>
          <a:bodyPr/>
          <a:lstStyle/>
          <a:p>
            <a:fld id="{E38BFB4B-70AE-4AFC-9806-78E9768488DC}" type="slidenum">
              <a:rPr lang="fr-FR" altLang="ja-JP" sz="1600" smtClean="0">
                <a:solidFill>
                  <a:schemeClr val="tx1"/>
                </a:solidFill>
              </a:rPr>
              <a:pPr/>
              <a:t>25</a:t>
            </a:fld>
            <a:endParaRPr lang="fr-FR" altLang="ja-JP" sz="1600">
              <a:solidFill>
                <a:schemeClr val="tx1"/>
              </a:solidFill>
            </a:endParaRPr>
          </a:p>
          <a:p>
            <a:r>
              <a:rPr lang="fr-FR" altLang="ja-JP" sz="1000"/>
              <a:t>©20</a:t>
            </a:r>
            <a:r>
              <a:rPr lang="en-US" altLang="ja-JP" sz="1000"/>
              <a:t>19</a:t>
            </a:r>
            <a:r>
              <a:rPr lang="fr-FR" altLang="ja-JP" sz="1000"/>
              <a:t> KYOCERA Document Solutions Inc.</a:t>
            </a:r>
            <a:endParaRPr lang="en-US" sz="1000"/>
          </a:p>
        </p:txBody>
      </p:sp>
      <p:cxnSp>
        <p:nvCxnSpPr>
          <p:cNvPr id="11" name="Straight Connector 10">
            <a:extLst>
              <a:ext uri="{FF2B5EF4-FFF2-40B4-BE49-F238E27FC236}">
                <a16:creationId xmlns:a16="http://schemas.microsoft.com/office/drawing/2014/main" id="{0AEC1FAA-157F-FDA2-1B9D-0AF67B466CA3}"/>
              </a:ext>
            </a:extLst>
          </p:cNvPr>
          <p:cNvCxnSpPr/>
          <p:nvPr/>
        </p:nvCxnSpPr>
        <p:spPr>
          <a:xfrm>
            <a:off x="0" y="472118"/>
            <a:ext cx="914400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14" name="Title 1">
            <a:extLst>
              <a:ext uri="{FF2B5EF4-FFF2-40B4-BE49-F238E27FC236}">
                <a16:creationId xmlns:a16="http://schemas.microsoft.com/office/drawing/2014/main" id="{E099A37F-803F-1BD6-80CD-AF51918E12F0}"/>
              </a:ext>
            </a:extLst>
          </p:cNvPr>
          <p:cNvSpPr>
            <a:spLocks noGrp="1"/>
          </p:cNvSpPr>
          <p:nvPr>
            <p:ph type="title"/>
          </p:nvPr>
        </p:nvSpPr>
        <p:spPr>
          <a:xfrm>
            <a:off x="0" y="0"/>
            <a:ext cx="9144000" cy="410695"/>
          </a:xfrm>
        </p:spPr>
        <p:txBody>
          <a:bodyPr>
            <a:noAutofit/>
          </a:bodyPr>
          <a:lstStyle/>
          <a:p>
            <a:r>
              <a:rPr kumimoji="1" lang="en-US" altLang="ja-JP" sz="2000">
                <a:latin typeface="Times New Roman" panose="02020603050405020304" pitchFamily="18" charset="0"/>
                <a:cs typeface="Times New Roman" panose="02020603050405020304" pitchFamily="18" charset="0"/>
              </a:rPr>
              <a:t>5.7. Hướng dẫn sử dụng (phía Leader)_sử dụng chức năng tự động gửi Mail</a:t>
            </a:r>
            <a:endParaRPr kumimoji="1" lang="ja-JP" altLang="en-US" sz="2000">
              <a:latin typeface="Times New Roman" panose="02020603050405020304" pitchFamily="18" charset="0"/>
              <a:cs typeface="Times New Roman" panose="02020603050405020304" pitchFamily="18" charset="0"/>
            </a:endParaRPr>
          </a:p>
        </p:txBody>
      </p:sp>
      <p:sp>
        <p:nvSpPr>
          <p:cNvPr id="6" name="Speech Bubble: Rectangle 5">
            <a:extLst>
              <a:ext uri="{FF2B5EF4-FFF2-40B4-BE49-F238E27FC236}">
                <a16:creationId xmlns:a16="http://schemas.microsoft.com/office/drawing/2014/main" id="{8A5254C3-C9FF-CDFC-EF3E-1F6A46936A06}"/>
              </a:ext>
            </a:extLst>
          </p:cNvPr>
          <p:cNvSpPr/>
          <p:nvPr/>
        </p:nvSpPr>
        <p:spPr>
          <a:xfrm>
            <a:off x="152400" y="469673"/>
            <a:ext cx="4419600" cy="719238"/>
          </a:xfrm>
          <a:prstGeom prst="wedgeRectCallout">
            <a:avLst>
              <a:gd name="adj1" fmla="val -48345"/>
              <a:gd name="adj2" fmla="val -11224"/>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pPr>
            <a:r>
              <a:rPr kumimoji="1" lang="ja-JP" altLang="en-US" sz="1500">
                <a:solidFill>
                  <a:schemeClr val="bg1"/>
                </a:solidFill>
                <a:latin typeface="Times New Roman" panose="02020603050405020304" pitchFamily="18" charset="0"/>
                <a:cs typeface="Times New Roman" panose="02020603050405020304" pitchFamily="18" charset="0"/>
              </a:rPr>
              <a:t>①</a:t>
            </a:r>
            <a:r>
              <a:rPr kumimoji="1" lang="en-US" altLang="ja-JP" sz="1500">
                <a:solidFill>
                  <a:schemeClr val="bg1"/>
                </a:solidFill>
                <a:latin typeface="Times New Roman" panose="02020603050405020304" pitchFamily="18" charset="0"/>
                <a:cs typeface="Times New Roman" panose="02020603050405020304" pitchFamily="18" charset="0"/>
              </a:rPr>
              <a:t>Khi vào </a:t>
            </a:r>
            <a:r>
              <a:rPr kumimoji="1" lang="en-US" altLang="ja-JP" sz="1500">
                <a:solidFill>
                  <a:schemeClr val="bg1"/>
                </a:solidFill>
                <a:latin typeface="Times New Roman" panose="02020603050405020304" pitchFamily="18" charset="0"/>
                <a:cs typeface="Times New Roman" panose="02020603050405020304" pitchFamily="18" charset="0"/>
                <a:hlinkClick r:id="rId2"/>
              </a:rPr>
              <a:t>https://tunepit.net/tool/vi/text-to-html</a:t>
            </a:r>
            <a:br>
              <a:rPr kumimoji="1" lang="en-US" altLang="ja-JP" sz="1500">
                <a:solidFill>
                  <a:schemeClr val="bg1"/>
                </a:solidFill>
                <a:latin typeface="Times New Roman" panose="02020603050405020304" pitchFamily="18" charset="0"/>
                <a:cs typeface="Times New Roman" panose="02020603050405020304" pitchFamily="18" charset="0"/>
              </a:rPr>
            </a:br>
            <a:r>
              <a:rPr kumimoji="1" lang="en-US" altLang="ja-JP" sz="1500">
                <a:solidFill>
                  <a:schemeClr val="bg1"/>
                </a:solidFill>
                <a:latin typeface="Times New Roman" panose="02020603050405020304" pitchFamily="18" charset="0"/>
                <a:cs typeface="Times New Roman" panose="02020603050405020304" pitchFamily="18" charset="0"/>
              </a:rPr>
              <a:t>Văn bản chúng ta nhập vào sẽ tự động chuyển đổi thành mã HTML. </a:t>
            </a:r>
            <a:endParaRPr kumimoji="1" lang="ja-JP" altLang="en-US" sz="1500">
              <a:solidFill>
                <a:schemeClr val="bg1"/>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681E3C87-7883-A421-0431-C2C37B1602DE}"/>
              </a:ext>
            </a:extLst>
          </p:cNvPr>
          <p:cNvPicPr>
            <a:picLocks noChangeAspect="1"/>
          </p:cNvPicPr>
          <p:nvPr/>
        </p:nvPicPr>
        <p:blipFill>
          <a:blip r:embed="rId3"/>
          <a:stretch>
            <a:fillRect/>
          </a:stretch>
        </p:blipFill>
        <p:spPr>
          <a:xfrm>
            <a:off x="152400" y="1201611"/>
            <a:ext cx="4419600" cy="2117416"/>
          </a:xfrm>
          <a:prstGeom prst="rect">
            <a:avLst/>
          </a:prstGeom>
        </p:spPr>
      </p:pic>
      <p:pic>
        <p:nvPicPr>
          <p:cNvPr id="15" name="Picture 14">
            <a:extLst>
              <a:ext uri="{FF2B5EF4-FFF2-40B4-BE49-F238E27FC236}">
                <a16:creationId xmlns:a16="http://schemas.microsoft.com/office/drawing/2014/main" id="{A8075087-D8B9-0828-8C22-8B98501B73E7}"/>
              </a:ext>
            </a:extLst>
          </p:cNvPr>
          <p:cNvPicPr>
            <a:picLocks noChangeAspect="1"/>
          </p:cNvPicPr>
          <p:nvPr/>
        </p:nvPicPr>
        <p:blipFill>
          <a:blip r:embed="rId4"/>
          <a:stretch>
            <a:fillRect/>
          </a:stretch>
        </p:blipFill>
        <p:spPr>
          <a:xfrm>
            <a:off x="152400" y="3306326"/>
            <a:ext cx="4403056" cy="1646671"/>
          </a:xfrm>
          <a:prstGeom prst="rect">
            <a:avLst/>
          </a:prstGeom>
        </p:spPr>
      </p:pic>
      <p:sp>
        <p:nvSpPr>
          <p:cNvPr id="16" name="Speech Bubble: Rectangle 15">
            <a:extLst>
              <a:ext uri="{FF2B5EF4-FFF2-40B4-BE49-F238E27FC236}">
                <a16:creationId xmlns:a16="http://schemas.microsoft.com/office/drawing/2014/main" id="{75137107-F55E-6B43-8926-BBA885F286C8}"/>
              </a:ext>
            </a:extLst>
          </p:cNvPr>
          <p:cNvSpPr/>
          <p:nvPr/>
        </p:nvSpPr>
        <p:spPr>
          <a:xfrm>
            <a:off x="2028813" y="2531525"/>
            <a:ext cx="2392288" cy="719238"/>
          </a:xfrm>
          <a:prstGeom prst="wedgeRectCallout">
            <a:avLst>
              <a:gd name="adj1" fmla="val -43524"/>
              <a:gd name="adj2" fmla="val 68236"/>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pPr>
            <a:r>
              <a:rPr kumimoji="1" lang="ja-JP" altLang="en-US" sz="1500">
                <a:solidFill>
                  <a:schemeClr val="bg1"/>
                </a:solidFill>
                <a:latin typeface="Times New Roman" panose="02020603050405020304" pitchFamily="18" charset="0"/>
                <a:cs typeface="Times New Roman" panose="02020603050405020304" pitchFamily="18" charset="0"/>
              </a:rPr>
              <a:t>②</a:t>
            </a:r>
            <a:r>
              <a:rPr kumimoji="1" lang="en-US" altLang="ja-JP" sz="1500">
                <a:solidFill>
                  <a:schemeClr val="bg1"/>
                </a:solidFill>
                <a:latin typeface="Times New Roman" panose="02020603050405020304" pitchFamily="18" charset="0"/>
                <a:cs typeface="Times New Roman" panose="02020603050405020304" pitchFamily="18" charset="0"/>
              </a:rPr>
              <a:t>Bấm chuyển đổi sang HTML</a:t>
            </a:r>
            <a:endParaRPr kumimoji="1" lang="ja-JP" altLang="en-US" sz="1500">
              <a:solidFill>
                <a:schemeClr val="bg1"/>
              </a:solidFill>
              <a:latin typeface="Times New Roman" panose="02020603050405020304" pitchFamily="18" charset="0"/>
              <a:cs typeface="Times New Roman" panose="02020603050405020304" pitchFamily="18" charset="0"/>
            </a:endParaRPr>
          </a:p>
        </p:txBody>
      </p:sp>
      <p:sp>
        <p:nvSpPr>
          <p:cNvPr id="17" name="Speech Bubble: Rectangle 16">
            <a:extLst>
              <a:ext uri="{FF2B5EF4-FFF2-40B4-BE49-F238E27FC236}">
                <a16:creationId xmlns:a16="http://schemas.microsoft.com/office/drawing/2014/main" id="{5AC23902-81FD-C32E-5736-968D20D9FF58}"/>
              </a:ext>
            </a:extLst>
          </p:cNvPr>
          <p:cNvSpPr/>
          <p:nvPr/>
        </p:nvSpPr>
        <p:spPr>
          <a:xfrm>
            <a:off x="457200" y="5064123"/>
            <a:ext cx="2392288" cy="719238"/>
          </a:xfrm>
          <a:prstGeom prst="wedgeRectCallout">
            <a:avLst>
              <a:gd name="adj1" fmla="val -14326"/>
              <a:gd name="adj2" fmla="val -71259"/>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pPr>
            <a:r>
              <a:rPr kumimoji="1" lang="ja-JP" altLang="en-US" sz="1500">
                <a:solidFill>
                  <a:schemeClr val="bg1"/>
                </a:solidFill>
                <a:latin typeface="Times New Roman" panose="02020603050405020304" pitchFamily="18" charset="0"/>
                <a:cs typeface="Times New Roman" panose="02020603050405020304" pitchFamily="18" charset="0"/>
              </a:rPr>
              <a:t>③</a:t>
            </a:r>
            <a:r>
              <a:rPr kumimoji="1" lang="en-US" altLang="ja-JP" sz="1500">
                <a:solidFill>
                  <a:schemeClr val="bg1"/>
                </a:solidFill>
                <a:latin typeface="Times New Roman" panose="02020603050405020304" pitchFamily="18" charset="0"/>
                <a:cs typeface="Times New Roman" panose="02020603050405020304" pitchFamily="18" charset="0"/>
              </a:rPr>
              <a:t>Sao chép HTML</a:t>
            </a:r>
            <a:endParaRPr kumimoji="1" lang="ja-JP" altLang="en-US" sz="1500">
              <a:solidFill>
                <a:schemeClr val="bg1"/>
              </a:solidFill>
              <a:latin typeface="Times New Roman" panose="02020603050405020304" pitchFamily="18" charset="0"/>
              <a:cs typeface="Times New Roman" panose="02020603050405020304" pitchFamily="18" charset="0"/>
            </a:endParaRPr>
          </a:p>
        </p:txBody>
      </p:sp>
      <p:pic>
        <p:nvPicPr>
          <p:cNvPr id="20" name="Picture 19">
            <a:extLst>
              <a:ext uri="{FF2B5EF4-FFF2-40B4-BE49-F238E27FC236}">
                <a16:creationId xmlns:a16="http://schemas.microsoft.com/office/drawing/2014/main" id="{B4837B69-19F4-16C8-9532-926FB82DFFD9}"/>
              </a:ext>
            </a:extLst>
          </p:cNvPr>
          <p:cNvPicPr>
            <a:picLocks noChangeAspect="1"/>
          </p:cNvPicPr>
          <p:nvPr/>
        </p:nvPicPr>
        <p:blipFill>
          <a:blip r:embed="rId5"/>
          <a:stretch>
            <a:fillRect/>
          </a:stretch>
        </p:blipFill>
        <p:spPr>
          <a:xfrm>
            <a:off x="5112662" y="506156"/>
            <a:ext cx="4031338" cy="2491556"/>
          </a:xfrm>
          <a:prstGeom prst="rect">
            <a:avLst/>
          </a:prstGeom>
        </p:spPr>
      </p:pic>
      <p:sp>
        <p:nvSpPr>
          <p:cNvPr id="22" name="Speech Bubble: Rectangle 21">
            <a:extLst>
              <a:ext uri="{FF2B5EF4-FFF2-40B4-BE49-F238E27FC236}">
                <a16:creationId xmlns:a16="http://schemas.microsoft.com/office/drawing/2014/main" id="{98656AE7-2893-9F53-A131-F57B7AA2D85D}"/>
              </a:ext>
            </a:extLst>
          </p:cNvPr>
          <p:cNvSpPr/>
          <p:nvPr/>
        </p:nvSpPr>
        <p:spPr>
          <a:xfrm>
            <a:off x="5447550" y="2087766"/>
            <a:ext cx="2392288" cy="719238"/>
          </a:xfrm>
          <a:prstGeom prst="wedgeRectCallout">
            <a:avLst>
              <a:gd name="adj1" fmla="val -14326"/>
              <a:gd name="adj2" fmla="val -71259"/>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pPr>
            <a:r>
              <a:rPr kumimoji="1" lang="ja-JP" altLang="en-US" sz="1500">
                <a:solidFill>
                  <a:schemeClr val="bg1"/>
                </a:solidFill>
                <a:latin typeface="Times New Roman" panose="02020603050405020304" pitchFamily="18" charset="0"/>
                <a:cs typeface="Times New Roman" panose="02020603050405020304" pitchFamily="18" charset="0"/>
              </a:rPr>
              <a:t>④</a:t>
            </a:r>
            <a:r>
              <a:rPr kumimoji="1" lang="en-US" altLang="ja-JP" sz="1500">
                <a:solidFill>
                  <a:schemeClr val="bg1"/>
                </a:solidFill>
                <a:latin typeface="Times New Roman" panose="02020603050405020304" pitchFamily="18" charset="0"/>
                <a:cs typeface="Times New Roman" panose="02020603050405020304" pitchFamily="18" charset="0"/>
              </a:rPr>
              <a:t>Rồi paste vào Ô A3 hoặc C3 tùy thuộc vào tính năng muốn chọn lựa </a:t>
            </a:r>
            <a:r>
              <a:rPr kumimoji="1" lang="ja-JP" altLang="en-US" sz="1500">
                <a:solidFill>
                  <a:schemeClr val="bg1"/>
                </a:solidFill>
                <a:latin typeface="Times New Roman" panose="02020603050405020304" pitchFamily="18" charset="0"/>
                <a:cs typeface="Times New Roman" panose="02020603050405020304" pitchFamily="18" charset="0"/>
              </a:rPr>
              <a:t>① </a:t>
            </a:r>
            <a:r>
              <a:rPr kumimoji="1" lang="en-US" altLang="ja-JP" sz="1500">
                <a:solidFill>
                  <a:schemeClr val="bg1"/>
                </a:solidFill>
                <a:latin typeface="Times New Roman" panose="02020603050405020304" pitchFamily="18" charset="0"/>
                <a:cs typeface="Times New Roman" panose="02020603050405020304" pitchFamily="18" charset="0"/>
              </a:rPr>
              <a:t>hoặc </a:t>
            </a:r>
            <a:r>
              <a:rPr kumimoji="1" lang="ja-JP" altLang="en-US" sz="1500">
                <a:solidFill>
                  <a:schemeClr val="bg1"/>
                </a:solidFill>
                <a:latin typeface="Times New Roman" panose="02020603050405020304" pitchFamily="18" charset="0"/>
                <a:cs typeface="Times New Roman" panose="02020603050405020304" pitchFamily="18" charset="0"/>
              </a:rPr>
              <a:t>②</a:t>
            </a:r>
          </a:p>
        </p:txBody>
      </p:sp>
      <p:sp>
        <p:nvSpPr>
          <p:cNvPr id="29" name="Heptagon 28">
            <a:extLst>
              <a:ext uri="{FF2B5EF4-FFF2-40B4-BE49-F238E27FC236}">
                <a16:creationId xmlns:a16="http://schemas.microsoft.com/office/drawing/2014/main" id="{0DC26302-A2E6-97EE-630E-87369AF252A5}"/>
              </a:ext>
            </a:extLst>
          </p:cNvPr>
          <p:cNvSpPr/>
          <p:nvPr/>
        </p:nvSpPr>
        <p:spPr>
          <a:xfrm>
            <a:off x="7106586" y="740235"/>
            <a:ext cx="437213" cy="336794"/>
          </a:xfrm>
          <a:prstGeom prst="heptagon">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a:t>1</a:t>
            </a:r>
            <a:endParaRPr kumimoji="1" lang="ja-JP" altLang="en-US"/>
          </a:p>
        </p:txBody>
      </p:sp>
      <p:sp>
        <p:nvSpPr>
          <p:cNvPr id="31" name="Heptagon 30">
            <a:extLst>
              <a:ext uri="{FF2B5EF4-FFF2-40B4-BE49-F238E27FC236}">
                <a16:creationId xmlns:a16="http://schemas.microsoft.com/office/drawing/2014/main" id="{698D359E-3EDA-E440-8250-03325BC84C2E}"/>
              </a:ext>
            </a:extLst>
          </p:cNvPr>
          <p:cNvSpPr/>
          <p:nvPr/>
        </p:nvSpPr>
        <p:spPr>
          <a:xfrm>
            <a:off x="7096593" y="1201611"/>
            <a:ext cx="437213" cy="336794"/>
          </a:xfrm>
          <a:prstGeom prst="heptagon">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a:t>2</a:t>
            </a:r>
            <a:endParaRPr kumimoji="1" lang="ja-JP" altLang="en-US"/>
          </a:p>
        </p:txBody>
      </p:sp>
      <p:sp>
        <p:nvSpPr>
          <p:cNvPr id="35" name="Speech Bubble: Rectangle 34">
            <a:extLst>
              <a:ext uri="{FF2B5EF4-FFF2-40B4-BE49-F238E27FC236}">
                <a16:creationId xmlns:a16="http://schemas.microsoft.com/office/drawing/2014/main" id="{8F22D08C-F4F5-ADF5-DF24-92FA42C000B7}"/>
              </a:ext>
            </a:extLst>
          </p:cNvPr>
          <p:cNvSpPr/>
          <p:nvPr/>
        </p:nvSpPr>
        <p:spPr>
          <a:xfrm>
            <a:off x="4588546" y="3007542"/>
            <a:ext cx="4403056" cy="1582930"/>
          </a:xfrm>
          <a:prstGeom prst="wedgeRectCallout">
            <a:avLst>
              <a:gd name="adj1" fmla="val -14864"/>
              <a:gd name="adj2" fmla="val -49597"/>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lnSpc>
                <a:spcPct val="90000"/>
              </a:lnSpc>
            </a:pPr>
            <a:r>
              <a:rPr kumimoji="1" lang="ja-JP" altLang="en-US" sz="1200">
                <a:solidFill>
                  <a:schemeClr val="bg1"/>
                </a:solidFill>
                <a:latin typeface="Times New Roman" panose="02020603050405020304" pitchFamily="18" charset="0"/>
                <a:cs typeface="Times New Roman" panose="02020603050405020304" pitchFamily="18" charset="0"/>
              </a:rPr>
              <a:t>⑤</a:t>
            </a:r>
            <a:r>
              <a:rPr kumimoji="1" lang="en-US" altLang="ja-JP" sz="1200">
                <a:solidFill>
                  <a:schemeClr val="bg1"/>
                </a:solidFill>
                <a:latin typeface="Times New Roman" panose="02020603050405020304" pitchFamily="18" charset="0"/>
                <a:cs typeface="Times New Roman" panose="02020603050405020304" pitchFamily="18" charset="0"/>
              </a:rPr>
              <a:t>Trường hợp muốn nội dung thư gửi đi có font Times New Roman thì copy </a:t>
            </a:r>
            <a:r>
              <a:rPr kumimoji="1" lang="en-US" altLang="ja-JP" sz="1200">
                <a:solidFill>
                  <a:srgbClr val="FF0000"/>
                </a:solidFill>
                <a:latin typeface="Times New Roman" panose="02020603050405020304" pitchFamily="18" charset="0"/>
                <a:cs typeface="Times New Roman" panose="02020603050405020304" pitchFamily="18" charset="0"/>
              </a:rPr>
              <a:t>&lt;html&gt;</a:t>
            </a:r>
          </a:p>
          <a:p>
            <a:pPr algn="ctr">
              <a:lnSpc>
                <a:spcPct val="90000"/>
              </a:lnSpc>
            </a:pPr>
            <a:r>
              <a:rPr kumimoji="1" lang="en-US" altLang="ja-JP" sz="1200">
                <a:solidFill>
                  <a:srgbClr val="FF0000"/>
                </a:solidFill>
                <a:latin typeface="Times New Roman" panose="02020603050405020304" pitchFamily="18" charset="0"/>
                <a:cs typeface="Times New Roman" panose="02020603050405020304" pitchFamily="18" charset="0"/>
              </a:rPr>
              <a:t>&lt;body style="font-family: 'Times New Roman', Times, serif;"&gt; </a:t>
            </a:r>
            <a:r>
              <a:rPr kumimoji="1" lang="en-US" altLang="ja-JP" sz="1200">
                <a:solidFill>
                  <a:schemeClr val="bg1"/>
                </a:solidFill>
                <a:latin typeface="Times New Roman" panose="02020603050405020304" pitchFamily="18" charset="0"/>
                <a:cs typeface="Times New Roman" panose="02020603050405020304" pitchFamily="18" charset="0"/>
              </a:rPr>
              <a:t>vào đầu thư và copy </a:t>
            </a:r>
          </a:p>
          <a:p>
            <a:pPr algn="ctr">
              <a:lnSpc>
                <a:spcPct val="90000"/>
              </a:lnSpc>
            </a:pPr>
            <a:r>
              <a:rPr kumimoji="1" lang="en-US" altLang="ja-JP" sz="1200">
                <a:solidFill>
                  <a:srgbClr val="FF0000"/>
                </a:solidFill>
                <a:latin typeface="Times New Roman" panose="02020603050405020304" pitchFamily="18" charset="0"/>
                <a:cs typeface="Times New Roman" panose="02020603050405020304" pitchFamily="18" charset="0"/>
              </a:rPr>
              <a:t>&lt;/body&gt;</a:t>
            </a:r>
          </a:p>
          <a:p>
            <a:pPr algn="ctr">
              <a:lnSpc>
                <a:spcPct val="90000"/>
              </a:lnSpc>
            </a:pPr>
            <a:r>
              <a:rPr kumimoji="1" lang="en-US" altLang="ja-JP" sz="1200">
                <a:solidFill>
                  <a:srgbClr val="FF0000"/>
                </a:solidFill>
                <a:latin typeface="Times New Roman" panose="02020603050405020304" pitchFamily="18" charset="0"/>
                <a:cs typeface="Times New Roman" panose="02020603050405020304" pitchFamily="18" charset="0"/>
              </a:rPr>
              <a:t>&lt;/html&gt;</a:t>
            </a:r>
            <a:endParaRPr kumimoji="1" lang="en-US" altLang="ja-JP" sz="1200">
              <a:solidFill>
                <a:schemeClr val="bg1"/>
              </a:solidFill>
              <a:latin typeface="Times New Roman" panose="02020603050405020304" pitchFamily="18" charset="0"/>
              <a:cs typeface="Times New Roman" panose="02020603050405020304" pitchFamily="18" charset="0"/>
            </a:endParaRPr>
          </a:p>
          <a:p>
            <a:pPr algn="ctr">
              <a:lnSpc>
                <a:spcPct val="90000"/>
              </a:lnSpc>
            </a:pPr>
            <a:r>
              <a:rPr kumimoji="1" lang="en-US" altLang="ja-JP" sz="1200">
                <a:solidFill>
                  <a:schemeClr val="bg1"/>
                </a:solidFill>
                <a:latin typeface="Times New Roman" panose="02020603050405020304" pitchFamily="18" charset="0"/>
                <a:cs typeface="Times New Roman" panose="02020603050405020304" pitchFamily="18" charset="0"/>
              </a:rPr>
              <a:t>Vào cuồi chân thư. Mọi người cứ xem nội dung ở ô A3 và ô C3 để tham khảo.</a:t>
            </a:r>
          </a:p>
          <a:p>
            <a:pPr algn="ctr">
              <a:lnSpc>
                <a:spcPct val="90000"/>
              </a:lnSpc>
            </a:pPr>
            <a:r>
              <a:rPr kumimoji="1" lang="en-US" altLang="ja-JP" sz="1200">
                <a:solidFill>
                  <a:schemeClr val="bg1"/>
                </a:solidFill>
                <a:latin typeface="Times New Roman" panose="02020603050405020304" pitchFamily="18" charset="0"/>
                <a:cs typeface="Times New Roman" panose="02020603050405020304" pitchFamily="18" charset="0"/>
              </a:rPr>
              <a:t>※Chú ý links BOM sẽ là links của chính file tổng hợp bạn đang mở. Giữ nguyên {AttachmentPath} </a:t>
            </a:r>
            <a:r>
              <a:rPr kumimoji="1" lang="ja-JP" altLang="en-US" sz="1200">
                <a:solidFill>
                  <a:schemeClr val="bg1"/>
                </a:solidFill>
                <a:latin typeface="Times New Roman" panose="02020603050405020304" pitchFamily="18" charset="0"/>
                <a:cs typeface="Times New Roman" panose="02020603050405020304" pitchFamily="18" charset="0"/>
              </a:rPr>
              <a:t>➞</a:t>
            </a:r>
            <a:r>
              <a:rPr kumimoji="1" lang="en-US" altLang="ja-JP" sz="1200">
                <a:solidFill>
                  <a:schemeClr val="bg1"/>
                </a:solidFill>
                <a:latin typeface="Times New Roman" panose="02020603050405020304" pitchFamily="18" charset="0"/>
                <a:cs typeface="Times New Roman" panose="02020603050405020304" pitchFamily="18" charset="0"/>
              </a:rPr>
              <a:t>đây là code gọi đến đường dẫn của File tổng hợp.(vị trí gạch chân chữ đỏ của ảnh dưới)</a:t>
            </a:r>
            <a:endParaRPr kumimoji="1" lang="en-US" altLang="ja-JP" sz="1200">
              <a:solidFill>
                <a:srgbClr val="FF0000"/>
              </a:solidFill>
              <a:latin typeface="Times New Roman" panose="02020603050405020304" pitchFamily="18" charset="0"/>
              <a:cs typeface="Times New Roman" panose="02020603050405020304" pitchFamily="18" charset="0"/>
            </a:endParaRPr>
          </a:p>
        </p:txBody>
      </p:sp>
      <p:pic>
        <p:nvPicPr>
          <p:cNvPr id="38" name="Picture 37">
            <a:extLst>
              <a:ext uri="{FF2B5EF4-FFF2-40B4-BE49-F238E27FC236}">
                <a16:creationId xmlns:a16="http://schemas.microsoft.com/office/drawing/2014/main" id="{AAF70B2C-3352-F7C6-D865-DB893D23932E}"/>
              </a:ext>
            </a:extLst>
          </p:cNvPr>
          <p:cNvPicPr>
            <a:picLocks noChangeAspect="1"/>
          </p:cNvPicPr>
          <p:nvPr/>
        </p:nvPicPr>
        <p:blipFill>
          <a:blip r:embed="rId6"/>
          <a:stretch>
            <a:fillRect/>
          </a:stretch>
        </p:blipFill>
        <p:spPr>
          <a:xfrm>
            <a:off x="4870595" y="4632276"/>
            <a:ext cx="3359005" cy="1582931"/>
          </a:xfrm>
          <a:prstGeom prst="rect">
            <a:avLst/>
          </a:prstGeom>
        </p:spPr>
      </p:pic>
      <p:pic>
        <p:nvPicPr>
          <p:cNvPr id="3" name="Picture 2">
            <a:extLst>
              <a:ext uri="{FF2B5EF4-FFF2-40B4-BE49-F238E27FC236}">
                <a16:creationId xmlns:a16="http://schemas.microsoft.com/office/drawing/2014/main" id="{33CFE574-809E-3D8F-3DB5-4ABDE1EBF090}"/>
              </a:ext>
            </a:extLst>
          </p:cNvPr>
          <p:cNvPicPr>
            <a:picLocks noChangeAspect="1"/>
          </p:cNvPicPr>
          <p:nvPr/>
        </p:nvPicPr>
        <p:blipFill>
          <a:blip r:embed="rId7"/>
          <a:stretch>
            <a:fillRect/>
          </a:stretch>
        </p:blipFill>
        <p:spPr>
          <a:xfrm>
            <a:off x="7605800" y="719141"/>
            <a:ext cx="1486107" cy="819264"/>
          </a:xfrm>
          <a:prstGeom prst="rect">
            <a:avLst/>
          </a:prstGeom>
        </p:spPr>
      </p:pic>
    </p:spTree>
    <p:extLst>
      <p:ext uri="{BB962C8B-B14F-4D97-AF65-F5344CB8AC3E}">
        <p14:creationId xmlns:p14="http://schemas.microsoft.com/office/powerpoint/2010/main" val="9574603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38">
            <a:extLst>
              <a:ext uri="{FF2B5EF4-FFF2-40B4-BE49-F238E27FC236}">
                <a16:creationId xmlns:a16="http://schemas.microsoft.com/office/drawing/2014/main" id="{77C7ED4A-C3DA-8238-527F-50C40BD31DD7}"/>
              </a:ext>
            </a:extLst>
          </p:cNvPr>
          <p:cNvPicPr>
            <a:picLocks noChangeAspect="1"/>
          </p:cNvPicPr>
          <p:nvPr/>
        </p:nvPicPr>
        <p:blipFill>
          <a:blip r:embed="rId2"/>
          <a:stretch>
            <a:fillRect/>
          </a:stretch>
        </p:blipFill>
        <p:spPr>
          <a:xfrm>
            <a:off x="121135" y="3794122"/>
            <a:ext cx="4914167" cy="1523353"/>
          </a:xfrm>
          <a:prstGeom prst="rect">
            <a:avLst/>
          </a:prstGeom>
        </p:spPr>
      </p:pic>
      <p:grpSp>
        <p:nvGrpSpPr>
          <p:cNvPr id="13" name="Group 12">
            <a:extLst>
              <a:ext uri="{FF2B5EF4-FFF2-40B4-BE49-F238E27FC236}">
                <a16:creationId xmlns:a16="http://schemas.microsoft.com/office/drawing/2014/main" id="{D0711455-5A94-8184-00AD-21D56EF26570}"/>
              </a:ext>
            </a:extLst>
          </p:cNvPr>
          <p:cNvGrpSpPr/>
          <p:nvPr/>
        </p:nvGrpSpPr>
        <p:grpSpPr>
          <a:xfrm>
            <a:off x="2480941" y="602497"/>
            <a:ext cx="4276097" cy="1539643"/>
            <a:chOff x="2503426" y="551839"/>
            <a:chExt cx="4276097" cy="1539643"/>
          </a:xfrm>
        </p:grpSpPr>
        <p:pic>
          <p:nvPicPr>
            <p:cNvPr id="5" name="Picture 4">
              <a:extLst>
                <a:ext uri="{FF2B5EF4-FFF2-40B4-BE49-F238E27FC236}">
                  <a16:creationId xmlns:a16="http://schemas.microsoft.com/office/drawing/2014/main" id="{BA4B7050-F0C7-27B2-16D8-0119367C86F1}"/>
                </a:ext>
              </a:extLst>
            </p:cNvPr>
            <p:cNvPicPr>
              <a:picLocks noChangeAspect="1"/>
            </p:cNvPicPr>
            <p:nvPr/>
          </p:nvPicPr>
          <p:blipFill>
            <a:blip r:embed="rId3"/>
            <a:stretch>
              <a:fillRect/>
            </a:stretch>
          </p:blipFill>
          <p:spPr>
            <a:xfrm>
              <a:off x="2536667" y="551839"/>
              <a:ext cx="4242856" cy="1489110"/>
            </a:xfrm>
            <a:prstGeom prst="rect">
              <a:avLst/>
            </a:prstGeom>
          </p:spPr>
        </p:pic>
        <p:pic>
          <p:nvPicPr>
            <p:cNvPr id="12" name="Picture 11">
              <a:extLst>
                <a:ext uri="{FF2B5EF4-FFF2-40B4-BE49-F238E27FC236}">
                  <a16:creationId xmlns:a16="http://schemas.microsoft.com/office/drawing/2014/main" id="{D2B8A5DB-2411-BCD1-4521-58E663024693}"/>
                </a:ext>
              </a:extLst>
            </p:cNvPr>
            <p:cNvPicPr>
              <a:picLocks noChangeAspect="1"/>
            </p:cNvPicPr>
            <p:nvPr/>
          </p:nvPicPr>
          <p:blipFill>
            <a:blip r:embed="rId4"/>
            <a:stretch>
              <a:fillRect/>
            </a:stretch>
          </p:blipFill>
          <p:spPr>
            <a:xfrm>
              <a:off x="2503426" y="1739008"/>
              <a:ext cx="3067478" cy="352474"/>
            </a:xfrm>
            <a:prstGeom prst="rect">
              <a:avLst/>
            </a:prstGeom>
          </p:spPr>
        </p:pic>
      </p:grpSp>
      <p:sp>
        <p:nvSpPr>
          <p:cNvPr id="4" name="Slide Number Placeholder 3">
            <a:extLst>
              <a:ext uri="{FF2B5EF4-FFF2-40B4-BE49-F238E27FC236}">
                <a16:creationId xmlns:a16="http://schemas.microsoft.com/office/drawing/2014/main" id="{48EB0F13-8FD4-A98D-61E4-4C5A42B38C12}"/>
              </a:ext>
            </a:extLst>
          </p:cNvPr>
          <p:cNvSpPr>
            <a:spLocks noGrp="1"/>
          </p:cNvSpPr>
          <p:nvPr>
            <p:ph type="sldNum" sz="quarter" idx="4"/>
          </p:nvPr>
        </p:nvSpPr>
        <p:spPr/>
        <p:txBody>
          <a:bodyPr/>
          <a:lstStyle/>
          <a:p>
            <a:fld id="{E38BFB4B-70AE-4AFC-9806-78E9768488DC}" type="slidenum">
              <a:rPr lang="fr-FR" altLang="ja-JP" sz="1600" smtClean="0">
                <a:solidFill>
                  <a:schemeClr val="tx1"/>
                </a:solidFill>
              </a:rPr>
              <a:pPr/>
              <a:t>26</a:t>
            </a:fld>
            <a:endParaRPr lang="fr-FR" altLang="ja-JP" sz="1600">
              <a:solidFill>
                <a:schemeClr val="tx1"/>
              </a:solidFill>
            </a:endParaRPr>
          </a:p>
          <a:p>
            <a:r>
              <a:rPr lang="fr-FR" altLang="ja-JP" sz="1000"/>
              <a:t>©20</a:t>
            </a:r>
            <a:r>
              <a:rPr lang="en-US" altLang="ja-JP" sz="1000"/>
              <a:t>19</a:t>
            </a:r>
            <a:r>
              <a:rPr lang="fr-FR" altLang="ja-JP" sz="1000"/>
              <a:t> KYOCERA Document Solutions Inc.</a:t>
            </a:r>
            <a:endParaRPr lang="en-US" sz="1000"/>
          </a:p>
        </p:txBody>
      </p:sp>
      <p:cxnSp>
        <p:nvCxnSpPr>
          <p:cNvPr id="11" name="Straight Connector 10">
            <a:extLst>
              <a:ext uri="{FF2B5EF4-FFF2-40B4-BE49-F238E27FC236}">
                <a16:creationId xmlns:a16="http://schemas.microsoft.com/office/drawing/2014/main" id="{0AEC1FAA-157F-FDA2-1B9D-0AF67B466CA3}"/>
              </a:ext>
            </a:extLst>
          </p:cNvPr>
          <p:cNvCxnSpPr/>
          <p:nvPr/>
        </p:nvCxnSpPr>
        <p:spPr>
          <a:xfrm>
            <a:off x="0" y="472118"/>
            <a:ext cx="914400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14" name="Title 1">
            <a:extLst>
              <a:ext uri="{FF2B5EF4-FFF2-40B4-BE49-F238E27FC236}">
                <a16:creationId xmlns:a16="http://schemas.microsoft.com/office/drawing/2014/main" id="{E099A37F-803F-1BD6-80CD-AF51918E12F0}"/>
              </a:ext>
            </a:extLst>
          </p:cNvPr>
          <p:cNvSpPr>
            <a:spLocks noGrp="1"/>
          </p:cNvSpPr>
          <p:nvPr>
            <p:ph type="title"/>
          </p:nvPr>
        </p:nvSpPr>
        <p:spPr>
          <a:xfrm>
            <a:off x="-76200" y="0"/>
            <a:ext cx="9296400" cy="510822"/>
          </a:xfrm>
        </p:spPr>
        <p:txBody>
          <a:bodyPr>
            <a:noAutofit/>
          </a:bodyPr>
          <a:lstStyle/>
          <a:p>
            <a:r>
              <a:rPr kumimoji="1" lang="en-US" altLang="ja-JP" sz="2000">
                <a:latin typeface="Times New Roman" panose="02020603050405020304" pitchFamily="18" charset="0"/>
                <a:cs typeface="Times New Roman" panose="02020603050405020304" pitchFamily="18" charset="0"/>
              </a:rPr>
              <a:t>6. Hướng dẫn sử dụng (phía thành viên_tính năng so sánh BOM phụ trách)</a:t>
            </a:r>
            <a:endParaRPr kumimoji="1" lang="ja-JP" altLang="en-US" sz="2000">
              <a:latin typeface="Times New Roman" panose="02020603050405020304" pitchFamily="18" charset="0"/>
              <a:cs typeface="Times New Roman" panose="02020603050405020304" pitchFamily="18" charset="0"/>
            </a:endParaRPr>
          </a:p>
        </p:txBody>
      </p:sp>
      <p:sp>
        <p:nvSpPr>
          <p:cNvPr id="19" name="Speech Bubble: Rectangle 18">
            <a:extLst>
              <a:ext uri="{FF2B5EF4-FFF2-40B4-BE49-F238E27FC236}">
                <a16:creationId xmlns:a16="http://schemas.microsoft.com/office/drawing/2014/main" id="{14C22A18-8FDF-15CD-CCBB-C1A4C49FC00F}"/>
              </a:ext>
            </a:extLst>
          </p:cNvPr>
          <p:cNvSpPr/>
          <p:nvPr/>
        </p:nvSpPr>
        <p:spPr>
          <a:xfrm>
            <a:off x="1854647" y="2266606"/>
            <a:ext cx="2459411" cy="833139"/>
          </a:xfrm>
          <a:prstGeom prst="wedgeRectCallout">
            <a:avLst>
              <a:gd name="adj1" fmla="val -14574"/>
              <a:gd name="adj2" fmla="val -84300"/>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lnSpc>
                <a:spcPct val="90000"/>
              </a:lnSpc>
            </a:pPr>
            <a:r>
              <a:rPr kumimoji="1" lang="en-US" altLang="ja-JP" sz="1500">
                <a:solidFill>
                  <a:srgbClr val="FF0000"/>
                </a:solidFill>
                <a:highlight>
                  <a:srgbClr val="00FF00"/>
                </a:highlight>
                <a:latin typeface="Times New Roman" panose="02020603050405020304" pitchFamily="18" charset="0"/>
                <a:cs typeface="Times New Roman" panose="02020603050405020304" pitchFamily="18" charset="0"/>
              </a:rPr>
              <a:t>Sheet CTTT: Nhập danh sách linh kiện lần đầu để tạo file so sánh Bom(chi tiết xem them ở dưới</a:t>
            </a:r>
            <a:r>
              <a:rPr kumimoji="1" lang="ja-JP" altLang="en-US" sz="1500">
                <a:solidFill>
                  <a:srgbClr val="FF0000"/>
                </a:solidFill>
                <a:highlight>
                  <a:srgbClr val="00FF00"/>
                </a:highlight>
                <a:latin typeface="Times New Roman" panose="02020603050405020304" pitchFamily="18" charset="0"/>
                <a:cs typeface="Times New Roman" panose="02020603050405020304" pitchFamily="18" charset="0"/>
              </a:rPr>
              <a:t>↓</a:t>
            </a:r>
            <a:r>
              <a:rPr kumimoji="1" lang="en-US" altLang="ja-JP" sz="1500">
                <a:solidFill>
                  <a:srgbClr val="FF0000"/>
                </a:solidFill>
                <a:highlight>
                  <a:srgbClr val="00FF00"/>
                </a:highlight>
                <a:latin typeface="Times New Roman" panose="02020603050405020304" pitchFamily="18" charset="0"/>
                <a:cs typeface="Times New Roman" panose="02020603050405020304" pitchFamily="18" charset="0"/>
              </a:rPr>
              <a:t>)</a:t>
            </a:r>
            <a:endParaRPr kumimoji="1" lang="ja-JP" altLang="en-US" sz="1500">
              <a:solidFill>
                <a:srgbClr val="FF0000"/>
              </a:solidFill>
              <a:highlight>
                <a:srgbClr val="00FF00"/>
              </a:highlight>
              <a:latin typeface="Times New Roman" panose="02020603050405020304" pitchFamily="18" charset="0"/>
              <a:cs typeface="Times New Roman" panose="02020603050405020304" pitchFamily="18" charset="0"/>
            </a:endParaRPr>
          </a:p>
        </p:txBody>
      </p:sp>
      <p:sp>
        <p:nvSpPr>
          <p:cNvPr id="28" name="Speech Bubble: Rectangle 27">
            <a:extLst>
              <a:ext uri="{FF2B5EF4-FFF2-40B4-BE49-F238E27FC236}">
                <a16:creationId xmlns:a16="http://schemas.microsoft.com/office/drawing/2014/main" id="{CA308275-182B-E1EF-E8A8-0183D527744E}"/>
              </a:ext>
            </a:extLst>
          </p:cNvPr>
          <p:cNvSpPr/>
          <p:nvPr/>
        </p:nvSpPr>
        <p:spPr>
          <a:xfrm>
            <a:off x="1633441" y="1014191"/>
            <a:ext cx="2392288" cy="719238"/>
          </a:xfrm>
          <a:prstGeom prst="wedgeRectCallout">
            <a:avLst>
              <a:gd name="adj1" fmla="val 17526"/>
              <a:gd name="adj2" fmla="val 73418"/>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92500"/>
          </a:bodyPr>
          <a:lstStyle/>
          <a:p>
            <a:pPr algn="ctr">
              <a:lnSpc>
                <a:spcPct val="90000"/>
              </a:lnSpc>
            </a:pPr>
            <a:r>
              <a:rPr kumimoji="1" lang="en-US" altLang="ja-JP" sz="1500">
                <a:solidFill>
                  <a:schemeClr val="bg1"/>
                </a:solidFill>
                <a:latin typeface="Times New Roman" panose="02020603050405020304" pitchFamily="18" charset="0"/>
                <a:cs typeface="Times New Roman" panose="02020603050405020304" pitchFamily="18" charset="0"/>
              </a:rPr>
              <a:t>Sheet MSI: Nhập cùng thời điểm với Sheet CTTT để copy vào file so sánh BOM chung.</a:t>
            </a:r>
            <a:endParaRPr kumimoji="1" lang="ja-JP" altLang="en-US" sz="1500">
              <a:solidFill>
                <a:schemeClr val="bg1"/>
              </a:solidFill>
              <a:latin typeface="Times New Roman" panose="02020603050405020304" pitchFamily="18" charset="0"/>
              <a:cs typeface="Times New Roman" panose="02020603050405020304" pitchFamily="18" charset="0"/>
            </a:endParaRPr>
          </a:p>
        </p:txBody>
      </p:sp>
      <p:grpSp>
        <p:nvGrpSpPr>
          <p:cNvPr id="34" name="Group 33">
            <a:extLst>
              <a:ext uri="{FF2B5EF4-FFF2-40B4-BE49-F238E27FC236}">
                <a16:creationId xmlns:a16="http://schemas.microsoft.com/office/drawing/2014/main" id="{B6BD0869-3211-6334-0D2E-794CC343FB4C}"/>
              </a:ext>
            </a:extLst>
          </p:cNvPr>
          <p:cNvGrpSpPr>
            <a:grpSpLocks noChangeAspect="1"/>
          </p:cNvGrpSpPr>
          <p:nvPr/>
        </p:nvGrpSpPr>
        <p:grpSpPr bwMode="auto">
          <a:xfrm rot="2128926">
            <a:off x="4505166" y="4726026"/>
            <a:ext cx="525659" cy="556684"/>
            <a:chOff x="258535" y="462642"/>
            <a:chExt cx="1538" cy="1581"/>
          </a:xfrm>
          <a:solidFill>
            <a:srgbClr val="FF0000"/>
          </a:solidFill>
        </p:grpSpPr>
        <p:sp>
          <p:nvSpPr>
            <p:cNvPr id="35" name="Freeform 82">
              <a:extLst>
                <a:ext uri="{FF2B5EF4-FFF2-40B4-BE49-F238E27FC236}">
                  <a16:creationId xmlns:a16="http://schemas.microsoft.com/office/drawing/2014/main" id="{27176D41-D412-31DE-A0A6-F0FCF7DBA71C}"/>
                </a:ext>
              </a:extLst>
            </p:cNvPr>
            <p:cNvSpPr>
              <a:spLocks/>
            </p:cNvSpPr>
            <p:nvPr/>
          </p:nvSpPr>
          <p:spPr bwMode="auto">
            <a:xfrm>
              <a:off x="258535" y="462642"/>
              <a:ext cx="1046" cy="1479"/>
            </a:xfrm>
            <a:custGeom>
              <a:avLst/>
              <a:gdLst>
                <a:gd name="T0" fmla="*/ 648 w 858"/>
                <a:gd name="T1" fmla="*/ 980 h 1212"/>
                <a:gd name="T2" fmla="*/ 482 w 858"/>
                <a:gd name="T3" fmla="*/ 934 h 1212"/>
                <a:gd name="T4" fmla="*/ 276 w 858"/>
                <a:gd name="T5" fmla="*/ 861 h 1212"/>
                <a:gd name="T6" fmla="*/ 67 w 858"/>
                <a:gd name="T7" fmla="*/ 806 h 1212"/>
                <a:gd name="T8" fmla="*/ 36 w 858"/>
                <a:gd name="T9" fmla="*/ 761 h 1212"/>
                <a:gd name="T10" fmla="*/ 40 w 858"/>
                <a:gd name="T11" fmla="*/ 752 h 1212"/>
                <a:gd name="T12" fmla="*/ 51 w 858"/>
                <a:gd name="T13" fmla="*/ 735 h 1212"/>
                <a:gd name="T14" fmla="*/ 182 w 858"/>
                <a:gd name="T15" fmla="*/ 698 h 1212"/>
                <a:gd name="T16" fmla="*/ 312 w 858"/>
                <a:gd name="T17" fmla="*/ 720 h 1212"/>
                <a:gd name="T18" fmla="*/ 372 w 858"/>
                <a:gd name="T19" fmla="*/ 730 h 1212"/>
                <a:gd name="T20" fmla="*/ 390 w 858"/>
                <a:gd name="T21" fmla="*/ 723 h 1212"/>
                <a:gd name="T22" fmla="*/ 404 w 858"/>
                <a:gd name="T23" fmla="*/ 710 h 1212"/>
                <a:gd name="T24" fmla="*/ 419 w 858"/>
                <a:gd name="T25" fmla="*/ 659 h 1212"/>
                <a:gd name="T26" fmla="*/ 406 w 858"/>
                <a:gd name="T27" fmla="*/ 614 h 1212"/>
                <a:gd name="T28" fmla="*/ 400 w 858"/>
                <a:gd name="T29" fmla="*/ 604 h 1212"/>
                <a:gd name="T30" fmla="*/ 364 w 858"/>
                <a:gd name="T31" fmla="*/ 541 h 1212"/>
                <a:gd name="T32" fmla="*/ 136 w 858"/>
                <a:gd name="T33" fmla="*/ 173 h 1212"/>
                <a:gd name="T34" fmla="*/ 110 w 858"/>
                <a:gd name="T35" fmla="*/ 83 h 1212"/>
                <a:gd name="T36" fmla="*/ 141 w 858"/>
                <a:gd name="T37" fmla="*/ 54 h 1212"/>
                <a:gd name="T38" fmla="*/ 169 w 858"/>
                <a:gd name="T39" fmla="*/ 58 h 1212"/>
                <a:gd name="T40" fmla="*/ 237 w 858"/>
                <a:gd name="T41" fmla="*/ 138 h 1212"/>
                <a:gd name="T42" fmla="*/ 440 w 858"/>
                <a:gd name="T43" fmla="*/ 456 h 1212"/>
                <a:gd name="T44" fmla="*/ 498 w 858"/>
                <a:gd name="T45" fmla="*/ 490 h 1212"/>
                <a:gd name="T46" fmla="*/ 392 w 858"/>
                <a:gd name="T47" fmla="*/ 281 h 1212"/>
                <a:gd name="T48" fmla="*/ 255 w 858"/>
                <a:gd name="T49" fmla="*/ 67 h 1212"/>
                <a:gd name="T50" fmla="*/ 207 w 858"/>
                <a:gd name="T51" fmla="*/ 17 h 1212"/>
                <a:gd name="T52" fmla="*/ 143 w 858"/>
                <a:gd name="T53" fmla="*/ 0 h 1212"/>
                <a:gd name="T54" fmla="*/ 69 w 858"/>
                <a:gd name="T55" fmla="*/ 43 h 1212"/>
                <a:gd name="T56" fmla="*/ 57 w 858"/>
                <a:gd name="T57" fmla="*/ 126 h 1212"/>
                <a:gd name="T58" fmla="*/ 121 w 858"/>
                <a:gd name="T59" fmla="*/ 252 h 1212"/>
                <a:gd name="T60" fmla="*/ 349 w 858"/>
                <a:gd name="T61" fmla="*/ 620 h 1212"/>
                <a:gd name="T62" fmla="*/ 366 w 858"/>
                <a:gd name="T63" fmla="*/ 659 h 1212"/>
                <a:gd name="T64" fmla="*/ 365 w 858"/>
                <a:gd name="T65" fmla="*/ 675 h 1212"/>
                <a:gd name="T66" fmla="*/ 345 w 858"/>
                <a:gd name="T67" fmla="*/ 680 h 1212"/>
                <a:gd name="T68" fmla="*/ 239 w 858"/>
                <a:gd name="T69" fmla="*/ 657 h 1212"/>
                <a:gd name="T70" fmla="*/ 52 w 858"/>
                <a:gd name="T71" fmla="*/ 684 h 1212"/>
                <a:gd name="T72" fmla="*/ 2 w 858"/>
                <a:gd name="T73" fmla="*/ 753 h 1212"/>
                <a:gd name="T74" fmla="*/ 58 w 858"/>
                <a:gd name="T75" fmla="*/ 838 h 1212"/>
                <a:gd name="T76" fmla="*/ 327 w 858"/>
                <a:gd name="T77" fmla="*/ 906 h 1212"/>
                <a:gd name="T78" fmla="*/ 459 w 858"/>
                <a:gd name="T79" fmla="*/ 954 h 1212"/>
                <a:gd name="T80" fmla="*/ 596 w 858"/>
                <a:gd name="T81" fmla="*/ 985 h 1212"/>
                <a:gd name="T82" fmla="*/ 810 w 858"/>
                <a:gd name="T83" fmla="*/ 1153 h 1212"/>
                <a:gd name="T84" fmla="*/ 847 w 858"/>
                <a:gd name="T85" fmla="*/ 1210 h 1212"/>
                <a:gd name="T86" fmla="*/ 756 w 858"/>
                <a:gd name="T87" fmla="*/ 1057 h 1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8" h="1212">
                  <a:moveTo>
                    <a:pt x="756" y="1057"/>
                  </a:moveTo>
                  <a:cubicBezTo>
                    <a:pt x="736" y="1036"/>
                    <a:pt x="713" y="1017"/>
                    <a:pt x="687" y="1001"/>
                  </a:cubicBezTo>
                  <a:cubicBezTo>
                    <a:pt x="675" y="993"/>
                    <a:pt x="661" y="986"/>
                    <a:pt x="648" y="980"/>
                  </a:cubicBezTo>
                  <a:cubicBezTo>
                    <a:pt x="634" y="973"/>
                    <a:pt x="619" y="968"/>
                    <a:pt x="605" y="964"/>
                  </a:cubicBezTo>
                  <a:cubicBezTo>
                    <a:pt x="576" y="956"/>
                    <a:pt x="548" y="951"/>
                    <a:pt x="521" y="945"/>
                  </a:cubicBezTo>
                  <a:cubicBezTo>
                    <a:pt x="507" y="942"/>
                    <a:pt x="494" y="938"/>
                    <a:pt x="482" y="934"/>
                  </a:cubicBezTo>
                  <a:cubicBezTo>
                    <a:pt x="469" y="929"/>
                    <a:pt x="456" y="924"/>
                    <a:pt x="442" y="918"/>
                  </a:cubicBezTo>
                  <a:cubicBezTo>
                    <a:pt x="416" y="908"/>
                    <a:pt x="389" y="896"/>
                    <a:pt x="360" y="887"/>
                  </a:cubicBezTo>
                  <a:cubicBezTo>
                    <a:pt x="332" y="878"/>
                    <a:pt x="304" y="869"/>
                    <a:pt x="276" y="861"/>
                  </a:cubicBezTo>
                  <a:cubicBezTo>
                    <a:pt x="220" y="845"/>
                    <a:pt x="163" y="831"/>
                    <a:pt x="107" y="817"/>
                  </a:cubicBezTo>
                  <a:cubicBezTo>
                    <a:pt x="86" y="812"/>
                    <a:pt x="86" y="812"/>
                    <a:pt x="86" y="812"/>
                  </a:cubicBezTo>
                  <a:cubicBezTo>
                    <a:pt x="79" y="810"/>
                    <a:pt x="73" y="808"/>
                    <a:pt x="67" y="806"/>
                  </a:cubicBezTo>
                  <a:cubicBezTo>
                    <a:pt x="55" y="802"/>
                    <a:pt x="46" y="796"/>
                    <a:pt x="42" y="791"/>
                  </a:cubicBezTo>
                  <a:cubicBezTo>
                    <a:pt x="37" y="785"/>
                    <a:pt x="34" y="775"/>
                    <a:pt x="36" y="765"/>
                  </a:cubicBezTo>
                  <a:cubicBezTo>
                    <a:pt x="36" y="764"/>
                    <a:pt x="36" y="762"/>
                    <a:pt x="36" y="761"/>
                  </a:cubicBezTo>
                  <a:cubicBezTo>
                    <a:pt x="37" y="759"/>
                    <a:pt x="37" y="759"/>
                    <a:pt x="37" y="759"/>
                  </a:cubicBezTo>
                  <a:cubicBezTo>
                    <a:pt x="38" y="757"/>
                    <a:pt x="38" y="757"/>
                    <a:pt x="38" y="757"/>
                  </a:cubicBezTo>
                  <a:cubicBezTo>
                    <a:pt x="40" y="752"/>
                    <a:pt x="40" y="752"/>
                    <a:pt x="40" y="752"/>
                  </a:cubicBezTo>
                  <a:cubicBezTo>
                    <a:pt x="40" y="750"/>
                    <a:pt x="41" y="749"/>
                    <a:pt x="42" y="747"/>
                  </a:cubicBezTo>
                  <a:cubicBezTo>
                    <a:pt x="43" y="744"/>
                    <a:pt x="46" y="742"/>
                    <a:pt x="47" y="739"/>
                  </a:cubicBezTo>
                  <a:cubicBezTo>
                    <a:pt x="48" y="738"/>
                    <a:pt x="50" y="736"/>
                    <a:pt x="51" y="735"/>
                  </a:cubicBezTo>
                  <a:cubicBezTo>
                    <a:pt x="52" y="734"/>
                    <a:pt x="53" y="733"/>
                    <a:pt x="54" y="731"/>
                  </a:cubicBezTo>
                  <a:cubicBezTo>
                    <a:pt x="68" y="717"/>
                    <a:pt x="89" y="709"/>
                    <a:pt x="112" y="704"/>
                  </a:cubicBezTo>
                  <a:cubicBezTo>
                    <a:pt x="134" y="699"/>
                    <a:pt x="158" y="698"/>
                    <a:pt x="182" y="698"/>
                  </a:cubicBezTo>
                  <a:cubicBezTo>
                    <a:pt x="207" y="699"/>
                    <a:pt x="231" y="702"/>
                    <a:pt x="256" y="706"/>
                  </a:cubicBezTo>
                  <a:cubicBezTo>
                    <a:pt x="268" y="709"/>
                    <a:pt x="281" y="711"/>
                    <a:pt x="293" y="715"/>
                  </a:cubicBezTo>
                  <a:cubicBezTo>
                    <a:pt x="300" y="716"/>
                    <a:pt x="306" y="718"/>
                    <a:pt x="312" y="720"/>
                  </a:cubicBezTo>
                  <a:cubicBezTo>
                    <a:pt x="315" y="721"/>
                    <a:pt x="318" y="722"/>
                    <a:pt x="321" y="723"/>
                  </a:cubicBezTo>
                  <a:cubicBezTo>
                    <a:pt x="325" y="724"/>
                    <a:pt x="325" y="725"/>
                    <a:pt x="334" y="728"/>
                  </a:cubicBezTo>
                  <a:cubicBezTo>
                    <a:pt x="346" y="732"/>
                    <a:pt x="359" y="733"/>
                    <a:pt x="372" y="730"/>
                  </a:cubicBezTo>
                  <a:cubicBezTo>
                    <a:pt x="375" y="729"/>
                    <a:pt x="378" y="728"/>
                    <a:pt x="381" y="727"/>
                  </a:cubicBezTo>
                  <a:cubicBezTo>
                    <a:pt x="382" y="726"/>
                    <a:pt x="384" y="726"/>
                    <a:pt x="385" y="725"/>
                  </a:cubicBezTo>
                  <a:cubicBezTo>
                    <a:pt x="390" y="723"/>
                    <a:pt x="390" y="723"/>
                    <a:pt x="390" y="723"/>
                  </a:cubicBezTo>
                  <a:cubicBezTo>
                    <a:pt x="391" y="722"/>
                    <a:pt x="392" y="721"/>
                    <a:pt x="394" y="720"/>
                  </a:cubicBezTo>
                  <a:cubicBezTo>
                    <a:pt x="397" y="717"/>
                    <a:pt x="397" y="717"/>
                    <a:pt x="397" y="717"/>
                  </a:cubicBezTo>
                  <a:cubicBezTo>
                    <a:pt x="400" y="715"/>
                    <a:pt x="402" y="713"/>
                    <a:pt x="404" y="710"/>
                  </a:cubicBezTo>
                  <a:cubicBezTo>
                    <a:pt x="412" y="700"/>
                    <a:pt x="417" y="688"/>
                    <a:pt x="418" y="674"/>
                  </a:cubicBezTo>
                  <a:cubicBezTo>
                    <a:pt x="419" y="671"/>
                    <a:pt x="419" y="668"/>
                    <a:pt x="419" y="664"/>
                  </a:cubicBezTo>
                  <a:cubicBezTo>
                    <a:pt x="419" y="663"/>
                    <a:pt x="419" y="661"/>
                    <a:pt x="419" y="659"/>
                  </a:cubicBezTo>
                  <a:cubicBezTo>
                    <a:pt x="418" y="654"/>
                    <a:pt x="418" y="654"/>
                    <a:pt x="418" y="654"/>
                  </a:cubicBezTo>
                  <a:cubicBezTo>
                    <a:pt x="417" y="649"/>
                    <a:pt x="417" y="645"/>
                    <a:pt x="415" y="640"/>
                  </a:cubicBezTo>
                  <a:cubicBezTo>
                    <a:pt x="413" y="631"/>
                    <a:pt x="410" y="622"/>
                    <a:pt x="406" y="614"/>
                  </a:cubicBezTo>
                  <a:cubicBezTo>
                    <a:pt x="404" y="611"/>
                    <a:pt x="404" y="611"/>
                    <a:pt x="404" y="611"/>
                  </a:cubicBezTo>
                  <a:cubicBezTo>
                    <a:pt x="403" y="608"/>
                    <a:pt x="403" y="608"/>
                    <a:pt x="403" y="608"/>
                  </a:cubicBezTo>
                  <a:cubicBezTo>
                    <a:pt x="400" y="604"/>
                    <a:pt x="400" y="604"/>
                    <a:pt x="400" y="604"/>
                  </a:cubicBezTo>
                  <a:cubicBezTo>
                    <a:pt x="395" y="595"/>
                    <a:pt x="395" y="595"/>
                    <a:pt x="395" y="595"/>
                  </a:cubicBezTo>
                  <a:cubicBezTo>
                    <a:pt x="385" y="577"/>
                    <a:pt x="385" y="577"/>
                    <a:pt x="385" y="577"/>
                  </a:cubicBezTo>
                  <a:cubicBezTo>
                    <a:pt x="364" y="541"/>
                    <a:pt x="364" y="541"/>
                    <a:pt x="364" y="541"/>
                  </a:cubicBezTo>
                  <a:cubicBezTo>
                    <a:pt x="337" y="494"/>
                    <a:pt x="308" y="447"/>
                    <a:pt x="279" y="401"/>
                  </a:cubicBezTo>
                  <a:cubicBezTo>
                    <a:pt x="255" y="362"/>
                    <a:pt x="231" y="324"/>
                    <a:pt x="207" y="287"/>
                  </a:cubicBezTo>
                  <a:cubicBezTo>
                    <a:pt x="183" y="249"/>
                    <a:pt x="160" y="211"/>
                    <a:pt x="136" y="173"/>
                  </a:cubicBezTo>
                  <a:cubicBezTo>
                    <a:pt x="126" y="156"/>
                    <a:pt x="117" y="140"/>
                    <a:pt x="112" y="125"/>
                  </a:cubicBezTo>
                  <a:cubicBezTo>
                    <a:pt x="110" y="118"/>
                    <a:pt x="108" y="110"/>
                    <a:pt x="108" y="103"/>
                  </a:cubicBezTo>
                  <a:cubicBezTo>
                    <a:pt x="108" y="96"/>
                    <a:pt x="108" y="89"/>
                    <a:pt x="110" y="83"/>
                  </a:cubicBezTo>
                  <a:cubicBezTo>
                    <a:pt x="114" y="71"/>
                    <a:pt x="121" y="62"/>
                    <a:pt x="132" y="57"/>
                  </a:cubicBezTo>
                  <a:cubicBezTo>
                    <a:pt x="136" y="56"/>
                    <a:pt x="136" y="56"/>
                    <a:pt x="136" y="56"/>
                  </a:cubicBezTo>
                  <a:cubicBezTo>
                    <a:pt x="141" y="54"/>
                    <a:pt x="141" y="54"/>
                    <a:pt x="141" y="54"/>
                  </a:cubicBezTo>
                  <a:cubicBezTo>
                    <a:pt x="142" y="54"/>
                    <a:pt x="144" y="54"/>
                    <a:pt x="146" y="54"/>
                  </a:cubicBezTo>
                  <a:cubicBezTo>
                    <a:pt x="147" y="54"/>
                    <a:pt x="149" y="53"/>
                    <a:pt x="150" y="53"/>
                  </a:cubicBezTo>
                  <a:cubicBezTo>
                    <a:pt x="156" y="53"/>
                    <a:pt x="163" y="55"/>
                    <a:pt x="169" y="58"/>
                  </a:cubicBezTo>
                  <a:cubicBezTo>
                    <a:pt x="175" y="60"/>
                    <a:pt x="181" y="64"/>
                    <a:pt x="187" y="70"/>
                  </a:cubicBezTo>
                  <a:cubicBezTo>
                    <a:pt x="193" y="75"/>
                    <a:pt x="199" y="82"/>
                    <a:pt x="204" y="89"/>
                  </a:cubicBezTo>
                  <a:cubicBezTo>
                    <a:pt x="215" y="103"/>
                    <a:pt x="225" y="120"/>
                    <a:pt x="237" y="138"/>
                  </a:cubicBezTo>
                  <a:cubicBezTo>
                    <a:pt x="303" y="240"/>
                    <a:pt x="303" y="240"/>
                    <a:pt x="303" y="240"/>
                  </a:cubicBezTo>
                  <a:cubicBezTo>
                    <a:pt x="367" y="343"/>
                    <a:pt x="367" y="343"/>
                    <a:pt x="367" y="343"/>
                  </a:cubicBezTo>
                  <a:cubicBezTo>
                    <a:pt x="390" y="381"/>
                    <a:pt x="414" y="420"/>
                    <a:pt x="440" y="456"/>
                  </a:cubicBezTo>
                  <a:cubicBezTo>
                    <a:pt x="447" y="466"/>
                    <a:pt x="456" y="479"/>
                    <a:pt x="466" y="484"/>
                  </a:cubicBezTo>
                  <a:cubicBezTo>
                    <a:pt x="472" y="487"/>
                    <a:pt x="478" y="490"/>
                    <a:pt x="485" y="492"/>
                  </a:cubicBezTo>
                  <a:cubicBezTo>
                    <a:pt x="490" y="493"/>
                    <a:pt x="495" y="494"/>
                    <a:pt x="498" y="490"/>
                  </a:cubicBezTo>
                  <a:cubicBezTo>
                    <a:pt x="502" y="485"/>
                    <a:pt x="499" y="475"/>
                    <a:pt x="496" y="468"/>
                  </a:cubicBezTo>
                  <a:cubicBezTo>
                    <a:pt x="490" y="450"/>
                    <a:pt x="480" y="433"/>
                    <a:pt x="471" y="416"/>
                  </a:cubicBezTo>
                  <a:cubicBezTo>
                    <a:pt x="445" y="371"/>
                    <a:pt x="419" y="326"/>
                    <a:pt x="392" y="281"/>
                  </a:cubicBezTo>
                  <a:cubicBezTo>
                    <a:pt x="379" y="259"/>
                    <a:pt x="365" y="237"/>
                    <a:pt x="351" y="215"/>
                  </a:cubicBezTo>
                  <a:cubicBezTo>
                    <a:pt x="288" y="117"/>
                    <a:pt x="288" y="117"/>
                    <a:pt x="288" y="117"/>
                  </a:cubicBezTo>
                  <a:cubicBezTo>
                    <a:pt x="277" y="101"/>
                    <a:pt x="267" y="84"/>
                    <a:pt x="255" y="67"/>
                  </a:cubicBezTo>
                  <a:cubicBezTo>
                    <a:pt x="249" y="58"/>
                    <a:pt x="242" y="49"/>
                    <a:pt x="235" y="41"/>
                  </a:cubicBezTo>
                  <a:cubicBezTo>
                    <a:pt x="231" y="37"/>
                    <a:pt x="227" y="33"/>
                    <a:pt x="222" y="29"/>
                  </a:cubicBezTo>
                  <a:cubicBezTo>
                    <a:pt x="218" y="25"/>
                    <a:pt x="213" y="21"/>
                    <a:pt x="207" y="17"/>
                  </a:cubicBezTo>
                  <a:cubicBezTo>
                    <a:pt x="197" y="11"/>
                    <a:pt x="185" y="5"/>
                    <a:pt x="173" y="2"/>
                  </a:cubicBezTo>
                  <a:cubicBezTo>
                    <a:pt x="166" y="1"/>
                    <a:pt x="160" y="0"/>
                    <a:pt x="153" y="0"/>
                  </a:cubicBezTo>
                  <a:cubicBezTo>
                    <a:pt x="150" y="0"/>
                    <a:pt x="146" y="0"/>
                    <a:pt x="143" y="0"/>
                  </a:cubicBezTo>
                  <a:cubicBezTo>
                    <a:pt x="140" y="0"/>
                    <a:pt x="137" y="1"/>
                    <a:pt x="133" y="1"/>
                  </a:cubicBezTo>
                  <a:cubicBezTo>
                    <a:pt x="121" y="3"/>
                    <a:pt x="108" y="8"/>
                    <a:pt x="97" y="15"/>
                  </a:cubicBezTo>
                  <a:cubicBezTo>
                    <a:pt x="86" y="22"/>
                    <a:pt x="76" y="32"/>
                    <a:pt x="69" y="43"/>
                  </a:cubicBezTo>
                  <a:cubicBezTo>
                    <a:pt x="61" y="56"/>
                    <a:pt x="57" y="71"/>
                    <a:pt x="55" y="85"/>
                  </a:cubicBezTo>
                  <a:cubicBezTo>
                    <a:pt x="54" y="92"/>
                    <a:pt x="54" y="99"/>
                    <a:pt x="54" y="106"/>
                  </a:cubicBezTo>
                  <a:cubicBezTo>
                    <a:pt x="55" y="113"/>
                    <a:pt x="56" y="119"/>
                    <a:pt x="57" y="126"/>
                  </a:cubicBezTo>
                  <a:cubicBezTo>
                    <a:pt x="60" y="139"/>
                    <a:pt x="64" y="151"/>
                    <a:pt x="69" y="163"/>
                  </a:cubicBezTo>
                  <a:cubicBezTo>
                    <a:pt x="74" y="174"/>
                    <a:pt x="80" y="185"/>
                    <a:pt x="86" y="194"/>
                  </a:cubicBezTo>
                  <a:cubicBezTo>
                    <a:pt x="121" y="252"/>
                    <a:pt x="121" y="252"/>
                    <a:pt x="121" y="252"/>
                  </a:cubicBezTo>
                  <a:cubicBezTo>
                    <a:pt x="133" y="271"/>
                    <a:pt x="145" y="290"/>
                    <a:pt x="157" y="309"/>
                  </a:cubicBezTo>
                  <a:cubicBezTo>
                    <a:pt x="218" y="407"/>
                    <a:pt x="281" y="504"/>
                    <a:pt x="339" y="603"/>
                  </a:cubicBezTo>
                  <a:cubicBezTo>
                    <a:pt x="349" y="620"/>
                    <a:pt x="349" y="620"/>
                    <a:pt x="349" y="620"/>
                  </a:cubicBezTo>
                  <a:cubicBezTo>
                    <a:pt x="359" y="637"/>
                    <a:pt x="359" y="637"/>
                    <a:pt x="359" y="637"/>
                  </a:cubicBezTo>
                  <a:cubicBezTo>
                    <a:pt x="361" y="641"/>
                    <a:pt x="363" y="646"/>
                    <a:pt x="365" y="652"/>
                  </a:cubicBezTo>
                  <a:cubicBezTo>
                    <a:pt x="365" y="654"/>
                    <a:pt x="366" y="657"/>
                    <a:pt x="366" y="659"/>
                  </a:cubicBezTo>
                  <a:cubicBezTo>
                    <a:pt x="367" y="660"/>
                    <a:pt x="367" y="662"/>
                    <a:pt x="367" y="662"/>
                  </a:cubicBezTo>
                  <a:cubicBezTo>
                    <a:pt x="367" y="663"/>
                    <a:pt x="367" y="664"/>
                    <a:pt x="367" y="664"/>
                  </a:cubicBezTo>
                  <a:cubicBezTo>
                    <a:pt x="367" y="668"/>
                    <a:pt x="367" y="671"/>
                    <a:pt x="365" y="675"/>
                  </a:cubicBezTo>
                  <a:cubicBezTo>
                    <a:pt x="363" y="678"/>
                    <a:pt x="360" y="680"/>
                    <a:pt x="356" y="681"/>
                  </a:cubicBezTo>
                  <a:cubicBezTo>
                    <a:pt x="353" y="682"/>
                    <a:pt x="350" y="681"/>
                    <a:pt x="347" y="681"/>
                  </a:cubicBezTo>
                  <a:cubicBezTo>
                    <a:pt x="345" y="680"/>
                    <a:pt x="345" y="680"/>
                    <a:pt x="345" y="680"/>
                  </a:cubicBezTo>
                  <a:cubicBezTo>
                    <a:pt x="340" y="678"/>
                    <a:pt x="340" y="678"/>
                    <a:pt x="340" y="678"/>
                  </a:cubicBezTo>
                  <a:cubicBezTo>
                    <a:pt x="331" y="676"/>
                    <a:pt x="331" y="676"/>
                    <a:pt x="331" y="676"/>
                  </a:cubicBezTo>
                  <a:cubicBezTo>
                    <a:pt x="300" y="667"/>
                    <a:pt x="270" y="661"/>
                    <a:pt x="239" y="657"/>
                  </a:cubicBezTo>
                  <a:cubicBezTo>
                    <a:pt x="207" y="654"/>
                    <a:pt x="176" y="653"/>
                    <a:pt x="144" y="656"/>
                  </a:cubicBezTo>
                  <a:cubicBezTo>
                    <a:pt x="128" y="657"/>
                    <a:pt x="112" y="660"/>
                    <a:pt x="97" y="665"/>
                  </a:cubicBezTo>
                  <a:cubicBezTo>
                    <a:pt x="81" y="669"/>
                    <a:pt x="66" y="675"/>
                    <a:pt x="52" y="684"/>
                  </a:cubicBezTo>
                  <a:cubicBezTo>
                    <a:pt x="38" y="693"/>
                    <a:pt x="25" y="705"/>
                    <a:pt x="16" y="719"/>
                  </a:cubicBezTo>
                  <a:cubicBezTo>
                    <a:pt x="11" y="726"/>
                    <a:pt x="8" y="733"/>
                    <a:pt x="5" y="741"/>
                  </a:cubicBezTo>
                  <a:cubicBezTo>
                    <a:pt x="4" y="745"/>
                    <a:pt x="2" y="749"/>
                    <a:pt x="2" y="753"/>
                  </a:cubicBezTo>
                  <a:cubicBezTo>
                    <a:pt x="1" y="757"/>
                    <a:pt x="0" y="762"/>
                    <a:pt x="0" y="766"/>
                  </a:cubicBezTo>
                  <a:cubicBezTo>
                    <a:pt x="0" y="783"/>
                    <a:pt x="5" y="800"/>
                    <a:pt x="17" y="812"/>
                  </a:cubicBezTo>
                  <a:cubicBezTo>
                    <a:pt x="28" y="825"/>
                    <a:pt x="43" y="833"/>
                    <a:pt x="58" y="838"/>
                  </a:cubicBezTo>
                  <a:cubicBezTo>
                    <a:pt x="73" y="843"/>
                    <a:pt x="88" y="846"/>
                    <a:pt x="103" y="850"/>
                  </a:cubicBezTo>
                  <a:cubicBezTo>
                    <a:pt x="118" y="854"/>
                    <a:pt x="133" y="858"/>
                    <a:pt x="148" y="861"/>
                  </a:cubicBezTo>
                  <a:cubicBezTo>
                    <a:pt x="208" y="877"/>
                    <a:pt x="268" y="889"/>
                    <a:pt x="327" y="906"/>
                  </a:cubicBezTo>
                  <a:cubicBezTo>
                    <a:pt x="342" y="911"/>
                    <a:pt x="357" y="915"/>
                    <a:pt x="371" y="920"/>
                  </a:cubicBezTo>
                  <a:cubicBezTo>
                    <a:pt x="386" y="926"/>
                    <a:pt x="401" y="931"/>
                    <a:pt x="415" y="937"/>
                  </a:cubicBezTo>
                  <a:cubicBezTo>
                    <a:pt x="430" y="942"/>
                    <a:pt x="444" y="948"/>
                    <a:pt x="459" y="954"/>
                  </a:cubicBezTo>
                  <a:cubicBezTo>
                    <a:pt x="466" y="956"/>
                    <a:pt x="474" y="959"/>
                    <a:pt x="481" y="961"/>
                  </a:cubicBezTo>
                  <a:cubicBezTo>
                    <a:pt x="489" y="964"/>
                    <a:pt x="496" y="966"/>
                    <a:pt x="504" y="967"/>
                  </a:cubicBezTo>
                  <a:cubicBezTo>
                    <a:pt x="535" y="975"/>
                    <a:pt x="565" y="978"/>
                    <a:pt x="596" y="985"/>
                  </a:cubicBezTo>
                  <a:cubicBezTo>
                    <a:pt x="626" y="992"/>
                    <a:pt x="655" y="1004"/>
                    <a:pt x="681" y="1020"/>
                  </a:cubicBezTo>
                  <a:cubicBezTo>
                    <a:pt x="707" y="1036"/>
                    <a:pt x="731" y="1057"/>
                    <a:pt x="752" y="1079"/>
                  </a:cubicBezTo>
                  <a:cubicBezTo>
                    <a:pt x="774" y="1102"/>
                    <a:pt x="792" y="1127"/>
                    <a:pt x="810" y="1153"/>
                  </a:cubicBezTo>
                  <a:cubicBezTo>
                    <a:pt x="819" y="1165"/>
                    <a:pt x="827" y="1177"/>
                    <a:pt x="835" y="1190"/>
                  </a:cubicBezTo>
                  <a:cubicBezTo>
                    <a:pt x="842" y="1201"/>
                    <a:pt x="842" y="1201"/>
                    <a:pt x="842" y="1201"/>
                  </a:cubicBezTo>
                  <a:cubicBezTo>
                    <a:pt x="843" y="1203"/>
                    <a:pt x="845" y="1208"/>
                    <a:pt x="847" y="1210"/>
                  </a:cubicBezTo>
                  <a:cubicBezTo>
                    <a:pt x="849" y="1211"/>
                    <a:pt x="851" y="1212"/>
                    <a:pt x="853" y="1211"/>
                  </a:cubicBezTo>
                  <a:cubicBezTo>
                    <a:pt x="857" y="1211"/>
                    <a:pt x="858" y="1205"/>
                    <a:pt x="855" y="1199"/>
                  </a:cubicBezTo>
                  <a:cubicBezTo>
                    <a:pt x="827" y="1150"/>
                    <a:pt x="797" y="1100"/>
                    <a:pt x="756" y="10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ja-JP" altLang="en-US"/>
            </a:p>
          </p:txBody>
        </p:sp>
        <p:sp>
          <p:nvSpPr>
            <p:cNvPr id="36" name="Freeform 83">
              <a:extLst>
                <a:ext uri="{FF2B5EF4-FFF2-40B4-BE49-F238E27FC236}">
                  <a16:creationId xmlns:a16="http://schemas.microsoft.com/office/drawing/2014/main" id="{0BD622F2-2679-D32D-228D-9DD17ABF7780}"/>
                </a:ext>
              </a:extLst>
            </p:cNvPr>
            <p:cNvSpPr>
              <a:spLocks/>
            </p:cNvSpPr>
            <p:nvPr/>
          </p:nvSpPr>
          <p:spPr bwMode="auto">
            <a:xfrm>
              <a:off x="258996" y="462807"/>
              <a:ext cx="1077" cy="1416"/>
            </a:xfrm>
            <a:custGeom>
              <a:avLst/>
              <a:gdLst>
                <a:gd name="T0" fmla="*/ 878 w 884"/>
                <a:gd name="T1" fmla="*/ 892 h 1161"/>
                <a:gd name="T2" fmla="*/ 864 w 884"/>
                <a:gd name="T3" fmla="*/ 871 h 1161"/>
                <a:gd name="T4" fmla="*/ 822 w 884"/>
                <a:gd name="T5" fmla="*/ 784 h 1161"/>
                <a:gd name="T6" fmla="*/ 820 w 884"/>
                <a:gd name="T7" fmla="*/ 765 h 1161"/>
                <a:gd name="T8" fmla="*/ 823 w 884"/>
                <a:gd name="T9" fmla="*/ 748 h 1161"/>
                <a:gd name="T10" fmla="*/ 849 w 884"/>
                <a:gd name="T11" fmla="*/ 604 h 1161"/>
                <a:gd name="T12" fmla="*/ 800 w 884"/>
                <a:gd name="T13" fmla="*/ 461 h 1161"/>
                <a:gd name="T14" fmla="*/ 691 w 884"/>
                <a:gd name="T15" fmla="*/ 286 h 1161"/>
                <a:gd name="T16" fmla="*/ 552 w 884"/>
                <a:gd name="T17" fmla="*/ 70 h 1161"/>
                <a:gd name="T18" fmla="*/ 458 w 884"/>
                <a:gd name="T19" fmla="*/ 56 h 1161"/>
                <a:gd name="T20" fmla="*/ 409 w 884"/>
                <a:gd name="T21" fmla="*/ 113 h 1161"/>
                <a:gd name="T22" fmla="*/ 367 w 884"/>
                <a:gd name="T23" fmla="*/ 53 h 1161"/>
                <a:gd name="T24" fmla="*/ 321 w 884"/>
                <a:gd name="T25" fmla="*/ 12 h 1161"/>
                <a:gd name="T26" fmla="*/ 270 w 884"/>
                <a:gd name="T27" fmla="*/ 0 h 1161"/>
                <a:gd name="T28" fmla="*/ 226 w 884"/>
                <a:gd name="T29" fmla="*/ 15 h 1161"/>
                <a:gd name="T30" fmla="*/ 190 w 884"/>
                <a:gd name="T31" fmla="*/ 66 h 1161"/>
                <a:gd name="T32" fmla="*/ 138 w 884"/>
                <a:gd name="T33" fmla="*/ 41 h 1161"/>
                <a:gd name="T34" fmla="*/ 69 w 884"/>
                <a:gd name="T35" fmla="*/ 30 h 1161"/>
                <a:gd name="T36" fmla="*/ 2 w 884"/>
                <a:gd name="T37" fmla="*/ 101 h 1161"/>
                <a:gd name="T38" fmla="*/ 0 w 884"/>
                <a:gd name="T39" fmla="*/ 114 h 1161"/>
                <a:gd name="T40" fmla="*/ 23 w 884"/>
                <a:gd name="T41" fmla="*/ 92 h 1161"/>
                <a:gd name="T42" fmla="*/ 61 w 884"/>
                <a:gd name="T43" fmla="*/ 62 h 1161"/>
                <a:gd name="T44" fmla="*/ 114 w 884"/>
                <a:gd name="T45" fmla="*/ 67 h 1161"/>
                <a:gd name="T46" fmla="*/ 149 w 884"/>
                <a:gd name="T47" fmla="*/ 118 h 1161"/>
                <a:gd name="T48" fmla="*/ 236 w 884"/>
                <a:gd name="T49" fmla="*/ 247 h 1161"/>
                <a:gd name="T50" fmla="*/ 294 w 884"/>
                <a:gd name="T51" fmla="*/ 317 h 1161"/>
                <a:gd name="T52" fmla="*/ 327 w 884"/>
                <a:gd name="T53" fmla="*/ 309 h 1161"/>
                <a:gd name="T54" fmla="*/ 319 w 884"/>
                <a:gd name="T55" fmla="*/ 265 h 1161"/>
                <a:gd name="T56" fmla="*/ 283 w 884"/>
                <a:gd name="T57" fmla="*/ 221 h 1161"/>
                <a:gd name="T58" fmla="*/ 207 w 884"/>
                <a:gd name="T59" fmla="*/ 113 h 1161"/>
                <a:gd name="T60" fmla="*/ 206 w 884"/>
                <a:gd name="T61" fmla="*/ 84 h 1161"/>
                <a:gd name="T62" fmla="*/ 222 w 884"/>
                <a:gd name="T63" fmla="*/ 52 h 1161"/>
                <a:gd name="T64" fmla="*/ 240 w 884"/>
                <a:gd name="T65" fmla="*/ 40 h 1161"/>
                <a:gd name="T66" fmla="*/ 268 w 884"/>
                <a:gd name="T67" fmla="*/ 32 h 1161"/>
                <a:gd name="T68" fmla="*/ 272 w 884"/>
                <a:gd name="T69" fmla="*/ 33 h 1161"/>
                <a:gd name="T70" fmla="*/ 298 w 884"/>
                <a:gd name="T71" fmla="*/ 43 h 1161"/>
                <a:gd name="T72" fmla="*/ 305 w 884"/>
                <a:gd name="T73" fmla="*/ 50 h 1161"/>
                <a:gd name="T74" fmla="*/ 335 w 884"/>
                <a:gd name="T75" fmla="*/ 96 h 1161"/>
                <a:gd name="T76" fmla="*/ 388 w 884"/>
                <a:gd name="T77" fmla="*/ 181 h 1161"/>
                <a:gd name="T78" fmla="*/ 458 w 884"/>
                <a:gd name="T79" fmla="*/ 274 h 1161"/>
                <a:gd name="T80" fmla="*/ 498 w 884"/>
                <a:gd name="T81" fmla="*/ 292 h 1161"/>
                <a:gd name="T82" fmla="*/ 514 w 884"/>
                <a:gd name="T83" fmla="*/ 266 h 1161"/>
                <a:gd name="T84" fmla="*/ 477 w 884"/>
                <a:gd name="T85" fmla="*/ 211 h 1161"/>
                <a:gd name="T86" fmla="*/ 422 w 884"/>
                <a:gd name="T87" fmla="*/ 133 h 1161"/>
                <a:gd name="T88" fmla="*/ 455 w 884"/>
                <a:gd name="T89" fmla="*/ 78 h 1161"/>
                <a:gd name="T90" fmla="*/ 505 w 884"/>
                <a:gd name="T91" fmla="*/ 65 h 1161"/>
                <a:gd name="T92" fmla="*/ 581 w 884"/>
                <a:gd name="T93" fmla="*/ 161 h 1161"/>
                <a:gd name="T94" fmla="*/ 700 w 884"/>
                <a:gd name="T95" fmla="*/ 370 h 1161"/>
                <a:gd name="T96" fmla="*/ 796 w 884"/>
                <a:gd name="T97" fmla="*/ 573 h 1161"/>
                <a:gd name="T98" fmla="*/ 773 w 884"/>
                <a:gd name="T99" fmla="*/ 723 h 1161"/>
                <a:gd name="T100" fmla="*/ 767 w 884"/>
                <a:gd name="T101" fmla="*/ 752 h 1161"/>
                <a:gd name="T102" fmla="*/ 803 w 884"/>
                <a:gd name="T103" fmla="*/ 878 h 1161"/>
                <a:gd name="T104" fmla="*/ 821 w 884"/>
                <a:gd name="T105" fmla="*/ 904 h 1161"/>
                <a:gd name="T106" fmla="*/ 822 w 884"/>
                <a:gd name="T107" fmla="*/ 905 h 1161"/>
                <a:gd name="T108" fmla="*/ 802 w 884"/>
                <a:gd name="T109" fmla="*/ 925 h 1161"/>
                <a:gd name="T110" fmla="*/ 592 w 884"/>
                <a:gd name="T111" fmla="*/ 1070 h 1161"/>
                <a:gd name="T112" fmla="*/ 516 w 884"/>
                <a:gd name="T113" fmla="*/ 1145 h 1161"/>
                <a:gd name="T114" fmla="*/ 564 w 884"/>
                <a:gd name="T115" fmla="*/ 1148 h 1161"/>
                <a:gd name="T116" fmla="*/ 728 w 884"/>
                <a:gd name="T117" fmla="*/ 1044 h 1161"/>
                <a:gd name="T118" fmla="*/ 844 w 884"/>
                <a:gd name="T119" fmla="*/ 960 h 1161"/>
                <a:gd name="T120" fmla="*/ 883 w 884"/>
                <a:gd name="T121" fmla="*/ 918 h 1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884" h="1161">
                  <a:moveTo>
                    <a:pt x="882" y="901"/>
                  </a:moveTo>
                  <a:cubicBezTo>
                    <a:pt x="881" y="899"/>
                    <a:pt x="881" y="898"/>
                    <a:pt x="880" y="896"/>
                  </a:cubicBezTo>
                  <a:cubicBezTo>
                    <a:pt x="878" y="892"/>
                    <a:pt x="878" y="892"/>
                    <a:pt x="878" y="892"/>
                  </a:cubicBezTo>
                  <a:cubicBezTo>
                    <a:pt x="873" y="884"/>
                    <a:pt x="873" y="884"/>
                    <a:pt x="873" y="884"/>
                  </a:cubicBezTo>
                  <a:cubicBezTo>
                    <a:pt x="871" y="881"/>
                    <a:pt x="869" y="879"/>
                    <a:pt x="867" y="876"/>
                  </a:cubicBezTo>
                  <a:cubicBezTo>
                    <a:pt x="864" y="871"/>
                    <a:pt x="864" y="871"/>
                    <a:pt x="864" y="871"/>
                  </a:cubicBezTo>
                  <a:cubicBezTo>
                    <a:pt x="857" y="861"/>
                    <a:pt x="857" y="861"/>
                    <a:pt x="857" y="861"/>
                  </a:cubicBezTo>
                  <a:cubicBezTo>
                    <a:pt x="849" y="848"/>
                    <a:pt x="841" y="836"/>
                    <a:pt x="835" y="823"/>
                  </a:cubicBezTo>
                  <a:cubicBezTo>
                    <a:pt x="829" y="810"/>
                    <a:pt x="824" y="797"/>
                    <a:pt x="822" y="784"/>
                  </a:cubicBezTo>
                  <a:cubicBezTo>
                    <a:pt x="821" y="782"/>
                    <a:pt x="821" y="781"/>
                    <a:pt x="821" y="779"/>
                  </a:cubicBezTo>
                  <a:cubicBezTo>
                    <a:pt x="821" y="774"/>
                    <a:pt x="821" y="774"/>
                    <a:pt x="821" y="774"/>
                  </a:cubicBezTo>
                  <a:cubicBezTo>
                    <a:pt x="820" y="771"/>
                    <a:pt x="821" y="768"/>
                    <a:pt x="820" y="765"/>
                  </a:cubicBezTo>
                  <a:cubicBezTo>
                    <a:pt x="821" y="761"/>
                    <a:pt x="821" y="758"/>
                    <a:pt x="821" y="755"/>
                  </a:cubicBezTo>
                  <a:cubicBezTo>
                    <a:pt x="823" y="751"/>
                    <a:pt x="823" y="751"/>
                    <a:pt x="823" y="751"/>
                  </a:cubicBezTo>
                  <a:cubicBezTo>
                    <a:pt x="823" y="748"/>
                    <a:pt x="823" y="748"/>
                    <a:pt x="823" y="748"/>
                  </a:cubicBezTo>
                  <a:cubicBezTo>
                    <a:pt x="823" y="747"/>
                    <a:pt x="823" y="747"/>
                    <a:pt x="824" y="746"/>
                  </a:cubicBezTo>
                  <a:cubicBezTo>
                    <a:pt x="833" y="715"/>
                    <a:pt x="841" y="683"/>
                    <a:pt x="845" y="650"/>
                  </a:cubicBezTo>
                  <a:cubicBezTo>
                    <a:pt x="847" y="635"/>
                    <a:pt x="849" y="619"/>
                    <a:pt x="849" y="604"/>
                  </a:cubicBezTo>
                  <a:cubicBezTo>
                    <a:pt x="849" y="588"/>
                    <a:pt x="846" y="572"/>
                    <a:pt x="842" y="557"/>
                  </a:cubicBezTo>
                  <a:cubicBezTo>
                    <a:pt x="838" y="539"/>
                    <a:pt x="832" y="522"/>
                    <a:pt x="824" y="506"/>
                  </a:cubicBezTo>
                  <a:cubicBezTo>
                    <a:pt x="817" y="490"/>
                    <a:pt x="809" y="475"/>
                    <a:pt x="800" y="461"/>
                  </a:cubicBezTo>
                  <a:cubicBezTo>
                    <a:pt x="790" y="446"/>
                    <a:pt x="781" y="432"/>
                    <a:pt x="771" y="417"/>
                  </a:cubicBezTo>
                  <a:cubicBezTo>
                    <a:pt x="761" y="403"/>
                    <a:pt x="752" y="389"/>
                    <a:pt x="742" y="374"/>
                  </a:cubicBezTo>
                  <a:cubicBezTo>
                    <a:pt x="724" y="346"/>
                    <a:pt x="708" y="316"/>
                    <a:pt x="691" y="286"/>
                  </a:cubicBezTo>
                  <a:cubicBezTo>
                    <a:pt x="674" y="257"/>
                    <a:pt x="655" y="229"/>
                    <a:pt x="637" y="200"/>
                  </a:cubicBezTo>
                  <a:cubicBezTo>
                    <a:pt x="619" y="171"/>
                    <a:pt x="601" y="141"/>
                    <a:pt x="583" y="112"/>
                  </a:cubicBezTo>
                  <a:cubicBezTo>
                    <a:pt x="574" y="97"/>
                    <a:pt x="564" y="83"/>
                    <a:pt x="552" y="70"/>
                  </a:cubicBezTo>
                  <a:cubicBezTo>
                    <a:pt x="546" y="64"/>
                    <a:pt x="539" y="59"/>
                    <a:pt x="531" y="54"/>
                  </a:cubicBezTo>
                  <a:cubicBezTo>
                    <a:pt x="524" y="50"/>
                    <a:pt x="516" y="47"/>
                    <a:pt x="507" y="45"/>
                  </a:cubicBezTo>
                  <a:cubicBezTo>
                    <a:pt x="490" y="43"/>
                    <a:pt x="472" y="47"/>
                    <a:pt x="458" y="56"/>
                  </a:cubicBezTo>
                  <a:cubicBezTo>
                    <a:pt x="443" y="64"/>
                    <a:pt x="432" y="77"/>
                    <a:pt x="423" y="91"/>
                  </a:cubicBezTo>
                  <a:cubicBezTo>
                    <a:pt x="418" y="97"/>
                    <a:pt x="414" y="104"/>
                    <a:pt x="410" y="111"/>
                  </a:cubicBezTo>
                  <a:cubicBezTo>
                    <a:pt x="409" y="113"/>
                    <a:pt x="409" y="113"/>
                    <a:pt x="409" y="113"/>
                  </a:cubicBezTo>
                  <a:cubicBezTo>
                    <a:pt x="385" y="78"/>
                    <a:pt x="385" y="78"/>
                    <a:pt x="385" y="78"/>
                  </a:cubicBezTo>
                  <a:cubicBezTo>
                    <a:pt x="377" y="65"/>
                    <a:pt x="377" y="65"/>
                    <a:pt x="377" y="65"/>
                  </a:cubicBezTo>
                  <a:cubicBezTo>
                    <a:pt x="374" y="61"/>
                    <a:pt x="370" y="57"/>
                    <a:pt x="367" y="53"/>
                  </a:cubicBezTo>
                  <a:cubicBezTo>
                    <a:pt x="359" y="44"/>
                    <a:pt x="351" y="34"/>
                    <a:pt x="342" y="26"/>
                  </a:cubicBezTo>
                  <a:cubicBezTo>
                    <a:pt x="337" y="21"/>
                    <a:pt x="331" y="18"/>
                    <a:pt x="326" y="14"/>
                  </a:cubicBezTo>
                  <a:cubicBezTo>
                    <a:pt x="321" y="12"/>
                    <a:pt x="321" y="12"/>
                    <a:pt x="321" y="12"/>
                  </a:cubicBezTo>
                  <a:cubicBezTo>
                    <a:pt x="320" y="11"/>
                    <a:pt x="318" y="10"/>
                    <a:pt x="317" y="10"/>
                  </a:cubicBezTo>
                  <a:cubicBezTo>
                    <a:pt x="313" y="9"/>
                    <a:pt x="310" y="7"/>
                    <a:pt x="307" y="7"/>
                  </a:cubicBezTo>
                  <a:cubicBezTo>
                    <a:pt x="295" y="3"/>
                    <a:pt x="283" y="0"/>
                    <a:pt x="270" y="0"/>
                  </a:cubicBezTo>
                  <a:cubicBezTo>
                    <a:pt x="263" y="0"/>
                    <a:pt x="257" y="2"/>
                    <a:pt x="252" y="4"/>
                  </a:cubicBezTo>
                  <a:cubicBezTo>
                    <a:pt x="246" y="6"/>
                    <a:pt x="240" y="8"/>
                    <a:pt x="235" y="11"/>
                  </a:cubicBezTo>
                  <a:cubicBezTo>
                    <a:pt x="232" y="12"/>
                    <a:pt x="229" y="14"/>
                    <a:pt x="226" y="15"/>
                  </a:cubicBezTo>
                  <a:cubicBezTo>
                    <a:pt x="224" y="17"/>
                    <a:pt x="221" y="19"/>
                    <a:pt x="219" y="20"/>
                  </a:cubicBezTo>
                  <a:cubicBezTo>
                    <a:pt x="214" y="24"/>
                    <a:pt x="209" y="28"/>
                    <a:pt x="205" y="33"/>
                  </a:cubicBezTo>
                  <a:cubicBezTo>
                    <a:pt x="196" y="42"/>
                    <a:pt x="191" y="54"/>
                    <a:pt x="190" y="66"/>
                  </a:cubicBezTo>
                  <a:cubicBezTo>
                    <a:pt x="189" y="74"/>
                    <a:pt x="188" y="82"/>
                    <a:pt x="189" y="90"/>
                  </a:cubicBezTo>
                  <a:cubicBezTo>
                    <a:pt x="181" y="81"/>
                    <a:pt x="175" y="72"/>
                    <a:pt x="167" y="64"/>
                  </a:cubicBezTo>
                  <a:cubicBezTo>
                    <a:pt x="159" y="55"/>
                    <a:pt x="149" y="47"/>
                    <a:pt x="138" y="41"/>
                  </a:cubicBezTo>
                  <a:cubicBezTo>
                    <a:pt x="127" y="36"/>
                    <a:pt x="117" y="30"/>
                    <a:pt x="105" y="27"/>
                  </a:cubicBezTo>
                  <a:cubicBezTo>
                    <a:pt x="99" y="26"/>
                    <a:pt x="93" y="26"/>
                    <a:pt x="87" y="26"/>
                  </a:cubicBezTo>
                  <a:cubicBezTo>
                    <a:pt x="81" y="27"/>
                    <a:pt x="75" y="28"/>
                    <a:pt x="69" y="30"/>
                  </a:cubicBezTo>
                  <a:cubicBezTo>
                    <a:pt x="58" y="32"/>
                    <a:pt x="47" y="38"/>
                    <a:pt x="37" y="45"/>
                  </a:cubicBezTo>
                  <a:cubicBezTo>
                    <a:pt x="28" y="52"/>
                    <a:pt x="20" y="60"/>
                    <a:pt x="14" y="70"/>
                  </a:cubicBezTo>
                  <a:cubicBezTo>
                    <a:pt x="8" y="80"/>
                    <a:pt x="4" y="90"/>
                    <a:pt x="2" y="101"/>
                  </a:cubicBezTo>
                  <a:cubicBezTo>
                    <a:pt x="2" y="104"/>
                    <a:pt x="1" y="107"/>
                    <a:pt x="1" y="109"/>
                  </a:cubicBezTo>
                  <a:cubicBezTo>
                    <a:pt x="1" y="112"/>
                    <a:pt x="1" y="112"/>
                    <a:pt x="1" y="112"/>
                  </a:cubicBezTo>
                  <a:cubicBezTo>
                    <a:pt x="1" y="112"/>
                    <a:pt x="0" y="113"/>
                    <a:pt x="0" y="114"/>
                  </a:cubicBezTo>
                  <a:cubicBezTo>
                    <a:pt x="1" y="114"/>
                    <a:pt x="2" y="115"/>
                    <a:pt x="4" y="116"/>
                  </a:cubicBezTo>
                  <a:cubicBezTo>
                    <a:pt x="8" y="117"/>
                    <a:pt x="11" y="118"/>
                    <a:pt x="12" y="117"/>
                  </a:cubicBezTo>
                  <a:cubicBezTo>
                    <a:pt x="15" y="108"/>
                    <a:pt x="18" y="100"/>
                    <a:pt x="23" y="92"/>
                  </a:cubicBezTo>
                  <a:cubicBezTo>
                    <a:pt x="27" y="85"/>
                    <a:pt x="33" y="78"/>
                    <a:pt x="40" y="73"/>
                  </a:cubicBezTo>
                  <a:cubicBezTo>
                    <a:pt x="43" y="71"/>
                    <a:pt x="47" y="69"/>
                    <a:pt x="51" y="67"/>
                  </a:cubicBezTo>
                  <a:cubicBezTo>
                    <a:pt x="54" y="65"/>
                    <a:pt x="58" y="63"/>
                    <a:pt x="61" y="62"/>
                  </a:cubicBezTo>
                  <a:cubicBezTo>
                    <a:pt x="68" y="59"/>
                    <a:pt x="75" y="57"/>
                    <a:pt x="83" y="57"/>
                  </a:cubicBezTo>
                  <a:cubicBezTo>
                    <a:pt x="91" y="57"/>
                    <a:pt x="98" y="59"/>
                    <a:pt x="105" y="62"/>
                  </a:cubicBezTo>
                  <a:cubicBezTo>
                    <a:pt x="109" y="63"/>
                    <a:pt x="112" y="65"/>
                    <a:pt x="114" y="67"/>
                  </a:cubicBezTo>
                  <a:cubicBezTo>
                    <a:pt x="117" y="69"/>
                    <a:pt x="120" y="73"/>
                    <a:pt x="123" y="76"/>
                  </a:cubicBezTo>
                  <a:cubicBezTo>
                    <a:pt x="126" y="81"/>
                    <a:pt x="131" y="87"/>
                    <a:pt x="135" y="93"/>
                  </a:cubicBezTo>
                  <a:cubicBezTo>
                    <a:pt x="139" y="100"/>
                    <a:pt x="144" y="109"/>
                    <a:pt x="149" y="118"/>
                  </a:cubicBezTo>
                  <a:cubicBezTo>
                    <a:pt x="159" y="137"/>
                    <a:pt x="170" y="154"/>
                    <a:pt x="181" y="172"/>
                  </a:cubicBezTo>
                  <a:cubicBezTo>
                    <a:pt x="190" y="186"/>
                    <a:pt x="199" y="199"/>
                    <a:pt x="209" y="212"/>
                  </a:cubicBezTo>
                  <a:cubicBezTo>
                    <a:pt x="218" y="224"/>
                    <a:pt x="227" y="236"/>
                    <a:pt x="236" y="247"/>
                  </a:cubicBezTo>
                  <a:cubicBezTo>
                    <a:pt x="245" y="259"/>
                    <a:pt x="254" y="271"/>
                    <a:pt x="263" y="282"/>
                  </a:cubicBezTo>
                  <a:cubicBezTo>
                    <a:pt x="277" y="299"/>
                    <a:pt x="277" y="299"/>
                    <a:pt x="277" y="299"/>
                  </a:cubicBezTo>
                  <a:cubicBezTo>
                    <a:pt x="282" y="306"/>
                    <a:pt x="286" y="313"/>
                    <a:pt x="294" y="317"/>
                  </a:cubicBezTo>
                  <a:cubicBezTo>
                    <a:pt x="296" y="319"/>
                    <a:pt x="298" y="321"/>
                    <a:pt x="304" y="319"/>
                  </a:cubicBezTo>
                  <a:cubicBezTo>
                    <a:pt x="308" y="318"/>
                    <a:pt x="312" y="317"/>
                    <a:pt x="316" y="315"/>
                  </a:cubicBezTo>
                  <a:cubicBezTo>
                    <a:pt x="320" y="314"/>
                    <a:pt x="324" y="312"/>
                    <a:pt x="327" y="309"/>
                  </a:cubicBezTo>
                  <a:cubicBezTo>
                    <a:pt x="332" y="306"/>
                    <a:pt x="333" y="303"/>
                    <a:pt x="334" y="301"/>
                  </a:cubicBezTo>
                  <a:cubicBezTo>
                    <a:pt x="335" y="296"/>
                    <a:pt x="334" y="293"/>
                    <a:pt x="332" y="290"/>
                  </a:cubicBezTo>
                  <a:cubicBezTo>
                    <a:pt x="328" y="282"/>
                    <a:pt x="324" y="273"/>
                    <a:pt x="319" y="265"/>
                  </a:cubicBezTo>
                  <a:cubicBezTo>
                    <a:pt x="316" y="261"/>
                    <a:pt x="313" y="258"/>
                    <a:pt x="310" y="254"/>
                  </a:cubicBezTo>
                  <a:cubicBezTo>
                    <a:pt x="296" y="238"/>
                    <a:pt x="296" y="238"/>
                    <a:pt x="296" y="238"/>
                  </a:cubicBezTo>
                  <a:cubicBezTo>
                    <a:pt x="283" y="221"/>
                    <a:pt x="283" y="221"/>
                    <a:pt x="283" y="221"/>
                  </a:cubicBezTo>
                  <a:cubicBezTo>
                    <a:pt x="270" y="204"/>
                    <a:pt x="270" y="204"/>
                    <a:pt x="270" y="204"/>
                  </a:cubicBezTo>
                  <a:cubicBezTo>
                    <a:pt x="260" y="192"/>
                    <a:pt x="251" y="178"/>
                    <a:pt x="242" y="165"/>
                  </a:cubicBezTo>
                  <a:cubicBezTo>
                    <a:pt x="207" y="113"/>
                    <a:pt x="207" y="113"/>
                    <a:pt x="207" y="113"/>
                  </a:cubicBezTo>
                  <a:cubicBezTo>
                    <a:pt x="205" y="111"/>
                    <a:pt x="205" y="111"/>
                    <a:pt x="205" y="111"/>
                  </a:cubicBezTo>
                  <a:cubicBezTo>
                    <a:pt x="206" y="111"/>
                    <a:pt x="206" y="111"/>
                    <a:pt x="206" y="110"/>
                  </a:cubicBezTo>
                  <a:cubicBezTo>
                    <a:pt x="205" y="103"/>
                    <a:pt x="205" y="93"/>
                    <a:pt x="206" y="84"/>
                  </a:cubicBezTo>
                  <a:cubicBezTo>
                    <a:pt x="207" y="79"/>
                    <a:pt x="207" y="74"/>
                    <a:pt x="209" y="70"/>
                  </a:cubicBezTo>
                  <a:cubicBezTo>
                    <a:pt x="210" y="66"/>
                    <a:pt x="212" y="62"/>
                    <a:pt x="214" y="59"/>
                  </a:cubicBezTo>
                  <a:cubicBezTo>
                    <a:pt x="217" y="56"/>
                    <a:pt x="220" y="54"/>
                    <a:pt x="222" y="52"/>
                  </a:cubicBezTo>
                  <a:cubicBezTo>
                    <a:pt x="225" y="49"/>
                    <a:pt x="228" y="47"/>
                    <a:pt x="232" y="45"/>
                  </a:cubicBezTo>
                  <a:cubicBezTo>
                    <a:pt x="233" y="43"/>
                    <a:pt x="235" y="42"/>
                    <a:pt x="237" y="41"/>
                  </a:cubicBezTo>
                  <a:cubicBezTo>
                    <a:pt x="240" y="40"/>
                    <a:pt x="240" y="40"/>
                    <a:pt x="240" y="40"/>
                  </a:cubicBezTo>
                  <a:cubicBezTo>
                    <a:pt x="242" y="39"/>
                    <a:pt x="242" y="39"/>
                    <a:pt x="242" y="39"/>
                  </a:cubicBezTo>
                  <a:cubicBezTo>
                    <a:pt x="246" y="37"/>
                    <a:pt x="250" y="36"/>
                    <a:pt x="255" y="35"/>
                  </a:cubicBezTo>
                  <a:cubicBezTo>
                    <a:pt x="259" y="34"/>
                    <a:pt x="264" y="33"/>
                    <a:pt x="268" y="32"/>
                  </a:cubicBezTo>
                  <a:cubicBezTo>
                    <a:pt x="269" y="32"/>
                    <a:pt x="270" y="32"/>
                    <a:pt x="270" y="32"/>
                  </a:cubicBezTo>
                  <a:cubicBezTo>
                    <a:pt x="270" y="32"/>
                    <a:pt x="270" y="32"/>
                    <a:pt x="271" y="32"/>
                  </a:cubicBezTo>
                  <a:cubicBezTo>
                    <a:pt x="272" y="33"/>
                    <a:pt x="272" y="33"/>
                    <a:pt x="272" y="33"/>
                  </a:cubicBezTo>
                  <a:cubicBezTo>
                    <a:pt x="275" y="33"/>
                    <a:pt x="277" y="33"/>
                    <a:pt x="279" y="33"/>
                  </a:cubicBezTo>
                  <a:cubicBezTo>
                    <a:pt x="283" y="34"/>
                    <a:pt x="287" y="35"/>
                    <a:pt x="290" y="37"/>
                  </a:cubicBezTo>
                  <a:cubicBezTo>
                    <a:pt x="293" y="38"/>
                    <a:pt x="297" y="41"/>
                    <a:pt x="298" y="43"/>
                  </a:cubicBezTo>
                  <a:cubicBezTo>
                    <a:pt x="299" y="44"/>
                    <a:pt x="300" y="44"/>
                    <a:pt x="300" y="45"/>
                  </a:cubicBezTo>
                  <a:cubicBezTo>
                    <a:pt x="301" y="45"/>
                    <a:pt x="301" y="46"/>
                    <a:pt x="302" y="46"/>
                  </a:cubicBezTo>
                  <a:cubicBezTo>
                    <a:pt x="303" y="48"/>
                    <a:pt x="304" y="49"/>
                    <a:pt x="305" y="50"/>
                  </a:cubicBezTo>
                  <a:cubicBezTo>
                    <a:pt x="308" y="53"/>
                    <a:pt x="310" y="56"/>
                    <a:pt x="313" y="59"/>
                  </a:cubicBezTo>
                  <a:cubicBezTo>
                    <a:pt x="317" y="65"/>
                    <a:pt x="322" y="72"/>
                    <a:pt x="327" y="81"/>
                  </a:cubicBezTo>
                  <a:cubicBezTo>
                    <a:pt x="329" y="86"/>
                    <a:pt x="332" y="91"/>
                    <a:pt x="335" y="96"/>
                  </a:cubicBezTo>
                  <a:cubicBezTo>
                    <a:pt x="337" y="100"/>
                    <a:pt x="340" y="105"/>
                    <a:pt x="343" y="110"/>
                  </a:cubicBezTo>
                  <a:cubicBezTo>
                    <a:pt x="348" y="120"/>
                    <a:pt x="354" y="129"/>
                    <a:pt x="360" y="138"/>
                  </a:cubicBezTo>
                  <a:cubicBezTo>
                    <a:pt x="369" y="153"/>
                    <a:pt x="378" y="167"/>
                    <a:pt x="388" y="181"/>
                  </a:cubicBezTo>
                  <a:cubicBezTo>
                    <a:pt x="397" y="194"/>
                    <a:pt x="406" y="206"/>
                    <a:pt x="415" y="219"/>
                  </a:cubicBezTo>
                  <a:cubicBezTo>
                    <a:pt x="425" y="231"/>
                    <a:pt x="434" y="244"/>
                    <a:pt x="443" y="256"/>
                  </a:cubicBezTo>
                  <a:cubicBezTo>
                    <a:pt x="458" y="274"/>
                    <a:pt x="458" y="274"/>
                    <a:pt x="458" y="274"/>
                  </a:cubicBezTo>
                  <a:cubicBezTo>
                    <a:pt x="463" y="281"/>
                    <a:pt x="467" y="288"/>
                    <a:pt x="475" y="294"/>
                  </a:cubicBezTo>
                  <a:cubicBezTo>
                    <a:pt x="477" y="295"/>
                    <a:pt x="479" y="297"/>
                    <a:pt x="486" y="295"/>
                  </a:cubicBezTo>
                  <a:cubicBezTo>
                    <a:pt x="490" y="294"/>
                    <a:pt x="494" y="293"/>
                    <a:pt x="498" y="292"/>
                  </a:cubicBezTo>
                  <a:cubicBezTo>
                    <a:pt x="501" y="291"/>
                    <a:pt x="505" y="289"/>
                    <a:pt x="509" y="286"/>
                  </a:cubicBezTo>
                  <a:cubicBezTo>
                    <a:pt x="514" y="283"/>
                    <a:pt x="515" y="280"/>
                    <a:pt x="516" y="278"/>
                  </a:cubicBezTo>
                  <a:cubicBezTo>
                    <a:pt x="517" y="273"/>
                    <a:pt x="515" y="270"/>
                    <a:pt x="514" y="266"/>
                  </a:cubicBezTo>
                  <a:cubicBezTo>
                    <a:pt x="509" y="258"/>
                    <a:pt x="505" y="249"/>
                    <a:pt x="500" y="240"/>
                  </a:cubicBezTo>
                  <a:cubicBezTo>
                    <a:pt x="497" y="236"/>
                    <a:pt x="494" y="232"/>
                    <a:pt x="491" y="228"/>
                  </a:cubicBezTo>
                  <a:cubicBezTo>
                    <a:pt x="477" y="211"/>
                    <a:pt x="477" y="211"/>
                    <a:pt x="477" y="211"/>
                  </a:cubicBezTo>
                  <a:cubicBezTo>
                    <a:pt x="463" y="193"/>
                    <a:pt x="463" y="193"/>
                    <a:pt x="463" y="193"/>
                  </a:cubicBezTo>
                  <a:cubicBezTo>
                    <a:pt x="450" y="175"/>
                    <a:pt x="450" y="175"/>
                    <a:pt x="450" y="175"/>
                  </a:cubicBezTo>
                  <a:cubicBezTo>
                    <a:pt x="440" y="162"/>
                    <a:pt x="431" y="147"/>
                    <a:pt x="422" y="133"/>
                  </a:cubicBezTo>
                  <a:cubicBezTo>
                    <a:pt x="416" y="125"/>
                    <a:pt x="416" y="125"/>
                    <a:pt x="416" y="125"/>
                  </a:cubicBezTo>
                  <a:cubicBezTo>
                    <a:pt x="424" y="113"/>
                    <a:pt x="432" y="101"/>
                    <a:pt x="441" y="92"/>
                  </a:cubicBezTo>
                  <a:cubicBezTo>
                    <a:pt x="445" y="86"/>
                    <a:pt x="450" y="82"/>
                    <a:pt x="455" y="78"/>
                  </a:cubicBezTo>
                  <a:cubicBezTo>
                    <a:pt x="460" y="74"/>
                    <a:pt x="465" y="71"/>
                    <a:pt x="471" y="69"/>
                  </a:cubicBezTo>
                  <a:cubicBezTo>
                    <a:pt x="477" y="66"/>
                    <a:pt x="483" y="65"/>
                    <a:pt x="488" y="64"/>
                  </a:cubicBezTo>
                  <a:cubicBezTo>
                    <a:pt x="494" y="63"/>
                    <a:pt x="500" y="64"/>
                    <a:pt x="505" y="65"/>
                  </a:cubicBezTo>
                  <a:cubicBezTo>
                    <a:pt x="516" y="68"/>
                    <a:pt x="526" y="75"/>
                    <a:pt x="534" y="85"/>
                  </a:cubicBezTo>
                  <a:cubicBezTo>
                    <a:pt x="543" y="95"/>
                    <a:pt x="550" y="107"/>
                    <a:pt x="558" y="120"/>
                  </a:cubicBezTo>
                  <a:cubicBezTo>
                    <a:pt x="581" y="161"/>
                    <a:pt x="581" y="161"/>
                    <a:pt x="581" y="161"/>
                  </a:cubicBezTo>
                  <a:cubicBezTo>
                    <a:pt x="629" y="244"/>
                    <a:pt x="629" y="244"/>
                    <a:pt x="629" y="244"/>
                  </a:cubicBezTo>
                  <a:cubicBezTo>
                    <a:pt x="645" y="271"/>
                    <a:pt x="661" y="299"/>
                    <a:pt x="677" y="327"/>
                  </a:cubicBezTo>
                  <a:cubicBezTo>
                    <a:pt x="700" y="370"/>
                    <a:pt x="700" y="370"/>
                    <a:pt x="700" y="370"/>
                  </a:cubicBezTo>
                  <a:cubicBezTo>
                    <a:pt x="708" y="384"/>
                    <a:pt x="718" y="404"/>
                    <a:pt x="729" y="423"/>
                  </a:cubicBezTo>
                  <a:cubicBezTo>
                    <a:pt x="744" y="451"/>
                    <a:pt x="759" y="475"/>
                    <a:pt x="771" y="499"/>
                  </a:cubicBezTo>
                  <a:cubicBezTo>
                    <a:pt x="783" y="523"/>
                    <a:pt x="793" y="547"/>
                    <a:pt x="796" y="573"/>
                  </a:cubicBezTo>
                  <a:cubicBezTo>
                    <a:pt x="799" y="599"/>
                    <a:pt x="796" y="628"/>
                    <a:pt x="790" y="657"/>
                  </a:cubicBezTo>
                  <a:cubicBezTo>
                    <a:pt x="787" y="672"/>
                    <a:pt x="784" y="686"/>
                    <a:pt x="780" y="701"/>
                  </a:cubicBezTo>
                  <a:cubicBezTo>
                    <a:pt x="778" y="709"/>
                    <a:pt x="776" y="716"/>
                    <a:pt x="773" y="723"/>
                  </a:cubicBezTo>
                  <a:cubicBezTo>
                    <a:pt x="772" y="727"/>
                    <a:pt x="771" y="730"/>
                    <a:pt x="770" y="736"/>
                  </a:cubicBezTo>
                  <a:cubicBezTo>
                    <a:pt x="768" y="744"/>
                    <a:pt x="768" y="744"/>
                    <a:pt x="768" y="744"/>
                  </a:cubicBezTo>
                  <a:cubicBezTo>
                    <a:pt x="767" y="746"/>
                    <a:pt x="767" y="749"/>
                    <a:pt x="767" y="752"/>
                  </a:cubicBezTo>
                  <a:cubicBezTo>
                    <a:pt x="764" y="768"/>
                    <a:pt x="765" y="785"/>
                    <a:pt x="769" y="800"/>
                  </a:cubicBezTo>
                  <a:cubicBezTo>
                    <a:pt x="772" y="815"/>
                    <a:pt x="777" y="829"/>
                    <a:pt x="783" y="842"/>
                  </a:cubicBezTo>
                  <a:cubicBezTo>
                    <a:pt x="789" y="855"/>
                    <a:pt x="796" y="867"/>
                    <a:pt x="803" y="878"/>
                  </a:cubicBezTo>
                  <a:cubicBezTo>
                    <a:pt x="807" y="884"/>
                    <a:pt x="811" y="889"/>
                    <a:pt x="814" y="894"/>
                  </a:cubicBezTo>
                  <a:cubicBezTo>
                    <a:pt x="820" y="902"/>
                    <a:pt x="820" y="902"/>
                    <a:pt x="820" y="902"/>
                  </a:cubicBezTo>
                  <a:cubicBezTo>
                    <a:pt x="821" y="904"/>
                    <a:pt x="821" y="904"/>
                    <a:pt x="821" y="904"/>
                  </a:cubicBezTo>
                  <a:cubicBezTo>
                    <a:pt x="821" y="904"/>
                    <a:pt x="821" y="904"/>
                    <a:pt x="821" y="904"/>
                  </a:cubicBezTo>
                  <a:cubicBezTo>
                    <a:pt x="821" y="905"/>
                    <a:pt x="821" y="905"/>
                    <a:pt x="821" y="905"/>
                  </a:cubicBezTo>
                  <a:cubicBezTo>
                    <a:pt x="822" y="905"/>
                    <a:pt x="822" y="905"/>
                    <a:pt x="822" y="905"/>
                  </a:cubicBezTo>
                  <a:cubicBezTo>
                    <a:pt x="822" y="905"/>
                    <a:pt x="823" y="906"/>
                    <a:pt x="823" y="907"/>
                  </a:cubicBezTo>
                  <a:cubicBezTo>
                    <a:pt x="823" y="908"/>
                    <a:pt x="823" y="908"/>
                    <a:pt x="822" y="909"/>
                  </a:cubicBezTo>
                  <a:cubicBezTo>
                    <a:pt x="815" y="915"/>
                    <a:pt x="809" y="920"/>
                    <a:pt x="802" y="925"/>
                  </a:cubicBezTo>
                  <a:cubicBezTo>
                    <a:pt x="757" y="957"/>
                    <a:pt x="757" y="957"/>
                    <a:pt x="757" y="957"/>
                  </a:cubicBezTo>
                  <a:cubicBezTo>
                    <a:pt x="721" y="983"/>
                    <a:pt x="684" y="1008"/>
                    <a:pt x="647" y="1033"/>
                  </a:cubicBezTo>
                  <a:cubicBezTo>
                    <a:pt x="629" y="1046"/>
                    <a:pt x="610" y="1058"/>
                    <a:pt x="592" y="1070"/>
                  </a:cubicBezTo>
                  <a:cubicBezTo>
                    <a:pt x="571" y="1084"/>
                    <a:pt x="550" y="1097"/>
                    <a:pt x="531" y="1112"/>
                  </a:cubicBezTo>
                  <a:cubicBezTo>
                    <a:pt x="526" y="1117"/>
                    <a:pt x="519" y="1122"/>
                    <a:pt x="518" y="1130"/>
                  </a:cubicBezTo>
                  <a:cubicBezTo>
                    <a:pt x="517" y="1135"/>
                    <a:pt x="516" y="1140"/>
                    <a:pt x="516" y="1145"/>
                  </a:cubicBezTo>
                  <a:cubicBezTo>
                    <a:pt x="516" y="1149"/>
                    <a:pt x="516" y="1154"/>
                    <a:pt x="520" y="1157"/>
                  </a:cubicBezTo>
                  <a:cubicBezTo>
                    <a:pt x="523" y="1161"/>
                    <a:pt x="530" y="1161"/>
                    <a:pt x="534" y="1160"/>
                  </a:cubicBezTo>
                  <a:cubicBezTo>
                    <a:pt x="545" y="1158"/>
                    <a:pt x="554" y="1153"/>
                    <a:pt x="564" y="1148"/>
                  </a:cubicBezTo>
                  <a:cubicBezTo>
                    <a:pt x="589" y="1134"/>
                    <a:pt x="614" y="1120"/>
                    <a:pt x="639" y="1105"/>
                  </a:cubicBezTo>
                  <a:cubicBezTo>
                    <a:pt x="651" y="1097"/>
                    <a:pt x="663" y="1089"/>
                    <a:pt x="675" y="1081"/>
                  </a:cubicBezTo>
                  <a:cubicBezTo>
                    <a:pt x="728" y="1044"/>
                    <a:pt x="728" y="1044"/>
                    <a:pt x="728" y="1044"/>
                  </a:cubicBezTo>
                  <a:cubicBezTo>
                    <a:pt x="781" y="1006"/>
                    <a:pt x="781" y="1006"/>
                    <a:pt x="781" y="1006"/>
                  </a:cubicBezTo>
                  <a:cubicBezTo>
                    <a:pt x="798" y="994"/>
                    <a:pt x="815" y="981"/>
                    <a:pt x="833" y="968"/>
                  </a:cubicBezTo>
                  <a:cubicBezTo>
                    <a:pt x="844" y="960"/>
                    <a:pt x="844" y="960"/>
                    <a:pt x="844" y="960"/>
                  </a:cubicBezTo>
                  <a:cubicBezTo>
                    <a:pt x="850" y="956"/>
                    <a:pt x="850" y="956"/>
                    <a:pt x="850" y="956"/>
                  </a:cubicBezTo>
                  <a:cubicBezTo>
                    <a:pt x="856" y="951"/>
                    <a:pt x="856" y="951"/>
                    <a:pt x="856" y="951"/>
                  </a:cubicBezTo>
                  <a:cubicBezTo>
                    <a:pt x="867" y="941"/>
                    <a:pt x="879" y="931"/>
                    <a:pt x="883" y="918"/>
                  </a:cubicBezTo>
                  <a:cubicBezTo>
                    <a:pt x="884" y="912"/>
                    <a:pt x="883" y="906"/>
                    <a:pt x="882" y="9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ja-JP" altLang="en-US"/>
            </a:p>
          </p:txBody>
        </p:sp>
      </p:grpSp>
      <p:sp>
        <p:nvSpPr>
          <p:cNvPr id="2" name="Rectangle: Rounded Corners 1">
            <a:extLst>
              <a:ext uri="{FF2B5EF4-FFF2-40B4-BE49-F238E27FC236}">
                <a16:creationId xmlns:a16="http://schemas.microsoft.com/office/drawing/2014/main" id="{0C996AE7-6C63-C0A1-9958-91F64A4133A7}"/>
              </a:ext>
            </a:extLst>
          </p:cNvPr>
          <p:cNvSpPr/>
          <p:nvPr/>
        </p:nvSpPr>
        <p:spPr>
          <a:xfrm>
            <a:off x="2512933" y="1807535"/>
            <a:ext cx="510633" cy="236214"/>
          </a:xfrm>
          <a:prstGeom prst="roundRect">
            <a:avLst/>
          </a:prstGeom>
          <a:solidFill>
            <a:schemeClr val="bg1">
              <a:alpha val="0"/>
            </a:schemeClr>
          </a:solid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5" name="Picture 14">
            <a:extLst>
              <a:ext uri="{FF2B5EF4-FFF2-40B4-BE49-F238E27FC236}">
                <a16:creationId xmlns:a16="http://schemas.microsoft.com/office/drawing/2014/main" id="{20FE147D-2EC5-9C5D-A28B-BBF12025A1CC}"/>
              </a:ext>
            </a:extLst>
          </p:cNvPr>
          <p:cNvPicPr>
            <a:picLocks noChangeAspect="1"/>
          </p:cNvPicPr>
          <p:nvPr/>
        </p:nvPicPr>
        <p:blipFill>
          <a:blip r:embed="rId5"/>
          <a:stretch>
            <a:fillRect/>
          </a:stretch>
        </p:blipFill>
        <p:spPr>
          <a:xfrm>
            <a:off x="84261" y="500396"/>
            <a:ext cx="1451548" cy="2730206"/>
          </a:xfrm>
          <a:prstGeom prst="rect">
            <a:avLst/>
          </a:prstGeom>
        </p:spPr>
      </p:pic>
      <p:sp>
        <p:nvSpPr>
          <p:cNvPr id="16" name="Rectangle: Rounded Corners 15">
            <a:extLst>
              <a:ext uri="{FF2B5EF4-FFF2-40B4-BE49-F238E27FC236}">
                <a16:creationId xmlns:a16="http://schemas.microsoft.com/office/drawing/2014/main" id="{81820C54-444C-2413-CA43-ED9A12270BAB}"/>
              </a:ext>
            </a:extLst>
          </p:cNvPr>
          <p:cNvSpPr/>
          <p:nvPr/>
        </p:nvSpPr>
        <p:spPr>
          <a:xfrm>
            <a:off x="3046712" y="1807535"/>
            <a:ext cx="510633" cy="236214"/>
          </a:xfrm>
          <a:prstGeom prst="roundRect">
            <a:avLst/>
          </a:prstGeom>
          <a:solidFill>
            <a:schemeClr val="bg1">
              <a:alpha val="0"/>
            </a:schemeClr>
          </a:solid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Rectangle: Rounded Corners 19">
            <a:extLst>
              <a:ext uri="{FF2B5EF4-FFF2-40B4-BE49-F238E27FC236}">
                <a16:creationId xmlns:a16="http://schemas.microsoft.com/office/drawing/2014/main" id="{ECE52160-08D1-6D42-1868-447D9E7CB7B4}"/>
              </a:ext>
            </a:extLst>
          </p:cNvPr>
          <p:cNvSpPr/>
          <p:nvPr/>
        </p:nvSpPr>
        <p:spPr>
          <a:xfrm>
            <a:off x="3567667" y="1795662"/>
            <a:ext cx="1187974" cy="259959"/>
          </a:xfrm>
          <a:prstGeom prst="roundRect">
            <a:avLst/>
          </a:prstGeom>
          <a:solidFill>
            <a:schemeClr val="bg1">
              <a:alpha val="0"/>
            </a:schemeClr>
          </a:solid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Speech Bubble: Rectangle 20">
            <a:extLst>
              <a:ext uri="{FF2B5EF4-FFF2-40B4-BE49-F238E27FC236}">
                <a16:creationId xmlns:a16="http://schemas.microsoft.com/office/drawing/2014/main" id="{552BC066-57E6-ABD7-DF33-1296F5F65A4B}"/>
              </a:ext>
            </a:extLst>
          </p:cNvPr>
          <p:cNvSpPr/>
          <p:nvPr/>
        </p:nvSpPr>
        <p:spPr>
          <a:xfrm>
            <a:off x="5278732" y="504143"/>
            <a:ext cx="2392288" cy="719238"/>
          </a:xfrm>
          <a:prstGeom prst="wedgeRectCallout">
            <a:avLst>
              <a:gd name="adj1" fmla="val -71530"/>
              <a:gd name="adj2" fmla="val 121035"/>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92500" lnSpcReduction="20000"/>
          </a:bodyPr>
          <a:lstStyle/>
          <a:p>
            <a:pPr algn="ctr">
              <a:lnSpc>
                <a:spcPct val="90000"/>
              </a:lnSpc>
            </a:pPr>
            <a:r>
              <a:rPr kumimoji="1" lang="en-US" altLang="ja-JP" sz="1500">
                <a:solidFill>
                  <a:schemeClr val="bg1"/>
                </a:solidFill>
                <a:latin typeface="Times New Roman" panose="02020603050405020304" pitchFamily="18" charset="0"/>
                <a:cs typeface="Times New Roman" panose="02020603050405020304" pitchFamily="18" charset="0"/>
              </a:rPr>
              <a:t>Sheet Label_7980_7990: Nhập cùng thời điểm với Sheet CTTT để copy vào file so sánh BOM chung.</a:t>
            </a:r>
            <a:endParaRPr kumimoji="1" lang="ja-JP" altLang="en-US" sz="1500">
              <a:solidFill>
                <a:schemeClr val="bg1"/>
              </a:solidFill>
              <a:latin typeface="Times New Roman" panose="02020603050405020304" pitchFamily="18" charset="0"/>
              <a:cs typeface="Times New Roman" panose="02020603050405020304" pitchFamily="18" charset="0"/>
            </a:endParaRPr>
          </a:p>
        </p:txBody>
      </p:sp>
      <p:sp>
        <p:nvSpPr>
          <p:cNvPr id="17" name="Rectangle: Rounded Corners 16">
            <a:extLst>
              <a:ext uri="{FF2B5EF4-FFF2-40B4-BE49-F238E27FC236}">
                <a16:creationId xmlns:a16="http://schemas.microsoft.com/office/drawing/2014/main" id="{A0685C87-995A-F874-5BEE-86A3013EABB7}"/>
              </a:ext>
            </a:extLst>
          </p:cNvPr>
          <p:cNvSpPr/>
          <p:nvPr/>
        </p:nvSpPr>
        <p:spPr>
          <a:xfrm>
            <a:off x="4765963" y="1795662"/>
            <a:ext cx="782456" cy="259959"/>
          </a:xfrm>
          <a:prstGeom prst="roundRect">
            <a:avLst/>
          </a:prstGeom>
          <a:solidFill>
            <a:schemeClr val="bg1">
              <a:alpha val="0"/>
            </a:schemeClr>
          </a:solid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Speech Bubble: Rectangle 17">
            <a:extLst>
              <a:ext uri="{FF2B5EF4-FFF2-40B4-BE49-F238E27FC236}">
                <a16:creationId xmlns:a16="http://schemas.microsoft.com/office/drawing/2014/main" id="{6D25F631-D336-F94D-17D9-2615F75B5B7D}"/>
              </a:ext>
            </a:extLst>
          </p:cNvPr>
          <p:cNvSpPr/>
          <p:nvPr/>
        </p:nvSpPr>
        <p:spPr>
          <a:xfrm>
            <a:off x="4671256" y="2266606"/>
            <a:ext cx="2392288" cy="719238"/>
          </a:xfrm>
          <a:prstGeom prst="wedgeRectCallout">
            <a:avLst>
              <a:gd name="adj1" fmla="val -22498"/>
              <a:gd name="adj2" fmla="val -89698"/>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pPr>
            <a:r>
              <a:rPr kumimoji="1" lang="en-US" altLang="ja-JP" sz="1500">
                <a:solidFill>
                  <a:schemeClr val="bg1"/>
                </a:solidFill>
                <a:latin typeface="Times New Roman" panose="02020603050405020304" pitchFamily="18" charset="0"/>
                <a:cs typeface="Times New Roman" panose="02020603050405020304" pitchFamily="18" charset="0"/>
              </a:rPr>
              <a:t>Sheet PLM_R3: Sheet tải file PLM và R3 vào để so sánh BOM</a:t>
            </a:r>
            <a:endParaRPr kumimoji="1" lang="ja-JP" altLang="en-US" sz="1500">
              <a:solidFill>
                <a:schemeClr val="bg1"/>
              </a:solidFill>
              <a:latin typeface="Times New Roman" panose="02020603050405020304" pitchFamily="18" charset="0"/>
              <a:cs typeface="Times New Roman" panose="02020603050405020304" pitchFamily="18" charset="0"/>
            </a:endParaRPr>
          </a:p>
        </p:txBody>
      </p:sp>
      <p:pic>
        <p:nvPicPr>
          <p:cNvPr id="27" name="Picture 26">
            <a:extLst>
              <a:ext uri="{FF2B5EF4-FFF2-40B4-BE49-F238E27FC236}">
                <a16:creationId xmlns:a16="http://schemas.microsoft.com/office/drawing/2014/main" id="{3D13FADE-2E17-7648-C58D-A9E4E6DC823D}"/>
              </a:ext>
            </a:extLst>
          </p:cNvPr>
          <p:cNvPicPr>
            <a:picLocks noChangeAspect="1"/>
          </p:cNvPicPr>
          <p:nvPr/>
        </p:nvPicPr>
        <p:blipFill>
          <a:blip r:embed="rId6"/>
          <a:stretch>
            <a:fillRect/>
          </a:stretch>
        </p:blipFill>
        <p:spPr>
          <a:xfrm>
            <a:off x="5548419" y="3385776"/>
            <a:ext cx="2934109" cy="2238687"/>
          </a:xfrm>
          <a:prstGeom prst="rect">
            <a:avLst/>
          </a:prstGeom>
          <a:ln w="25400">
            <a:solidFill>
              <a:srgbClr val="FF0000"/>
            </a:solidFill>
          </a:ln>
        </p:spPr>
      </p:pic>
      <p:cxnSp>
        <p:nvCxnSpPr>
          <p:cNvPr id="32" name="Straight Connector 31">
            <a:extLst>
              <a:ext uri="{FF2B5EF4-FFF2-40B4-BE49-F238E27FC236}">
                <a16:creationId xmlns:a16="http://schemas.microsoft.com/office/drawing/2014/main" id="{B8FCAEB8-85D7-C092-4D21-9A2A76E59B3E}"/>
              </a:ext>
            </a:extLst>
          </p:cNvPr>
          <p:cNvCxnSpPr>
            <a:cxnSpLocks/>
          </p:cNvCxnSpPr>
          <p:nvPr/>
        </p:nvCxnSpPr>
        <p:spPr>
          <a:xfrm flipV="1">
            <a:off x="5018200" y="3867066"/>
            <a:ext cx="530219" cy="4572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37" name="Speech Bubble: Rectangle 36">
            <a:extLst>
              <a:ext uri="{FF2B5EF4-FFF2-40B4-BE49-F238E27FC236}">
                <a16:creationId xmlns:a16="http://schemas.microsoft.com/office/drawing/2014/main" id="{F726F780-02B4-E2B8-4FC0-6096F90AB5D7}"/>
              </a:ext>
            </a:extLst>
          </p:cNvPr>
          <p:cNvSpPr/>
          <p:nvPr/>
        </p:nvSpPr>
        <p:spPr>
          <a:xfrm>
            <a:off x="6738102" y="3325733"/>
            <a:ext cx="2392288" cy="719238"/>
          </a:xfrm>
          <a:prstGeom prst="wedgeRectCallout">
            <a:avLst>
              <a:gd name="adj1" fmla="val -31896"/>
              <a:gd name="adj2" fmla="val 64531"/>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pPr>
            <a:r>
              <a:rPr kumimoji="1" lang="en-US" altLang="ja-JP" sz="1500">
                <a:solidFill>
                  <a:schemeClr val="bg1"/>
                </a:solidFill>
                <a:latin typeface="Times New Roman" panose="02020603050405020304" pitchFamily="18" charset="0"/>
                <a:cs typeface="Times New Roman" panose="02020603050405020304" pitchFamily="18" charset="0"/>
              </a:rPr>
              <a:t>Bấm vào đây để tải dữ liệu PLM và R3 vào Sheet PLM_R3</a:t>
            </a:r>
            <a:endParaRPr kumimoji="1" lang="ja-JP" altLang="en-US" sz="1500">
              <a:solidFill>
                <a:schemeClr val="bg1"/>
              </a:solidFill>
              <a:latin typeface="Times New Roman" panose="02020603050405020304" pitchFamily="18" charset="0"/>
              <a:cs typeface="Times New Roman" panose="02020603050405020304" pitchFamily="18" charset="0"/>
            </a:endParaRPr>
          </a:p>
        </p:txBody>
      </p:sp>
      <p:pic>
        <p:nvPicPr>
          <p:cNvPr id="41" name="Picture 40">
            <a:extLst>
              <a:ext uri="{FF2B5EF4-FFF2-40B4-BE49-F238E27FC236}">
                <a16:creationId xmlns:a16="http://schemas.microsoft.com/office/drawing/2014/main" id="{91910412-AF62-058E-9E4D-63168F8643AD}"/>
              </a:ext>
            </a:extLst>
          </p:cNvPr>
          <p:cNvPicPr>
            <a:picLocks noChangeAspect="1"/>
          </p:cNvPicPr>
          <p:nvPr/>
        </p:nvPicPr>
        <p:blipFill>
          <a:blip r:embed="rId7"/>
          <a:stretch>
            <a:fillRect/>
          </a:stretch>
        </p:blipFill>
        <p:spPr>
          <a:xfrm>
            <a:off x="4421644" y="3699798"/>
            <a:ext cx="627983" cy="974664"/>
          </a:xfrm>
          <a:prstGeom prst="rect">
            <a:avLst/>
          </a:prstGeom>
          <a:ln w="28575">
            <a:solidFill>
              <a:srgbClr val="FF0000"/>
            </a:solidFill>
          </a:ln>
        </p:spPr>
      </p:pic>
      <p:sp>
        <p:nvSpPr>
          <p:cNvPr id="42" name="Speech Bubble: Rectangle 41">
            <a:extLst>
              <a:ext uri="{FF2B5EF4-FFF2-40B4-BE49-F238E27FC236}">
                <a16:creationId xmlns:a16="http://schemas.microsoft.com/office/drawing/2014/main" id="{A1DB6D8A-C0D1-9461-D51C-CD632083B6AF}"/>
              </a:ext>
            </a:extLst>
          </p:cNvPr>
          <p:cNvSpPr/>
          <p:nvPr/>
        </p:nvSpPr>
        <p:spPr>
          <a:xfrm>
            <a:off x="1733444" y="5588609"/>
            <a:ext cx="2392288" cy="719238"/>
          </a:xfrm>
          <a:prstGeom prst="wedgeRectCallout">
            <a:avLst>
              <a:gd name="adj1" fmla="val 40162"/>
              <a:gd name="adj2" fmla="val -116791"/>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pPr>
            <a:r>
              <a:rPr kumimoji="1" lang="en-US" altLang="ja-JP" sz="1500">
                <a:solidFill>
                  <a:schemeClr val="bg1"/>
                </a:solidFill>
                <a:latin typeface="Times New Roman" panose="02020603050405020304" pitchFamily="18" charset="0"/>
                <a:cs typeface="Times New Roman" panose="02020603050405020304" pitchFamily="18" charset="0"/>
              </a:rPr>
              <a:t>Giải thích sai khác Rev PLM và R3 vào đây</a:t>
            </a:r>
            <a:endParaRPr kumimoji="1" lang="ja-JP" altLang="en-US" sz="1500">
              <a:solidFill>
                <a:schemeClr val="bg1"/>
              </a:solidFill>
              <a:latin typeface="Times New Roman" panose="02020603050405020304" pitchFamily="18" charset="0"/>
              <a:cs typeface="Times New Roman" panose="02020603050405020304" pitchFamily="18" charset="0"/>
            </a:endParaRPr>
          </a:p>
        </p:txBody>
      </p:sp>
      <p:sp>
        <p:nvSpPr>
          <p:cNvPr id="43" name="Speech Bubble: Rectangle 42">
            <a:extLst>
              <a:ext uri="{FF2B5EF4-FFF2-40B4-BE49-F238E27FC236}">
                <a16:creationId xmlns:a16="http://schemas.microsoft.com/office/drawing/2014/main" id="{36A95327-6105-29DE-0173-B2C4EAFEA5BB}"/>
              </a:ext>
            </a:extLst>
          </p:cNvPr>
          <p:cNvSpPr/>
          <p:nvPr/>
        </p:nvSpPr>
        <p:spPr>
          <a:xfrm>
            <a:off x="4834023" y="5465677"/>
            <a:ext cx="2537656" cy="961554"/>
          </a:xfrm>
          <a:prstGeom prst="wedgeRectCallout">
            <a:avLst>
              <a:gd name="adj1" fmla="val -515"/>
              <a:gd name="adj2" fmla="val -102794"/>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85000" lnSpcReduction="10000"/>
          </a:bodyPr>
          <a:lstStyle/>
          <a:p>
            <a:pPr algn="ctr">
              <a:lnSpc>
                <a:spcPct val="90000"/>
              </a:lnSpc>
            </a:pPr>
            <a:r>
              <a:rPr kumimoji="1" lang="en-US" altLang="ja-JP" sz="1500">
                <a:solidFill>
                  <a:schemeClr val="bg1"/>
                </a:solidFill>
                <a:latin typeface="Times New Roman" panose="02020603050405020304" pitchFamily="18" charset="0"/>
                <a:cs typeface="Times New Roman" panose="02020603050405020304" pitchFamily="18" charset="0"/>
              </a:rPr>
              <a:t>So sánh xong rồi thì phụ trách bấm vào đây để gửi kết quả OK, </a:t>
            </a:r>
            <a:r>
              <a:rPr kumimoji="1" lang="en-US" altLang="ja-JP" sz="1500">
                <a:solidFill>
                  <a:srgbClr val="FF0000"/>
                </a:solidFill>
                <a:latin typeface="Times New Roman" panose="02020603050405020304" pitchFamily="18" charset="0"/>
                <a:cs typeface="Times New Roman" panose="02020603050405020304" pitchFamily="18" charset="0"/>
              </a:rPr>
              <a:t>k</a:t>
            </a:r>
            <a:r>
              <a:rPr kumimoji="1" lang="en-US" altLang="ja-JP" sz="1500" u="sng">
                <a:solidFill>
                  <a:srgbClr val="FF0000"/>
                </a:solidFill>
                <a:highlight>
                  <a:srgbClr val="00FF00"/>
                </a:highlight>
                <a:latin typeface="Times New Roman" panose="02020603050405020304" pitchFamily="18" charset="0"/>
                <a:cs typeface="Times New Roman" panose="02020603050405020304" pitchFamily="18" charset="0"/>
              </a:rPr>
              <a:t>hi người phụ trách bấm Gửi kết quả OK rồi thì Leader mới có thể copy được danh sách linh kiện</a:t>
            </a:r>
            <a:endParaRPr kumimoji="1" lang="ja-JP" altLang="en-US" sz="1500" u="sng">
              <a:solidFill>
                <a:srgbClr val="FF0000"/>
              </a:solidFill>
              <a:highlight>
                <a:srgbClr val="00FF00"/>
              </a:highlight>
              <a:latin typeface="Times New Roman" panose="02020603050405020304" pitchFamily="18" charset="0"/>
              <a:cs typeface="Times New Roman" panose="02020603050405020304" pitchFamily="18" charset="0"/>
            </a:endParaRPr>
          </a:p>
        </p:txBody>
      </p:sp>
      <p:pic>
        <p:nvPicPr>
          <p:cNvPr id="47" name="Picture 46">
            <a:extLst>
              <a:ext uri="{FF2B5EF4-FFF2-40B4-BE49-F238E27FC236}">
                <a16:creationId xmlns:a16="http://schemas.microsoft.com/office/drawing/2014/main" id="{E3E3A83E-2E5F-76FE-4AF2-5E12DA0EFB24}"/>
              </a:ext>
            </a:extLst>
          </p:cNvPr>
          <p:cNvPicPr>
            <a:picLocks noChangeAspect="1"/>
          </p:cNvPicPr>
          <p:nvPr/>
        </p:nvPicPr>
        <p:blipFill>
          <a:blip r:embed="rId8"/>
          <a:stretch>
            <a:fillRect/>
          </a:stretch>
        </p:blipFill>
        <p:spPr>
          <a:xfrm>
            <a:off x="5209355" y="4259169"/>
            <a:ext cx="529015" cy="944670"/>
          </a:xfrm>
          <a:prstGeom prst="rect">
            <a:avLst/>
          </a:prstGeom>
          <a:ln w="25400">
            <a:solidFill>
              <a:srgbClr val="FF0000"/>
            </a:solidFill>
          </a:ln>
        </p:spPr>
      </p:pic>
      <p:sp>
        <p:nvSpPr>
          <p:cNvPr id="48" name="Speech Bubble: Rectangle 47">
            <a:extLst>
              <a:ext uri="{FF2B5EF4-FFF2-40B4-BE49-F238E27FC236}">
                <a16:creationId xmlns:a16="http://schemas.microsoft.com/office/drawing/2014/main" id="{AF8080A9-B5C9-C8C1-3470-FB26ACAD135F}"/>
              </a:ext>
            </a:extLst>
          </p:cNvPr>
          <p:cNvSpPr/>
          <p:nvPr/>
        </p:nvSpPr>
        <p:spPr>
          <a:xfrm>
            <a:off x="7450098" y="5451535"/>
            <a:ext cx="1032430" cy="961554"/>
          </a:xfrm>
          <a:prstGeom prst="wedgeRectCallout">
            <a:avLst>
              <a:gd name="adj1" fmla="val -71660"/>
              <a:gd name="adj2" fmla="val -70057"/>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pPr>
            <a:r>
              <a:rPr kumimoji="1" lang="en-US" altLang="ja-JP" sz="1500">
                <a:solidFill>
                  <a:schemeClr val="bg1"/>
                </a:solidFill>
                <a:latin typeface="Times New Roman" panose="02020603050405020304" pitchFamily="18" charset="0"/>
                <a:cs typeface="Times New Roman" panose="02020603050405020304" pitchFamily="18" charset="0"/>
              </a:rPr>
              <a:t>Xóa kết quả thì bấm vào đây</a:t>
            </a:r>
            <a:endParaRPr kumimoji="1" lang="ja-JP" altLang="en-US" sz="1500">
              <a:solidFill>
                <a:schemeClr val="bg1"/>
              </a:solidFill>
              <a:latin typeface="Times New Roman" panose="02020603050405020304" pitchFamily="18" charset="0"/>
              <a:cs typeface="Times New Roman" panose="02020603050405020304" pitchFamily="18" charset="0"/>
            </a:endParaRPr>
          </a:p>
        </p:txBody>
      </p:sp>
      <p:cxnSp>
        <p:nvCxnSpPr>
          <p:cNvPr id="49" name="Straight Connector 48">
            <a:extLst>
              <a:ext uri="{FF2B5EF4-FFF2-40B4-BE49-F238E27FC236}">
                <a16:creationId xmlns:a16="http://schemas.microsoft.com/office/drawing/2014/main" id="{3AB0E1A4-79BE-B325-055A-CAD3D1FC38AE}"/>
              </a:ext>
            </a:extLst>
          </p:cNvPr>
          <p:cNvCxnSpPr>
            <a:cxnSpLocks/>
          </p:cNvCxnSpPr>
          <p:nvPr/>
        </p:nvCxnSpPr>
        <p:spPr>
          <a:xfrm>
            <a:off x="5764023" y="4870121"/>
            <a:ext cx="41290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802B917-0BAC-6D13-3616-D83972794C1E}"/>
              </a:ext>
            </a:extLst>
          </p:cNvPr>
          <p:cNvCxnSpPr>
            <a:cxnSpLocks/>
          </p:cNvCxnSpPr>
          <p:nvPr/>
        </p:nvCxnSpPr>
        <p:spPr>
          <a:xfrm flipV="1">
            <a:off x="7153246" y="5073750"/>
            <a:ext cx="412908" cy="12755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pic>
        <p:nvPicPr>
          <p:cNvPr id="54" name="Picture 53">
            <a:extLst>
              <a:ext uri="{FF2B5EF4-FFF2-40B4-BE49-F238E27FC236}">
                <a16:creationId xmlns:a16="http://schemas.microsoft.com/office/drawing/2014/main" id="{8C7FD76A-6472-6004-1EE4-45FC9C948CB3}"/>
              </a:ext>
            </a:extLst>
          </p:cNvPr>
          <p:cNvPicPr>
            <a:picLocks noChangeAspect="1"/>
          </p:cNvPicPr>
          <p:nvPr/>
        </p:nvPicPr>
        <p:blipFill>
          <a:blip r:embed="rId9"/>
          <a:stretch>
            <a:fillRect/>
          </a:stretch>
        </p:blipFill>
        <p:spPr>
          <a:xfrm>
            <a:off x="7566154" y="4193569"/>
            <a:ext cx="638264" cy="1190791"/>
          </a:xfrm>
          <a:prstGeom prst="rect">
            <a:avLst/>
          </a:prstGeom>
          <a:ln w="25400">
            <a:solidFill>
              <a:srgbClr val="FF0000"/>
            </a:solidFill>
          </a:ln>
        </p:spPr>
      </p:pic>
      <p:cxnSp>
        <p:nvCxnSpPr>
          <p:cNvPr id="59" name="Straight Connector 58">
            <a:extLst>
              <a:ext uri="{FF2B5EF4-FFF2-40B4-BE49-F238E27FC236}">
                <a16:creationId xmlns:a16="http://schemas.microsoft.com/office/drawing/2014/main" id="{7E655FD3-4AA0-32C4-6C8A-FD09718B6A56}"/>
              </a:ext>
            </a:extLst>
          </p:cNvPr>
          <p:cNvCxnSpPr/>
          <p:nvPr/>
        </p:nvCxnSpPr>
        <p:spPr>
          <a:xfrm>
            <a:off x="0" y="3276600"/>
            <a:ext cx="9144000" cy="0"/>
          </a:xfrm>
          <a:prstGeom prst="line">
            <a:avLst/>
          </a:prstGeom>
          <a:ln w="34925">
            <a:solidFill>
              <a:srgbClr val="FF6600"/>
            </a:solidFill>
            <a:prstDash val="dash"/>
          </a:ln>
        </p:spPr>
        <p:style>
          <a:lnRef idx="1">
            <a:schemeClr val="accent1"/>
          </a:lnRef>
          <a:fillRef idx="0">
            <a:schemeClr val="accent1"/>
          </a:fillRef>
          <a:effectRef idx="0">
            <a:schemeClr val="accent1"/>
          </a:effectRef>
          <a:fontRef idx="minor">
            <a:schemeClr val="tx1"/>
          </a:fontRef>
        </p:style>
      </p:cxnSp>
      <p:sp>
        <p:nvSpPr>
          <p:cNvPr id="60" name="Speech Bubble: Rectangle 59">
            <a:extLst>
              <a:ext uri="{FF2B5EF4-FFF2-40B4-BE49-F238E27FC236}">
                <a16:creationId xmlns:a16="http://schemas.microsoft.com/office/drawing/2014/main" id="{CBFA3AFF-895D-0B60-395C-F88F8152B01D}"/>
              </a:ext>
            </a:extLst>
          </p:cNvPr>
          <p:cNvSpPr/>
          <p:nvPr/>
        </p:nvSpPr>
        <p:spPr>
          <a:xfrm>
            <a:off x="236719" y="3459736"/>
            <a:ext cx="1489230" cy="287224"/>
          </a:xfrm>
          <a:prstGeom prst="wedgeRectCallout">
            <a:avLst>
              <a:gd name="adj1" fmla="val 17526"/>
              <a:gd name="adj2" fmla="val 48408"/>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lnSpcReduction="10000"/>
          </a:bodyPr>
          <a:lstStyle/>
          <a:p>
            <a:pPr algn="ctr">
              <a:lnSpc>
                <a:spcPct val="90000"/>
              </a:lnSpc>
            </a:pPr>
            <a:r>
              <a:rPr kumimoji="1" lang="en-US" altLang="ja-JP" sz="1500">
                <a:solidFill>
                  <a:srgbClr val="FF0000"/>
                </a:solidFill>
                <a:highlight>
                  <a:srgbClr val="00FF00"/>
                </a:highlight>
                <a:latin typeface="Times New Roman" panose="02020603050405020304" pitchFamily="18" charset="0"/>
                <a:cs typeface="Times New Roman" panose="02020603050405020304" pitchFamily="18" charset="0"/>
              </a:rPr>
              <a:t>Sheet CTTT</a:t>
            </a:r>
            <a:endParaRPr kumimoji="1" lang="ja-JP" altLang="en-US" sz="1500">
              <a:solidFill>
                <a:srgbClr val="FF0000"/>
              </a:solidFill>
              <a:highlight>
                <a:srgbClr val="00FF0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86460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8EB0F13-8FD4-A98D-61E4-4C5A42B38C12}"/>
              </a:ext>
            </a:extLst>
          </p:cNvPr>
          <p:cNvSpPr>
            <a:spLocks noGrp="1"/>
          </p:cNvSpPr>
          <p:nvPr>
            <p:ph type="sldNum" sz="quarter" idx="4"/>
          </p:nvPr>
        </p:nvSpPr>
        <p:spPr/>
        <p:txBody>
          <a:bodyPr/>
          <a:lstStyle/>
          <a:p>
            <a:fld id="{E38BFB4B-70AE-4AFC-9806-78E9768488DC}" type="slidenum">
              <a:rPr lang="fr-FR" altLang="ja-JP" sz="1600" smtClean="0">
                <a:solidFill>
                  <a:schemeClr val="tx1"/>
                </a:solidFill>
              </a:rPr>
              <a:pPr/>
              <a:t>27</a:t>
            </a:fld>
            <a:endParaRPr lang="fr-FR" altLang="ja-JP" sz="1600">
              <a:solidFill>
                <a:schemeClr val="tx1"/>
              </a:solidFill>
            </a:endParaRPr>
          </a:p>
          <a:p>
            <a:r>
              <a:rPr lang="fr-FR" altLang="ja-JP" sz="1000"/>
              <a:t>©20</a:t>
            </a:r>
            <a:r>
              <a:rPr lang="en-US" altLang="ja-JP" sz="1000"/>
              <a:t>19</a:t>
            </a:r>
            <a:r>
              <a:rPr lang="fr-FR" altLang="ja-JP" sz="1000"/>
              <a:t> KYOCERA Document Solutions Inc.</a:t>
            </a:r>
            <a:endParaRPr lang="en-US" sz="1000"/>
          </a:p>
        </p:txBody>
      </p:sp>
      <p:cxnSp>
        <p:nvCxnSpPr>
          <p:cNvPr id="11" name="Straight Connector 10">
            <a:extLst>
              <a:ext uri="{FF2B5EF4-FFF2-40B4-BE49-F238E27FC236}">
                <a16:creationId xmlns:a16="http://schemas.microsoft.com/office/drawing/2014/main" id="{0AEC1FAA-157F-FDA2-1B9D-0AF67B466CA3}"/>
              </a:ext>
            </a:extLst>
          </p:cNvPr>
          <p:cNvCxnSpPr/>
          <p:nvPr/>
        </p:nvCxnSpPr>
        <p:spPr>
          <a:xfrm>
            <a:off x="0" y="472118"/>
            <a:ext cx="914400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14" name="Title 1">
            <a:extLst>
              <a:ext uri="{FF2B5EF4-FFF2-40B4-BE49-F238E27FC236}">
                <a16:creationId xmlns:a16="http://schemas.microsoft.com/office/drawing/2014/main" id="{E099A37F-803F-1BD6-80CD-AF51918E12F0}"/>
              </a:ext>
            </a:extLst>
          </p:cNvPr>
          <p:cNvSpPr>
            <a:spLocks noGrp="1"/>
          </p:cNvSpPr>
          <p:nvPr>
            <p:ph type="title"/>
          </p:nvPr>
        </p:nvSpPr>
        <p:spPr>
          <a:xfrm>
            <a:off x="0" y="0"/>
            <a:ext cx="8229600" cy="410695"/>
          </a:xfrm>
        </p:spPr>
        <p:txBody>
          <a:bodyPr>
            <a:noAutofit/>
          </a:bodyPr>
          <a:lstStyle/>
          <a:p>
            <a:r>
              <a:rPr kumimoji="1" lang="en-US" altLang="ja-JP" sz="2400">
                <a:latin typeface="Times New Roman" panose="02020603050405020304" pitchFamily="18" charset="0"/>
                <a:cs typeface="Times New Roman" panose="02020603050405020304" pitchFamily="18" charset="0"/>
              </a:rPr>
              <a:t>7. Bổ sung về cách làm bộ lọc PLM cho Leader</a:t>
            </a:r>
            <a:endParaRPr kumimoji="1" lang="ja-JP" altLang="en-US" sz="4400">
              <a:latin typeface="Times New Roman" panose="02020603050405020304" pitchFamily="18" charset="0"/>
              <a:cs typeface="Times New Roman" panose="02020603050405020304" pitchFamily="18" charset="0"/>
            </a:endParaRPr>
          </a:p>
        </p:txBody>
      </p:sp>
      <p:sp>
        <p:nvSpPr>
          <p:cNvPr id="13" name="Speech Bubble: Rectangle 12">
            <a:extLst>
              <a:ext uri="{FF2B5EF4-FFF2-40B4-BE49-F238E27FC236}">
                <a16:creationId xmlns:a16="http://schemas.microsoft.com/office/drawing/2014/main" id="{1BAAC524-BCCA-641D-C410-D7BC0CD908A9}"/>
              </a:ext>
            </a:extLst>
          </p:cNvPr>
          <p:cNvSpPr/>
          <p:nvPr/>
        </p:nvSpPr>
        <p:spPr>
          <a:xfrm>
            <a:off x="5099938" y="360606"/>
            <a:ext cx="4030321" cy="6075509"/>
          </a:xfrm>
          <a:prstGeom prst="wedgeRectCallout">
            <a:avLst>
              <a:gd name="adj1" fmla="val -47066"/>
              <a:gd name="adj2" fmla="val -4493"/>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kumimoji="1" lang="en-US" altLang="ja-JP" sz="1600">
                <a:latin typeface="Times New Roman" panose="02020603050405020304" pitchFamily="18" charset="0"/>
                <a:cs typeface="Times New Roman" panose="02020603050405020304" pitchFamily="18" charset="0"/>
              </a:rPr>
              <a:t>Khi nhập từ khóa cho bộ lọc chúng ta quan tâm đến cột B, D và cột E.</a:t>
            </a:r>
          </a:p>
          <a:p>
            <a:pPr>
              <a:lnSpc>
                <a:spcPct val="90000"/>
              </a:lnSpc>
            </a:pPr>
            <a:r>
              <a:rPr kumimoji="1" lang="en-US" altLang="ja-JP" sz="1600">
                <a:latin typeface="Times New Roman" panose="02020603050405020304" pitchFamily="18" charset="0"/>
                <a:cs typeface="Times New Roman" panose="02020603050405020304" pitchFamily="18" charset="0"/>
              </a:rPr>
              <a:t>Cột B có ý nghĩa là level Bom của linh kiện.</a:t>
            </a:r>
          </a:p>
          <a:p>
            <a:pPr>
              <a:lnSpc>
                <a:spcPct val="90000"/>
              </a:lnSpc>
            </a:pPr>
            <a:r>
              <a:rPr kumimoji="1" lang="en-US" altLang="ja-JP" sz="1600">
                <a:latin typeface="Times New Roman" panose="02020603050405020304" pitchFamily="18" charset="0"/>
                <a:cs typeface="Times New Roman" panose="02020603050405020304" pitchFamily="18" charset="0"/>
              </a:rPr>
              <a:t>Cột D có ý nghĩa là mã linh kiện/Unit.</a:t>
            </a:r>
          </a:p>
          <a:p>
            <a:pPr>
              <a:lnSpc>
                <a:spcPct val="90000"/>
              </a:lnSpc>
            </a:pPr>
            <a:r>
              <a:rPr kumimoji="1" lang="en-US" altLang="ja-JP" sz="1600">
                <a:latin typeface="Times New Roman" panose="02020603050405020304" pitchFamily="18" charset="0"/>
                <a:cs typeface="Times New Roman" panose="02020603050405020304" pitchFamily="18" charset="0"/>
              </a:rPr>
              <a:t>Cột E có ý nghĩa là Có thể mở bom tiếp tục hay không. True: có, False: không.</a:t>
            </a:r>
          </a:p>
          <a:p>
            <a:pPr>
              <a:lnSpc>
                <a:spcPct val="90000"/>
              </a:lnSpc>
            </a:pPr>
            <a:r>
              <a:rPr kumimoji="1" lang="en-US" altLang="ja-JP" sz="1600">
                <a:latin typeface="Times New Roman" panose="02020603050405020304" pitchFamily="18" charset="0"/>
                <a:cs typeface="Times New Roman" panose="02020603050405020304" pitchFamily="18" charset="0"/>
              </a:rPr>
              <a:t>Ngoài ra: Level BOM có 6 lớp, 1 là lớp BOM lớn nhất, 6 là lớp BOM nhỏ nhất.</a:t>
            </a:r>
          </a:p>
          <a:p>
            <a:pPr>
              <a:lnSpc>
                <a:spcPct val="90000"/>
              </a:lnSpc>
            </a:pPr>
            <a:r>
              <a:rPr kumimoji="1" lang="en-US" altLang="ja-JP" sz="1600">
                <a:latin typeface="Times New Roman" panose="02020603050405020304" pitchFamily="18" charset="0"/>
                <a:cs typeface="Times New Roman" panose="02020603050405020304" pitchFamily="18" charset="0"/>
              </a:rPr>
              <a:t> Chúng ta sẽ thêm từ khóa cho bộ lọc với 4 điều kiện sau.</a:t>
            </a:r>
            <a:br>
              <a:rPr kumimoji="1" lang="en-US" altLang="ja-JP" sz="1600">
                <a:latin typeface="Times New Roman" panose="02020603050405020304" pitchFamily="18" charset="0"/>
                <a:cs typeface="Times New Roman" panose="02020603050405020304" pitchFamily="18" charset="0"/>
              </a:rPr>
            </a:br>
            <a:r>
              <a:rPr kumimoji="1" lang="en-US" altLang="ja-JP" sz="1600">
                <a:latin typeface="Times New Roman" panose="02020603050405020304" pitchFamily="18" charset="0"/>
                <a:cs typeface="Times New Roman" panose="02020603050405020304" pitchFamily="18" charset="0"/>
              </a:rPr>
              <a:t>1. Nếu từ khóa có giá trị dòng hiện tại của cột E là True và giá trị dòng hiện tại của cột B = 6 thì chương trình sẽ xóa dòng hiện tại.</a:t>
            </a:r>
            <a:br>
              <a:rPr kumimoji="1" lang="en-US" altLang="ja-JP" sz="1600">
                <a:latin typeface="Times New Roman" panose="02020603050405020304" pitchFamily="18" charset="0"/>
                <a:cs typeface="Times New Roman" panose="02020603050405020304" pitchFamily="18" charset="0"/>
              </a:rPr>
            </a:br>
            <a:r>
              <a:rPr kumimoji="1" lang="en-US" altLang="ja-JP" sz="1600">
                <a:latin typeface="Times New Roman" panose="02020603050405020304" pitchFamily="18" charset="0"/>
                <a:cs typeface="Times New Roman" panose="02020603050405020304" pitchFamily="18" charset="0"/>
              </a:rPr>
              <a:t>2. Nếu từ khóa có giá trị dòng hiện tại của cột E là True và giá trị dòng hiện tại của cột B&lt; giá trị dòng hiện tại + 1 của cột B, chương trình sẽ xóa dữ liệu bắt đầu từ (dòng hiện tại +1) đến (dòng dữ liệu cần tìm -1). Dòng cần tìm là dòng có giá trị dòng của cột B&lt;= giá trị dòng hiện tại của cột B.</a:t>
            </a:r>
          </a:p>
          <a:p>
            <a:pPr>
              <a:lnSpc>
                <a:spcPct val="90000"/>
              </a:lnSpc>
            </a:pPr>
            <a:r>
              <a:rPr kumimoji="1" lang="en-US" altLang="ja-JP" sz="1600">
                <a:latin typeface="Times New Roman" panose="02020603050405020304" pitchFamily="18" charset="0"/>
                <a:cs typeface="Times New Roman" panose="02020603050405020304" pitchFamily="18" charset="0"/>
              </a:rPr>
              <a:t>3. Nếu từ khóa có giá trị dòng hiện tại của cột E  là False thì chương trình sẽ xóa chính dòng đó. </a:t>
            </a:r>
          </a:p>
          <a:p>
            <a:pPr>
              <a:lnSpc>
                <a:spcPct val="90000"/>
              </a:lnSpc>
            </a:pPr>
            <a:r>
              <a:rPr kumimoji="1" lang="en-US" altLang="ja-JP" sz="1600">
                <a:latin typeface="Times New Roman" panose="02020603050405020304" pitchFamily="18" charset="0"/>
                <a:cs typeface="Times New Roman" panose="02020603050405020304" pitchFamily="18" charset="0"/>
              </a:rPr>
              <a:t>4. Nếu từ khóa có giá trị cột E = True và giá trị dòng  hiện tại của cột B&gt;= giá trị dòng hiện tại + 1 của cột B và giá trị dòng hiện tại của cột B &lt;6 thì chương trình sẽ không xử lý gì cả.</a:t>
            </a:r>
            <a:endParaRPr kumimoji="1" lang="ja-JP" altLang="en-US" sz="1600">
              <a:latin typeface="Times New Roman" panose="02020603050405020304" pitchFamily="18" charset="0"/>
              <a:cs typeface="Times New Roman" panose="02020603050405020304" pitchFamily="18" charset="0"/>
            </a:endParaRPr>
          </a:p>
        </p:txBody>
      </p:sp>
      <p:grpSp>
        <p:nvGrpSpPr>
          <p:cNvPr id="22" name="Group 21">
            <a:extLst>
              <a:ext uri="{FF2B5EF4-FFF2-40B4-BE49-F238E27FC236}">
                <a16:creationId xmlns:a16="http://schemas.microsoft.com/office/drawing/2014/main" id="{654B3419-F5E1-74F7-3CE9-E16D164FAD24}"/>
              </a:ext>
            </a:extLst>
          </p:cNvPr>
          <p:cNvGrpSpPr/>
          <p:nvPr/>
        </p:nvGrpSpPr>
        <p:grpSpPr>
          <a:xfrm>
            <a:off x="0" y="501251"/>
            <a:ext cx="5077534" cy="2124372"/>
            <a:chOff x="0" y="504999"/>
            <a:chExt cx="5077534" cy="2124372"/>
          </a:xfrm>
        </p:grpSpPr>
        <p:pic>
          <p:nvPicPr>
            <p:cNvPr id="10" name="Picture 9">
              <a:extLst>
                <a:ext uri="{FF2B5EF4-FFF2-40B4-BE49-F238E27FC236}">
                  <a16:creationId xmlns:a16="http://schemas.microsoft.com/office/drawing/2014/main" id="{F94126F9-D2E9-0763-5502-F122EBD1A754}"/>
                </a:ext>
              </a:extLst>
            </p:cNvPr>
            <p:cNvPicPr>
              <a:picLocks noChangeAspect="1"/>
            </p:cNvPicPr>
            <p:nvPr/>
          </p:nvPicPr>
          <p:blipFill>
            <a:blip r:embed="rId2"/>
            <a:stretch>
              <a:fillRect/>
            </a:stretch>
          </p:blipFill>
          <p:spPr>
            <a:xfrm>
              <a:off x="0" y="1829159"/>
              <a:ext cx="5077534" cy="800212"/>
            </a:xfrm>
            <a:prstGeom prst="rect">
              <a:avLst/>
            </a:prstGeom>
          </p:spPr>
        </p:pic>
        <p:pic>
          <p:nvPicPr>
            <p:cNvPr id="21" name="Picture 20">
              <a:extLst>
                <a:ext uri="{FF2B5EF4-FFF2-40B4-BE49-F238E27FC236}">
                  <a16:creationId xmlns:a16="http://schemas.microsoft.com/office/drawing/2014/main" id="{9BBCB244-8544-C8DF-A81F-A9A593AC25CD}"/>
                </a:ext>
              </a:extLst>
            </p:cNvPr>
            <p:cNvPicPr>
              <a:picLocks noChangeAspect="1"/>
            </p:cNvPicPr>
            <p:nvPr/>
          </p:nvPicPr>
          <p:blipFill>
            <a:blip r:embed="rId3"/>
            <a:stretch>
              <a:fillRect/>
            </a:stretch>
          </p:blipFill>
          <p:spPr>
            <a:xfrm>
              <a:off x="0" y="504999"/>
              <a:ext cx="1095528" cy="1324160"/>
            </a:xfrm>
            <a:prstGeom prst="rect">
              <a:avLst/>
            </a:prstGeom>
          </p:spPr>
        </p:pic>
      </p:grpSp>
      <p:sp>
        <p:nvSpPr>
          <p:cNvPr id="24" name="Speech Bubble: Rectangle 23">
            <a:extLst>
              <a:ext uri="{FF2B5EF4-FFF2-40B4-BE49-F238E27FC236}">
                <a16:creationId xmlns:a16="http://schemas.microsoft.com/office/drawing/2014/main" id="{5AAA0EA1-76E8-B251-0EAD-2C0F164A5919}"/>
              </a:ext>
            </a:extLst>
          </p:cNvPr>
          <p:cNvSpPr/>
          <p:nvPr/>
        </p:nvSpPr>
        <p:spPr>
          <a:xfrm>
            <a:off x="1120512" y="517073"/>
            <a:ext cx="2669419" cy="1308338"/>
          </a:xfrm>
          <a:prstGeom prst="wedgeRectCallout">
            <a:avLst>
              <a:gd name="adj1" fmla="val -47066"/>
              <a:gd name="adj2" fmla="val -4493"/>
            </a:avLst>
          </a:prstGeom>
          <a:ln>
            <a:solidFill>
              <a:srgbClr val="66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lnSpc>
                <a:spcPct val="90000"/>
              </a:lnSpc>
            </a:pPr>
            <a:r>
              <a:rPr kumimoji="1" lang="en-US" altLang="ja-JP" sz="1600">
                <a:latin typeface="Times New Roman" panose="02020603050405020304" pitchFamily="18" charset="0"/>
                <a:cs typeface="Times New Roman" panose="02020603050405020304" pitchFamily="18" charset="0"/>
              </a:rPr>
              <a:t>File PLM FULL download từ TC14 về.</a:t>
            </a:r>
            <a:endParaRPr kumimoji="1" lang="ja-JP" altLang="en-US" sz="1600" u="sng">
              <a:solidFill>
                <a:srgbClr val="FF0000"/>
              </a:solidFill>
              <a:latin typeface="Times New Roman" panose="02020603050405020304" pitchFamily="18" charset="0"/>
              <a:cs typeface="Times New Roman" panose="02020603050405020304" pitchFamily="18" charset="0"/>
            </a:endParaRPr>
          </a:p>
        </p:txBody>
      </p:sp>
      <p:pic>
        <p:nvPicPr>
          <p:cNvPr id="38" name="Picture 37">
            <a:extLst>
              <a:ext uri="{FF2B5EF4-FFF2-40B4-BE49-F238E27FC236}">
                <a16:creationId xmlns:a16="http://schemas.microsoft.com/office/drawing/2014/main" id="{49F6F2A2-8B1A-FBE1-F0DA-6255D3921F49}"/>
              </a:ext>
            </a:extLst>
          </p:cNvPr>
          <p:cNvPicPr>
            <a:picLocks noChangeAspect="1"/>
          </p:cNvPicPr>
          <p:nvPr/>
        </p:nvPicPr>
        <p:blipFill>
          <a:blip r:embed="rId4"/>
          <a:stretch>
            <a:fillRect/>
          </a:stretch>
        </p:blipFill>
        <p:spPr>
          <a:xfrm>
            <a:off x="83157" y="2644762"/>
            <a:ext cx="4991797" cy="809738"/>
          </a:xfrm>
          <a:prstGeom prst="rect">
            <a:avLst/>
          </a:prstGeom>
        </p:spPr>
      </p:pic>
      <p:sp>
        <p:nvSpPr>
          <p:cNvPr id="2" name="Rectangle: Rounded Corners 1">
            <a:extLst>
              <a:ext uri="{FF2B5EF4-FFF2-40B4-BE49-F238E27FC236}">
                <a16:creationId xmlns:a16="http://schemas.microsoft.com/office/drawing/2014/main" id="{00D2F13C-522B-4C3B-CFD5-A547E7E9AFB7}"/>
              </a:ext>
            </a:extLst>
          </p:cNvPr>
          <p:cNvSpPr/>
          <p:nvPr/>
        </p:nvSpPr>
        <p:spPr>
          <a:xfrm>
            <a:off x="2989610" y="1854119"/>
            <a:ext cx="1033471" cy="1600381"/>
          </a:xfrm>
          <a:prstGeom prst="roundRect">
            <a:avLst/>
          </a:prstGeom>
          <a:solidFill>
            <a:schemeClr val="bg1">
              <a:alpha val="0"/>
            </a:schemeClr>
          </a:solid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TextBox 2">
            <a:extLst>
              <a:ext uri="{FF2B5EF4-FFF2-40B4-BE49-F238E27FC236}">
                <a16:creationId xmlns:a16="http://schemas.microsoft.com/office/drawing/2014/main" id="{E5D96537-41D7-4BE9-DFDD-FA8AB82C6B43}"/>
              </a:ext>
            </a:extLst>
          </p:cNvPr>
          <p:cNvSpPr txBox="1"/>
          <p:nvPr/>
        </p:nvSpPr>
        <p:spPr>
          <a:xfrm>
            <a:off x="151334" y="3609583"/>
            <a:ext cx="1752600" cy="369332"/>
          </a:xfrm>
          <a:prstGeom prst="rect">
            <a:avLst/>
          </a:prstGeom>
          <a:noFill/>
          <a:ln>
            <a:solidFill>
              <a:schemeClr val="tx1">
                <a:lumMod val="50000"/>
                <a:lumOff val="50000"/>
              </a:schemeClr>
            </a:solidFill>
          </a:ln>
        </p:spPr>
        <p:txBody>
          <a:bodyPr wrap="square" rtlCol="0">
            <a:spAutoFit/>
          </a:bodyPr>
          <a:lstStyle/>
          <a:p>
            <a:r>
              <a:rPr kumimoji="1" lang="vi-VN" altLang="ja-JP" sz="1800">
                <a:latin typeface="Times New Roman" panose="02020603050405020304" pitchFamily="18" charset="0"/>
                <a:cs typeface="Times New Roman" panose="02020603050405020304" pitchFamily="18" charset="0"/>
              </a:rPr>
              <a:t>B</a:t>
            </a:r>
            <a:r>
              <a:rPr kumimoji="1" lang="en-US" altLang="ja-JP" sz="1800">
                <a:latin typeface="Times New Roman" panose="02020603050405020304" pitchFamily="18" charset="0"/>
                <a:cs typeface="Times New Roman" panose="02020603050405020304" pitchFamily="18" charset="0"/>
              </a:rPr>
              <a:t>:</a:t>
            </a:r>
            <a:r>
              <a:rPr kumimoji="1" lang="vi-VN" altLang="ja-JP" sz="1800">
                <a:latin typeface="Times New Roman" panose="02020603050405020304" pitchFamily="18" charset="0"/>
                <a:cs typeface="Times New Roman" panose="02020603050405020304" pitchFamily="18" charset="0"/>
              </a:rPr>
              <a:t> (Level</a:t>
            </a:r>
            <a:r>
              <a:rPr kumimoji="1" lang="en-US" altLang="ja-JP" sz="1800">
                <a:latin typeface="Times New Roman" panose="02020603050405020304" pitchFamily="18" charset="0"/>
                <a:cs typeface="Times New Roman" panose="02020603050405020304" pitchFamily="18" charset="0"/>
              </a:rPr>
              <a:t> </a:t>
            </a:r>
            <a:r>
              <a:rPr kumimoji="1" lang="vi-VN" altLang="ja-JP" sz="1800">
                <a:latin typeface="Times New Roman" panose="02020603050405020304" pitchFamily="18" charset="0"/>
                <a:cs typeface="Times New Roman" panose="02020603050405020304" pitchFamily="18" charset="0"/>
              </a:rPr>
              <a:t>BOM)</a:t>
            </a:r>
            <a:endParaRPr kumimoji="1" lang="ja-JP" altLang="en-US"/>
          </a:p>
        </p:txBody>
      </p:sp>
      <p:sp>
        <p:nvSpPr>
          <p:cNvPr id="5" name="TextBox 4">
            <a:extLst>
              <a:ext uri="{FF2B5EF4-FFF2-40B4-BE49-F238E27FC236}">
                <a16:creationId xmlns:a16="http://schemas.microsoft.com/office/drawing/2014/main" id="{589D1372-8ACD-08FD-1A3B-34AFAAB8F8AE}"/>
              </a:ext>
            </a:extLst>
          </p:cNvPr>
          <p:cNvSpPr txBox="1"/>
          <p:nvPr/>
        </p:nvSpPr>
        <p:spPr>
          <a:xfrm>
            <a:off x="2059103" y="3609583"/>
            <a:ext cx="1293697" cy="646331"/>
          </a:xfrm>
          <a:prstGeom prst="rect">
            <a:avLst/>
          </a:prstGeom>
          <a:noFill/>
          <a:ln>
            <a:solidFill>
              <a:schemeClr val="tx1">
                <a:lumMod val="50000"/>
                <a:lumOff val="50000"/>
              </a:schemeClr>
            </a:solidFill>
          </a:ln>
        </p:spPr>
        <p:txBody>
          <a:bodyPr wrap="square" rtlCol="0">
            <a:spAutoFit/>
          </a:bodyPr>
          <a:lstStyle/>
          <a:p>
            <a:r>
              <a:rPr kumimoji="1" lang="en-US" altLang="ja-JP">
                <a:latin typeface="Times New Roman" panose="02020603050405020304" pitchFamily="18" charset="0"/>
                <a:cs typeface="Times New Roman" panose="02020603050405020304" pitchFamily="18" charset="0"/>
              </a:rPr>
              <a:t>D (Mã linh kiện/Unit)</a:t>
            </a:r>
            <a:endParaRPr kumimoji="1" lang="ja-JP" altLang="en-US">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105319C-5CB6-93F2-0102-1ACF64AC2237}"/>
              </a:ext>
            </a:extLst>
          </p:cNvPr>
          <p:cNvSpPr txBox="1"/>
          <p:nvPr/>
        </p:nvSpPr>
        <p:spPr>
          <a:xfrm>
            <a:off x="3447847" y="3609583"/>
            <a:ext cx="1599845" cy="1200329"/>
          </a:xfrm>
          <a:prstGeom prst="rect">
            <a:avLst/>
          </a:prstGeom>
          <a:noFill/>
          <a:ln>
            <a:solidFill>
              <a:schemeClr val="tx1">
                <a:lumMod val="50000"/>
                <a:lumOff val="50000"/>
              </a:schemeClr>
            </a:solidFill>
          </a:ln>
        </p:spPr>
        <p:txBody>
          <a:bodyPr wrap="square" rtlCol="0">
            <a:spAutoFit/>
          </a:bodyPr>
          <a:lstStyle/>
          <a:p>
            <a:r>
              <a:rPr kumimoji="1" lang="vi-VN" altLang="ja-JP" sz="1800">
                <a:latin typeface="Times New Roman" panose="02020603050405020304" pitchFamily="18" charset="0"/>
                <a:cs typeface="Times New Roman" panose="02020603050405020304" pitchFamily="18" charset="0"/>
              </a:rPr>
              <a:t>E (Có thể mở BOM tiếp tục hay không - True/False).</a:t>
            </a:r>
            <a:endParaRPr kumimoji="1" lang="ja-JP" altLang="en-US"/>
          </a:p>
        </p:txBody>
      </p:sp>
      <p:cxnSp>
        <p:nvCxnSpPr>
          <p:cNvPr id="7" name="Straight Arrow Connector 6">
            <a:extLst>
              <a:ext uri="{FF2B5EF4-FFF2-40B4-BE49-F238E27FC236}">
                <a16:creationId xmlns:a16="http://schemas.microsoft.com/office/drawing/2014/main" id="{93180C1F-B7EC-981A-5F46-58F5AB8C69E0}"/>
              </a:ext>
            </a:extLst>
          </p:cNvPr>
          <p:cNvCxnSpPr>
            <a:cxnSpLocks/>
            <a:stCxn id="3" idx="0"/>
          </p:cNvCxnSpPr>
          <p:nvPr/>
        </p:nvCxnSpPr>
        <p:spPr>
          <a:xfrm flipV="1">
            <a:off x="1027634" y="3429000"/>
            <a:ext cx="82643" cy="1805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C5AA2594-9BE1-90E4-2844-C5E3E59B49B9}"/>
              </a:ext>
            </a:extLst>
          </p:cNvPr>
          <p:cNvCxnSpPr>
            <a:cxnSpLocks/>
            <a:stCxn id="5" idx="0"/>
          </p:cNvCxnSpPr>
          <p:nvPr/>
        </p:nvCxnSpPr>
        <p:spPr>
          <a:xfrm flipV="1">
            <a:off x="2705952" y="3307069"/>
            <a:ext cx="283658" cy="3025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E2BB94C6-71E4-9132-BAEC-C9EC7F40A1AC}"/>
              </a:ext>
            </a:extLst>
          </p:cNvPr>
          <p:cNvCxnSpPr>
            <a:cxnSpLocks/>
          </p:cNvCxnSpPr>
          <p:nvPr/>
        </p:nvCxnSpPr>
        <p:spPr>
          <a:xfrm flipV="1">
            <a:off x="4212465" y="3419431"/>
            <a:ext cx="348334" cy="1901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Rectangle: Rounded Corners 28">
            <a:extLst>
              <a:ext uri="{FF2B5EF4-FFF2-40B4-BE49-F238E27FC236}">
                <a16:creationId xmlns:a16="http://schemas.microsoft.com/office/drawing/2014/main" id="{AD546685-E92B-38A0-115B-C96840AE2762}"/>
              </a:ext>
            </a:extLst>
          </p:cNvPr>
          <p:cNvSpPr/>
          <p:nvPr/>
        </p:nvSpPr>
        <p:spPr>
          <a:xfrm>
            <a:off x="457200" y="1828800"/>
            <a:ext cx="1284645" cy="1619520"/>
          </a:xfrm>
          <a:prstGeom prst="roundRect">
            <a:avLst/>
          </a:prstGeom>
          <a:solidFill>
            <a:schemeClr val="bg1">
              <a:alpha val="0"/>
            </a:schemeClr>
          </a:solid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Rectangle: Rounded Corners 29">
            <a:extLst>
              <a:ext uri="{FF2B5EF4-FFF2-40B4-BE49-F238E27FC236}">
                <a16:creationId xmlns:a16="http://schemas.microsoft.com/office/drawing/2014/main" id="{78D457BB-D345-7CC5-21E0-0B8C29A589AB}"/>
              </a:ext>
            </a:extLst>
          </p:cNvPr>
          <p:cNvSpPr/>
          <p:nvPr/>
        </p:nvSpPr>
        <p:spPr>
          <a:xfrm>
            <a:off x="4044063" y="1844550"/>
            <a:ext cx="1033471" cy="1619520"/>
          </a:xfrm>
          <a:prstGeom prst="roundRect">
            <a:avLst/>
          </a:prstGeom>
          <a:solidFill>
            <a:schemeClr val="bg1">
              <a:alpha val="0"/>
            </a:schemeClr>
          </a:solid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1662388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86799-B837-C56A-619D-600B67349E8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42E5D57-1DD9-2379-663B-88AD506A228A}"/>
              </a:ext>
            </a:extLst>
          </p:cNvPr>
          <p:cNvSpPr>
            <a:spLocks noGrp="1"/>
          </p:cNvSpPr>
          <p:nvPr>
            <p:ph type="sldNum" sz="quarter" idx="4"/>
          </p:nvPr>
        </p:nvSpPr>
        <p:spPr/>
        <p:txBody>
          <a:bodyPr/>
          <a:lstStyle/>
          <a:p>
            <a:fld id="{E38BFB4B-70AE-4AFC-9806-78E9768488DC}" type="slidenum">
              <a:rPr lang="fr-FR" altLang="ja-JP" sz="1600" smtClean="0">
                <a:solidFill>
                  <a:schemeClr val="tx1"/>
                </a:solidFill>
              </a:rPr>
              <a:pPr/>
              <a:t>28</a:t>
            </a:fld>
            <a:endParaRPr lang="fr-FR" altLang="ja-JP" sz="1600">
              <a:solidFill>
                <a:schemeClr val="tx1"/>
              </a:solidFill>
            </a:endParaRPr>
          </a:p>
          <a:p>
            <a:r>
              <a:rPr lang="fr-FR" altLang="ja-JP" sz="1000"/>
              <a:t>©20</a:t>
            </a:r>
            <a:r>
              <a:rPr lang="en-US" altLang="ja-JP" sz="1000"/>
              <a:t>19</a:t>
            </a:r>
            <a:r>
              <a:rPr lang="fr-FR" altLang="ja-JP" sz="1000"/>
              <a:t> KYOCERA Document Solutions Inc.</a:t>
            </a:r>
            <a:endParaRPr lang="en-US" sz="1000"/>
          </a:p>
        </p:txBody>
      </p:sp>
      <p:cxnSp>
        <p:nvCxnSpPr>
          <p:cNvPr id="11" name="Straight Connector 10">
            <a:extLst>
              <a:ext uri="{FF2B5EF4-FFF2-40B4-BE49-F238E27FC236}">
                <a16:creationId xmlns:a16="http://schemas.microsoft.com/office/drawing/2014/main" id="{8E35B3D3-5BF8-D1B1-5DFB-9F31F2892742}"/>
              </a:ext>
            </a:extLst>
          </p:cNvPr>
          <p:cNvCxnSpPr/>
          <p:nvPr/>
        </p:nvCxnSpPr>
        <p:spPr>
          <a:xfrm>
            <a:off x="0" y="472118"/>
            <a:ext cx="914400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14" name="Title 1">
            <a:extLst>
              <a:ext uri="{FF2B5EF4-FFF2-40B4-BE49-F238E27FC236}">
                <a16:creationId xmlns:a16="http://schemas.microsoft.com/office/drawing/2014/main" id="{DF5E9C29-40E0-A465-E129-130CF7DE9F13}"/>
              </a:ext>
            </a:extLst>
          </p:cNvPr>
          <p:cNvSpPr>
            <a:spLocks noGrp="1"/>
          </p:cNvSpPr>
          <p:nvPr>
            <p:ph type="title"/>
          </p:nvPr>
        </p:nvSpPr>
        <p:spPr>
          <a:xfrm>
            <a:off x="0" y="0"/>
            <a:ext cx="9144000" cy="410695"/>
          </a:xfrm>
        </p:spPr>
        <p:txBody>
          <a:bodyPr>
            <a:noAutofit/>
          </a:bodyPr>
          <a:lstStyle/>
          <a:p>
            <a:r>
              <a:rPr kumimoji="1" lang="en-US" altLang="ja-JP" sz="1800">
                <a:solidFill>
                  <a:srgbClr val="FF0000"/>
                </a:solidFill>
                <a:latin typeface="Times New Roman" panose="02020603050405020304" pitchFamily="18" charset="0"/>
                <a:cs typeface="Times New Roman" panose="02020603050405020304" pitchFamily="18" charset="0"/>
              </a:rPr>
              <a:t>8. Bổ sung chức năng Gọi List Jig cần thông tin 3 ký tự cố định trong file so sánh BOM</a:t>
            </a:r>
            <a:endParaRPr kumimoji="1" lang="ja-JP" altLang="en-US" sz="1800">
              <a:solidFill>
                <a:srgbClr val="FF0000"/>
              </a:solidFill>
              <a:latin typeface="Times New Roman" panose="02020603050405020304" pitchFamily="18" charset="0"/>
              <a:cs typeface="Times New Roman" panose="02020603050405020304" pitchFamily="18" charset="0"/>
            </a:endParaRPr>
          </a:p>
        </p:txBody>
      </p:sp>
      <p:pic>
        <p:nvPicPr>
          <p:cNvPr id="72" name="Picture 71">
            <a:extLst>
              <a:ext uri="{FF2B5EF4-FFF2-40B4-BE49-F238E27FC236}">
                <a16:creationId xmlns:a16="http://schemas.microsoft.com/office/drawing/2014/main" id="{D671AC39-05F9-4322-23B7-3DEA9E667627}"/>
              </a:ext>
            </a:extLst>
          </p:cNvPr>
          <p:cNvPicPr>
            <a:picLocks noChangeAspect="1"/>
          </p:cNvPicPr>
          <p:nvPr/>
        </p:nvPicPr>
        <p:blipFill>
          <a:blip r:embed="rId3"/>
          <a:stretch>
            <a:fillRect/>
          </a:stretch>
        </p:blipFill>
        <p:spPr>
          <a:xfrm>
            <a:off x="0" y="533542"/>
            <a:ext cx="3791594" cy="1868378"/>
          </a:xfrm>
          <a:prstGeom prst="rect">
            <a:avLst/>
          </a:prstGeom>
        </p:spPr>
      </p:pic>
      <p:sp>
        <p:nvSpPr>
          <p:cNvPr id="74" name="TextBox 73">
            <a:extLst>
              <a:ext uri="{FF2B5EF4-FFF2-40B4-BE49-F238E27FC236}">
                <a16:creationId xmlns:a16="http://schemas.microsoft.com/office/drawing/2014/main" id="{393028D2-6139-0E95-3BC5-82198041CC83}"/>
              </a:ext>
            </a:extLst>
          </p:cNvPr>
          <p:cNvSpPr txBox="1"/>
          <p:nvPr/>
        </p:nvSpPr>
        <p:spPr>
          <a:xfrm>
            <a:off x="1035028" y="2070657"/>
            <a:ext cx="2026527" cy="923330"/>
          </a:xfrm>
          <a:prstGeom prst="rect">
            <a:avLst/>
          </a:prstGeom>
          <a:noFill/>
        </p:spPr>
        <p:txBody>
          <a:bodyPr wrap="square" rtlCol="0">
            <a:spAutoFit/>
          </a:bodyPr>
          <a:lstStyle/>
          <a:p>
            <a:r>
              <a:rPr kumimoji="1" lang="en-US" altLang="ja-JP">
                <a:highlight>
                  <a:srgbClr val="FFFF00"/>
                </a:highlight>
                <a:latin typeface="Times New Roman" panose="02020603050405020304" pitchFamily="18" charset="0"/>
                <a:cs typeface="Times New Roman" panose="02020603050405020304" pitchFamily="18" charset="0"/>
              </a:rPr>
              <a:t>Khi tạo Bom thì dữ liệu trong Sheet </a:t>
            </a:r>
            <a:r>
              <a:rPr kumimoji="1" lang="en-US" altLang="ja-JP" b="1">
                <a:solidFill>
                  <a:srgbClr val="FF0000"/>
                </a:solidFill>
                <a:highlight>
                  <a:srgbClr val="FFFF00"/>
                </a:highlight>
                <a:latin typeface="Times New Roman" panose="02020603050405020304" pitchFamily="18" charset="0"/>
                <a:cs typeface="Times New Roman" panose="02020603050405020304" pitchFamily="18" charset="0"/>
              </a:rPr>
              <a:t>List JIG </a:t>
            </a:r>
            <a:r>
              <a:rPr kumimoji="1" lang="en-US" altLang="ja-JP">
                <a:highlight>
                  <a:srgbClr val="FFFF00"/>
                </a:highlight>
                <a:latin typeface="Times New Roman" panose="02020603050405020304" pitchFamily="18" charset="0"/>
                <a:cs typeface="Times New Roman" panose="02020603050405020304" pitchFamily="18" charset="0"/>
              </a:rPr>
              <a:t>sẽ trống</a:t>
            </a:r>
            <a:endParaRPr kumimoji="1" lang="ja-JP" altLang="en-US">
              <a:highlight>
                <a:srgbClr val="FFFF00"/>
              </a:highlight>
              <a:latin typeface="Times New Roman" panose="02020603050405020304" pitchFamily="18" charset="0"/>
              <a:cs typeface="Times New Roman" panose="02020603050405020304" pitchFamily="18" charset="0"/>
            </a:endParaRPr>
          </a:p>
        </p:txBody>
      </p:sp>
      <p:cxnSp>
        <p:nvCxnSpPr>
          <p:cNvPr id="75" name="Straight Arrow Connector 74">
            <a:extLst>
              <a:ext uri="{FF2B5EF4-FFF2-40B4-BE49-F238E27FC236}">
                <a16:creationId xmlns:a16="http://schemas.microsoft.com/office/drawing/2014/main" id="{49CE87A5-8AB7-23E8-9B1F-DC55E382ED8E}"/>
              </a:ext>
            </a:extLst>
          </p:cNvPr>
          <p:cNvCxnSpPr>
            <a:cxnSpLocks/>
          </p:cNvCxnSpPr>
          <p:nvPr/>
        </p:nvCxnSpPr>
        <p:spPr>
          <a:xfrm flipV="1">
            <a:off x="2854545" y="1008655"/>
            <a:ext cx="660721" cy="1764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6" name="Rectangle: Rounded Corners 75">
            <a:extLst>
              <a:ext uri="{FF2B5EF4-FFF2-40B4-BE49-F238E27FC236}">
                <a16:creationId xmlns:a16="http://schemas.microsoft.com/office/drawing/2014/main" id="{9872D5FE-73A2-8C2D-AB7F-8ACA6396DDDE}"/>
              </a:ext>
            </a:extLst>
          </p:cNvPr>
          <p:cNvSpPr/>
          <p:nvPr/>
        </p:nvSpPr>
        <p:spPr>
          <a:xfrm>
            <a:off x="27112" y="779167"/>
            <a:ext cx="2150593" cy="1304209"/>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7" name="Picture 76">
            <a:extLst>
              <a:ext uri="{FF2B5EF4-FFF2-40B4-BE49-F238E27FC236}">
                <a16:creationId xmlns:a16="http://schemas.microsoft.com/office/drawing/2014/main" id="{FC692473-C09A-080E-F6E2-D681494747C6}"/>
              </a:ext>
            </a:extLst>
          </p:cNvPr>
          <p:cNvPicPr>
            <a:picLocks noChangeAspect="1"/>
          </p:cNvPicPr>
          <p:nvPr/>
        </p:nvPicPr>
        <p:blipFill>
          <a:blip r:embed="rId4"/>
          <a:stretch>
            <a:fillRect/>
          </a:stretch>
        </p:blipFill>
        <p:spPr>
          <a:xfrm>
            <a:off x="235035" y="2476071"/>
            <a:ext cx="704948" cy="342948"/>
          </a:xfrm>
          <a:prstGeom prst="rect">
            <a:avLst/>
          </a:prstGeom>
        </p:spPr>
      </p:pic>
      <p:cxnSp>
        <p:nvCxnSpPr>
          <p:cNvPr id="78" name="Straight Arrow Connector 77">
            <a:extLst>
              <a:ext uri="{FF2B5EF4-FFF2-40B4-BE49-F238E27FC236}">
                <a16:creationId xmlns:a16="http://schemas.microsoft.com/office/drawing/2014/main" id="{25B5AB1D-2E6D-8475-1985-90EBCD942BA3}"/>
              </a:ext>
            </a:extLst>
          </p:cNvPr>
          <p:cNvCxnSpPr>
            <a:cxnSpLocks/>
          </p:cNvCxnSpPr>
          <p:nvPr/>
        </p:nvCxnSpPr>
        <p:spPr>
          <a:xfrm flipH="1">
            <a:off x="587509" y="2423989"/>
            <a:ext cx="197216" cy="1975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9" name="Rectangle: Rounded Corners 78">
            <a:extLst>
              <a:ext uri="{FF2B5EF4-FFF2-40B4-BE49-F238E27FC236}">
                <a16:creationId xmlns:a16="http://schemas.microsoft.com/office/drawing/2014/main" id="{928222E9-8EDF-531C-494E-6A2E8C66A527}"/>
              </a:ext>
            </a:extLst>
          </p:cNvPr>
          <p:cNvSpPr/>
          <p:nvPr/>
        </p:nvSpPr>
        <p:spPr>
          <a:xfrm>
            <a:off x="660076" y="2246410"/>
            <a:ext cx="322826" cy="192586"/>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0" name="Speech Bubble: Rectangle 79">
            <a:extLst>
              <a:ext uri="{FF2B5EF4-FFF2-40B4-BE49-F238E27FC236}">
                <a16:creationId xmlns:a16="http://schemas.microsoft.com/office/drawing/2014/main" id="{F8F70F3E-433A-DB53-2B25-F7EA57C8CB27}"/>
              </a:ext>
            </a:extLst>
          </p:cNvPr>
          <p:cNvSpPr/>
          <p:nvPr/>
        </p:nvSpPr>
        <p:spPr>
          <a:xfrm>
            <a:off x="3810239" y="545210"/>
            <a:ext cx="3978695" cy="2236517"/>
          </a:xfrm>
          <a:prstGeom prst="wedgeRectCallout">
            <a:avLst>
              <a:gd name="adj1" fmla="val -59081"/>
              <a:gd name="adj2" fmla="val -369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81" name="Picture 80">
            <a:extLst>
              <a:ext uri="{FF2B5EF4-FFF2-40B4-BE49-F238E27FC236}">
                <a16:creationId xmlns:a16="http://schemas.microsoft.com/office/drawing/2014/main" id="{FF7D3220-C3BC-FB45-4332-E6844C547DF1}"/>
              </a:ext>
            </a:extLst>
          </p:cNvPr>
          <p:cNvPicPr>
            <a:picLocks noChangeAspect="1"/>
          </p:cNvPicPr>
          <p:nvPr/>
        </p:nvPicPr>
        <p:blipFill>
          <a:blip r:embed="rId5"/>
          <a:stretch>
            <a:fillRect/>
          </a:stretch>
        </p:blipFill>
        <p:spPr>
          <a:xfrm>
            <a:off x="3889275" y="598938"/>
            <a:ext cx="3791595" cy="2129062"/>
          </a:xfrm>
          <a:prstGeom prst="rect">
            <a:avLst/>
          </a:prstGeom>
        </p:spPr>
      </p:pic>
      <p:sp>
        <p:nvSpPr>
          <p:cNvPr id="82" name="TextBox 81">
            <a:extLst>
              <a:ext uri="{FF2B5EF4-FFF2-40B4-BE49-F238E27FC236}">
                <a16:creationId xmlns:a16="http://schemas.microsoft.com/office/drawing/2014/main" id="{64976BB0-A49C-F779-E82D-5E19D8D6EE49}"/>
              </a:ext>
            </a:extLst>
          </p:cNvPr>
          <p:cNvSpPr txBox="1"/>
          <p:nvPr/>
        </p:nvSpPr>
        <p:spPr>
          <a:xfrm>
            <a:off x="5615503" y="1663468"/>
            <a:ext cx="1466833" cy="923330"/>
          </a:xfrm>
          <a:prstGeom prst="rect">
            <a:avLst/>
          </a:prstGeom>
          <a:noFill/>
        </p:spPr>
        <p:txBody>
          <a:bodyPr wrap="square" rtlCol="0">
            <a:spAutoFit/>
          </a:bodyPr>
          <a:lstStyle/>
          <a:p>
            <a:r>
              <a:rPr kumimoji="1" lang="en-US" altLang="ja-JP">
                <a:highlight>
                  <a:srgbClr val="FFFF00"/>
                </a:highlight>
                <a:latin typeface="Times New Roman" panose="02020603050405020304" pitchFamily="18" charset="0"/>
                <a:cs typeface="Times New Roman" panose="02020603050405020304" pitchFamily="18" charset="0"/>
              </a:rPr>
              <a:t>Bấm vào đây để tải Lig Jig đã chọn</a:t>
            </a:r>
            <a:endParaRPr kumimoji="1" lang="ja-JP" altLang="en-US">
              <a:highlight>
                <a:srgbClr val="FFFF00"/>
              </a:highlight>
              <a:latin typeface="Times New Roman" panose="02020603050405020304" pitchFamily="18" charset="0"/>
              <a:cs typeface="Times New Roman" panose="02020603050405020304" pitchFamily="18" charset="0"/>
            </a:endParaRPr>
          </a:p>
        </p:txBody>
      </p:sp>
      <p:cxnSp>
        <p:nvCxnSpPr>
          <p:cNvPr id="83" name="Straight Arrow Connector 82">
            <a:extLst>
              <a:ext uri="{FF2B5EF4-FFF2-40B4-BE49-F238E27FC236}">
                <a16:creationId xmlns:a16="http://schemas.microsoft.com/office/drawing/2014/main" id="{63C9B6D3-8EDE-3FAC-6F7A-BEF29A62F4FA}"/>
              </a:ext>
            </a:extLst>
          </p:cNvPr>
          <p:cNvCxnSpPr>
            <a:cxnSpLocks/>
          </p:cNvCxnSpPr>
          <p:nvPr/>
        </p:nvCxnSpPr>
        <p:spPr>
          <a:xfrm flipH="1">
            <a:off x="5186540" y="1986633"/>
            <a:ext cx="5985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C60DDBE3-E9A8-A557-E12F-6BD18A5B9231}"/>
              </a:ext>
            </a:extLst>
          </p:cNvPr>
          <p:cNvCxnSpPr>
            <a:cxnSpLocks/>
          </p:cNvCxnSpPr>
          <p:nvPr/>
        </p:nvCxnSpPr>
        <p:spPr>
          <a:xfrm flipH="1">
            <a:off x="5374953" y="797243"/>
            <a:ext cx="1238325" cy="7756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5" name="Picture 84">
            <a:extLst>
              <a:ext uri="{FF2B5EF4-FFF2-40B4-BE49-F238E27FC236}">
                <a16:creationId xmlns:a16="http://schemas.microsoft.com/office/drawing/2014/main" id="{0F37EAA1-C57F-4CE4-D0DC-F39EA0AA202B}"/>
              </a:ext>
            </a:extLst>
          </p:cNvPr>
          <p:cNvPicPr>
            <a:picLocks noChangeAspect="1"/>
          </p:cNvPicPr>
          <p:nvPr/>
        </p:nvPicPr>
        <p:blipFill>
          <a:blip r:embed="rId6"/>
          <a:stretch>
            <a:fillRect/>
          </a:stretch>
        </p:blipFill>
        <p:spPr>
          <a:xfrm>
            <a:off x="6692435" y="2378519"/>
            <a:ext cx="2320191" cy="1230517"/>
          </a:xfrm>
          <a:prstGeom prst="rect">
            <a:avLst/>
          </a:prstGeom>
        </p:spPr>
      </p:pic>
      <p:sp>
        <p:nvSpPr>
          <p:cNvPr id="86" name="Arrow: Right 85">
            <a:extLst>
              <a:ext uri="{FF2B5EF4-FFF2-40B4-BE49-F238E27FC236}">
                <a16:creationId xmlns:a16="http://schemas.microsoft.com/office/drawing/2014/main" id="{40C323E0-4F92-E31F-9D13-D44BCA1FC90D}"/>
              </a:ext>
            </a:extLst>
          </p:cNvPr>
          <p:cNvSpPr/>
          <p:nvPr/>
        </p:nvSpPr>
        <p:spPr>
          <a:xfrm>
            <a:off x="7616831" y="1565949"/>
            <a:ext cx="537027" cy="3276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7" name="TextBox 86">
            <a:extLst>
              <a:ext uri="{FF2B5EF4-FFF2-40B4-BE49-F238E27FC236}">
                <a16:creationId xmlns:a16="http://schemas.microsoft.com/office/drawing/2014/main" id="{4FF1F3E7-A898-5321-84C6-B39417D3EC29}"/>
              </a:ext>
            </a:extLst>
          </p:cNvPr>
          <p:cNvSpPr txBox="1"/>
          <p:nvPr/>
        </p:nvSpPr>
        <p:spPr>
          <a:xfrm>
            <a:off x="3398084" y="2497422"/>
            <a:ext cx="2525032" cy="1477328"/>
          </a:xfrm>
          <a:prstGeom prst="rect">
            <a:avLst/>
          </a:prstGeom>
          <a:noFill/>
        </p:spPr>
        <p:txBody>
          <a:bodyPr wrap="square" rtlCol="0">
            <a:spAutoFit/>
          </a:bodyPr>
          <a:lstStyle/>
          <a:p>
            <a:r>
              <a:rPr kumimoji="1" lang="en-US" altLang="ja-JP">
                <a:highlight>
                  <a:srgbClr val="FFFF00"/>
                </a:highlight>
                <a:latin typeface="Times New Roman" panose="02020603050405020304" pitchFamily="18" charset="0"/>
                <a:cs typeface="Times New Roman" panose="02020603050405020304" pitchFamily="18" charset="0"/>
              </a:rPr>
              <a:t>Bấm vào đây để xóa List hiển thị cũ, trường hợp bạn dùng lại BOM cũ hoặc chọn nhầm loại máy</a:t>
            </a:r>
            <a:endParaRPr kumimoji="1" lang="ja-JP" altLang="en-US">
              <a:highlight>
                <a:srgbClr val="FFFF00"/>
              </a:highlight>
              <a:latin typeface="Times New Roman" panose="02020603050405020304" pitchFamily="18" charset="0"/>
              <a:cs typeface="Times New Roman" panose="02020603050405020304" pitchFamily="18" charset="0"/>
            </a:endParaRPr>
          </a:p>
        </p:txBody>
      </p:sp>
      <p:cxnSp>
        <p:nvCxnSpPr>
          <p:cNvPr id="88" name="Straight Arrow Connector 87">
            <a:extLst>
              <a:ext uri="{FF2B5EF4-FFF2-40B4-BE49-F238E27FC236}">
                <a16:creationId xmlns:a16="http://schemas.microsoft.com/office/drawing/2014/main" id="{97953582-22BA-3E62-36EE-689979C9F325}"/>
              </a:ext>
            </a:extLst>
          </p:cNvPr>
          <p:cNvCxnSpPr>
            <a:cxnSpLocks/>
          </p:cNvCxnSpPr>
          <p:nvPr/>
        </p:nvCxnSpPr>
        <p:spPr>
          <a:xfrm flipV="1">
            <a:off x="5112967" y="2378519"/>
            <a:ext cx="73573" cy="2690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7A6DD119-36D0-4848-81CC-2DA3BB415914}"/>
              </a:ext>
            </a:extLst>
          </p:cNvPr>
          <p:cNvSpPr txBox="1"/>
          <p:nvPr/>
        </p:nvSpPr>
        <p:spPr>
          <a:xfrm>
            <a:off x="4595792" y="321937"/>
            <a:ext cx="4627509" cy="646331"/>
          </a:xfrm>
          <a:prstGeom prst="rect">
            <a:avLst/>
          </a:prstGeom>
          <a:noFill/>
        </p:spPr>
        <p:txBody>
          <a:bodyPr wrap="square" rtlCol="0">
            <a:spAutoFit/>
          </a:bodyPr>
          <a:lstStyle/>
          <a:p>
            <a:r>
              <a:rPr kumimoji="1" lang="en-US" altLang="ja-JP">
                <a:highlight>
                  <a:srgbClr val="FFFF00"/>
                </a:highlight>
                <a:latin typeface="Times New Roman" panose="02020603050405020304" pitchFamily="18" charset="0"/>
                <a:cs typeface="Times New Roman" panose="02020603050405020304" pitchFamily="18" charset="0"/>
              </a:rPr>
              <a:t>Bấm vào mũi tên để xem list Jig có trong file Master(</a:t>
            </a:r>
            <a:r>
              <a:rPr kumimoji="1" lang="en-US" altLang="ja-JP">
                <a:solidFill>
                  <a:srgbClr val="FF0000"/>
                </a:solidFill>
                <a:highlight>
                  <a:srgbClr val="FFFF00"/>
                </a:highlight>
                <a:latin typeface="Times New Roman" panose="02020603050405020304" pitchFamily="18" charset="0"/>
                <a:cs typeface="Times New Roman" panose="02020603050405020304" pitchFamily="18" charset="0"/>
              </a:rPr>
              <a:t>※</a:t>
            </a:r>
            <a:r>
              <a:rPr kumimoji="1" lang="en-US" altLang="ja-JP">
                <a:highlight>
                  <a:srgbClr val="FFFF00"/>
                </a:highlight>
                <a:latin typeface="Times New Roman" panose="02020603050405020304" pitchFamily="18" charset="0"/>
                <a:cs typeface="Times New Roman" panose="02020603050405020304" pitchFamily="18" charset="0"/>
                <a:hlinkClick r:id="rId7" action="ppaction://hlinkfile"/>
              </a:rPr>
              <a:t>đường dẫn file master ở đây</a:t>
            </a:r>
            <a:r>
              <a:rPr kumimoji="1" lang="en-US" altLang="ja-JP">
                <a:highlight>
                  <a:srgbClr val="FFFF00"/>
                </a:highlight>
                <a:latin typeface="Times New Roman" panose="02020603050405020304" pitchFamily="18" charset="0"/>
                <a:cs typeface="Times New Roman" panose="02020603050405020304" pitchFamily="18" charset="0"/>
              </a:rPr>
              <a:t>)	</a:t>
            </a:r>
            <a:endParaRPr kumimoji="1" lang="ja-JP" altLang="en-US">
              <a:highlight>
                <a:srgbClr val="FFFF00"/>
              </a:highlight>
              <a:latin typeface="Times New Roman" panose="02020603050405020304" pitchFamily="18" charset="0"/>
              <a:cs typeface="Times New Roman" panose="02020603050405020304" pitchFamily="18" charset="0"/>
            </a:endParaRPr>
          </a:p>
        </p:txBody>
      </p:sp>
      <p:pic>
        <p:nvPicPr>
          <p:cNvPr id="92" name="Picture 91">
            <a:extLst>
              <a:ext uri="{FF2B5EF4-FFF2-40B4-BE49-F238E27FC236}">
                <a16:creationId xmlns:a16="http://schemas.microsoft.com/office/drawing/2014/main" id="{1AC14CFB-4A17-1D8F-BA6E-AA6BADF2A8AC}"/>
              </a:ext>
            </a:extLst>
          </p:cNvPr>
          <p:cNvPicPr>
            <a:picLocks noChangeAspect="1"/>
          </p:cNvPicPr>
          <p:nvPr/>
        </p:nvPicPr>
        <p:blipFill>
          <a:blip r:embed="rId8"/>
          <a:stretch>
            <a:fillRect/>
          </a:stretch>
        </p:blipFill>
        <p:spPr>
          <a:xfrm>
            <a:off x="253178" y="3598185"/>
            <a:ext cx="6163132" cy="2759385"/>
          </a:xfrm>
          <a:prstGeom prst="rect">
            <a:avLst/>
          </a:prstGeom>
        </p:spPr>
      </p:pic>
      <p:sp>
        <p:nvSpPr>
          <p:cNvPr id="93" name="Speech Bubble: Rectangle 92">
            <a:extLst>
              <a:ext uri="{FF2B5EF4-FFF2-40B4-BE49-F238E27FC236}">
                <a16:creationId xmlns:a16="http://schemas.microsoft.com/office/drawing/2014/main" id="{F4F3B07C-E944-3A8F-C471-A2ED15D4316E}"/>
              </a:ext>
            </a:extLst>
          </p:cNvPr>
          <p:cNvSpPr/>
          <p:nvPr/>
        </p:nvSpPr>
        <p:spPr>
          <a:xfrm>
            <a:off x="5727733" y="3894811"/>
            <a:ext cx="1704584" cy="1087856"/>
          </a:xfrm>
          <a:prstGeom prst="wedgeRectCallout">
            <a:avLst>
              <a:gd name="adj1" fmla="val -70150"/>
              <a:gd name="adj2" fmla="val -1303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94" name="Picture 93">
            <a:extLst>
              <a:ext uri="{FF2B5EF4-FFF2-40B4-BE49-F238E27FC236}">
                <a16:creationId xmlns:a16="http://schemas.microsoft.com/office/drawing/2014/main" id="{1A3623C9-592C-95BD-124D-1661626C0FC4}"/>
              </a:ext>
            </a:extLst>
          </p:cNvPr>
          <p:cNvPicPr>
            <a:picLocks noChangeAspect="1"/>
          </p:cNvPicPr>
          <p:nvPr/>
        </p:nvPicPr>
        <p:blipFill>
          <a:blip r:embed="rId9"/>
          <a:stretch>
            <a:fillRect/>
          </a:stretch>
        </p:blipFill>
        <p:spPr>
          <a:xfrm>
            <a:off x="5938950" y="3990706"/>
            <a:ext cx="1282150" cy="931563"/>
          </a:xfrm>
          <a:prstGeom prst="rect">
            <a:avLst/>
          </a:prstGeom>
        </p:spPr>
      </p:pic>
      <p:sp>
        <p:nvSpPr>
          <p:cNvPr id="95" name="TextBox 94">
            <a:extLst>
              <a:ext uri="{FF2B5EF4-FFF2-40B4-BE49-F238E27FC236}">
                <a16:creationId xmlns:a16="http://schemas.microsoft.com/office/drawing/2014/main" id="{096DA311-E84D-FBC3-D0FE-872FB1D79BC8}"/>
              </a:ext>
            </a:extLst>
          </p:cNvPr>
          <p:cNvSpPr txBox="1"/>
          <p:nvPr/>
        </p:nvSpPr>
        <p:spPr>
          <a:xfrm>
            <a:off x="4908797" y="5063873"/>
            <a:ext cx="4031033" cy="1200329"/>
          </a:xfrm>
          <a:prstGeom prst="rect">
            <a:avLst/>
          </a:prstGeom>
          <a:noFill/>
        </p:spPr>
        <p:txBody>
          <a:bodyPr wrap="square" rtlCol="0">
            <a:spAutoFit/>
          </a:bodyPr>
          <a:lstStyle/>
          <a:p>
            <a:r>
              <a:rPr kumimoji="1" lang="en-US" altLang="ja-JP" b="1">
                <a:solidFill>
                  <a:srgbClr val="FF0000"/>
                </a:solidFill>
                <a:highlight>
                  <a:srgbClr val="FFFF00"/>
                </a:highlight>
                <a:latin typeface="Times New Roman" panose="02020603050405020304" pitchFamily="18" charset="0"/>
                <a:cs typeface="Times New Roman" panose="02020603050405020304" pitchFamily="18" charset="0"/>
              </a:rPr>
              <a:t>Sheet List Jig </a:t>
            </a:r>
            <a:r>
              <a:rPr kumimoji="1" lang="en-US" altLang="ja-JP">
                <a:highlight>
                  <a:srgbClr val="FFFF00"/>
                </a:highlight>
                <a:latin typeface="Times New Roman" panose="02020603050405020304" pitchFamily="18" charset="0"/>
                <a:cs typeface="Times New Roman" panose="02020603050405020304" pitchFamily="18" charset="0"/>
              </a:rPr>
              <a:t>sẽ hiển thị toàn bộ Jig cần bổ sung 3 ký tự cố đinh trong loại máy.</a:t>
            </a:r>
          </a:p>
          <a:p>
            <a:r>
              <a:rPr kumimoji="1" lang="en-US" altLang="ja-JP">
                <a:highlight>
                  <a:srgbClr val="FFFF00"/>
                </a:highlight>
                <a:latin typeface="Times New Roman" panose="02020603050405020304" pitchFamily="18" charset="0"/>
                <a:cs typeface="Times New Roman" panose="02020603050405020304" pitchFamily="18" charset="0"/>
              </a:rPr>
              <a:t>Ngoài ra có thêm hạng mục xác nhận có cần làm 4M với KTSX hay không?</a:t>
            </a:r>
            <a:endParaRPr kumimoji="1" lang="ja-JP" altLang="en-US">
              <a:highlight>
                <a:srgbClr val="FFFF00"/>
              </a:highlight>
              <a:latin typeface="Times New Roman" panose="02020603050405020304" pitchFamily="18" charset="0"/>
              <a:cs typeface="Times New Roman" panose="02020603050405020304" pitchFamily="18" charset="0"/>
            </a:endParaRPr>
          </a:p>
        </p:txBody>
      </p:sp>
      <p:sp>
        <p:nvSpPr>
          <p:cNvPr id="73" name="TextBox 72">
            <a:extLst>
              <a:ext uri="{FF2B5EF4-FFF2-40B4-BE49-F238E27FC236}">
                <a16:creationId xmlns:a16="http://schemas.microsoft.com/office/drawing/2014/main" id="{47519C82-1F4C-3B21-F2C9-F83DFA41916E}"/>
              </a:ext>
            </a:extLst>
          </p:cNvPr>
          <p:cNvSpPr txBox="1"/>
          <p:nvPr/>
        </p:nvSpPr>
        <p:spPr>
          <a:xfrm>
            <a:off x="1753825" y="1110105"/>
            <a:ext cx="1731611" cy="923330"/>
          </a:xfrm>
          <a:prstGeom prst="rect">
            <a:avLst/>
          </a:prstGeom>
          <a:noFill/>
        </p:spPr>
        <p:txBody>
          <a:bodyPr wrap="square" rtlCol="0">
            <a:spAutoFit/>
          </a:bodyPr>
          <a:lstStyle/>
          <a:p>
            <a:r>
              <a:rPr kumimoji="1" lang="en-US" altLang="ja-JP">
                <a:highlight>
                  <a:srgbClr val="FFFF00"/>
                </a:highlight>
                <a:latin typeface="Times New Roman" panose="02020603050405020304" pitchFamily="18" charset="0"/>
                <a:cs typeface="Times New Roman" panose="02020603050405020304" pitchFamily="18" charset="0"/>
              </a:rPr>
              <a:t>Leader bấm vào đây để gọi chương trình</a:t>
            </a:r>
            <a:endParaRPr kumimoji="1" lang="ja-JP" altLang="en-US">
              <a:highlight>
                <a:srgbClr val="FFFF00"/>
              </a:highlight>
              <a:latin typeface="Times New Roman" panose="02020603050405020304" pitchFamily="18" charset="0"/>
              <a:cs typeface="Times New Roman" panose="02020603050405020304" pitchFamily="18" charset="0"/>
            </a:endParaRPr>
          </a:p>
        </p:txBody>
      </p:sp>
      <p:sp>
        <p:nvSpPr>
          <p:cNvPr id="97" name="TextBox 96">
            <a:extLst>
              <a:ext uri="{FF2B5EF4-FFF2-40B4-BE49-F238E27FC236}">
                <a16:creationId xmlns:a16="http://schemas.microsoft.com/office/drawing/2014/main" id="{F308EC50-C611-9300-5B44-F88E8B4B453A}"/>
              </a:ext>
            </a:extLst>
          </p:cNvPr>
          <p:cNvSpPr txBox="1"/>
          <p:nvPr/>
        </p:nvSpPr>
        <p:spPr>
          <a:xfrm>
            <a:off x="253178" y="3758639"/>
            <a:ext cx="2220266" cy="1477328"/>
          </a:xfrm>
          <a:prstGeom prst="rect">
            <a:avLst/>
          </a:prstGeom>
          <a:noFill/>
        </p:spPr>
        <p:txBody>
          <a:bodyPr wrap="square" rtlCol="0">
            <a:spAutoFit/>
          </a:bodyPr>
          <a:lstStyle/>
          <a:p>
            <a:r>
              <a:rPr kumimoji="1" lang="en-US" altLang="ja-JP">
                <a:solidFill>
                  <a:srgbClr val="FF0000"/>
                </a:solidFill>
                <a:highlight>
                  <a:srgbClr val="FFFF00"/>
                </a:highlight>
                <a:latin typeface="Times New Roman" panose="02020603050405020304" pitchFamily="18" charset="0"/>
                <a:cs typeface="Times New Roman" panose="02020603050405020304" pitchFamily="18" charset="0"/>
              </a:rPr>
              <a:t>※Leader và phụ trách nhớ cập nhật nội dung file Master để không bỏ sót thông tin nhé.</a:t>
            </a:r>
            <a:endParaRPr kumimoji="1" lang="ja-JP" altLang="en-US">
              <a:solidFill>
                <a:srgbClr val="FF0000"/>
              </a:solidFill>
              <a:highlight>
                <a:srgbClr val="FFFF0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93862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Rounded Corners 25">
            <a:extLst>
              <a:ext uri="{FF2B5EF4-FFF2-40B4-BE49-F238E27FC236}">
                <a16:creationId xmlns:a16="http://schemas.microsoft.com/office/drawing/2014/main" id="{029F0280-6834-4C67-3821-FBC5F985E756}"/>
              </a:ext>
            </a:extLst>
          </p:cNvPr>
          <p:cNvSpPr/>
          <p:nvPr/>
        </p:nvSpPr>
        <p:spPr>
          <a:xfrm>
            <a:off x="228600" y="2209800"/>
            <a:ext cx="8686800" cy="1447800"/>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i="1">
                <a:solidFill>
                  <a:srgbClr val="FF6600"/>
                </a:solidFill>
                <a:latin typeface="Castellar" panose="020A0402060406010301" pitchFamily="18" charset="0"/>
              </a:rPr>
              <a:t>THANKS FOR LISTENING!</a:t>
            </a:r>
            <a:endParaRPr lang="vi-VN" sz="6600" b="1" i="1">
              <a:solidFill>
                <a:srgbClr val="FF6600"/>
              </a:solidFill>
            </a:endParaRPr>
          </a:p>
        </p:txBody>
      </p:sp>
    </p:spTree>
    <p:extLst>
      <p:ext uri="{BB962C8B-B14F-4D97-AF65-F5344CB8AC3E}">
        <p14:creationId xmlns:p14="http://schemas.microsoft.com/office/powerpoint/2010/main" val="3396788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iterate type="lt">
                                    <p:tmPct val="0"/>
                                  </p:iterate>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ppt_w</p:attrName>
                                        </p:attrNameLst>
                                      </p:cBhvr>
                                      <p:tavLst>
                                        <p:tav tm="0">
                                          <p:val>
                                            <p:fltVal val="0"/>
                                          </p:val>
                                        </p:tav>
                                        <p:tav tm="100000">
                                          <p:val>
                                            <p:strVal val="#ppt_w"/>
                                          </p:val>
                                        </p:tav>
                                      </p:tavLst>
                                    </p:anim>
                                    <p:anim calcmode="lin" valueType="num">
                                      <p:cBhvr>
                                        <p:cTn id="8" dur="500" fill="hold"/>
                                        <p:tgtEl>
                                          <p:spTgt spid="26"/>
                                        </p:tgtEl>
                                        <p:attrNameLst>
                                          <p:attrName>ppt_h</p:attrName>
                                        </p:attrNameLst>
                                      </p:cBhvr>
                                      <p:tavLst>
                                        <p:tav tm="0">
                                          <p:val>
                                            <p:fltVal val="0"/>
                                          </p:val>
                                        </p:tav>
                                        <p:tav tm="100000">
                                          <p:val>
                                            <p:strVal val="#ppt_h"/>
                                          </p:val>
                                        </p:tav>
                                      </p:tavLst>
                                    </p:anim>
                                    <p:animEffect transition="in" filter="fade">
                                      <p:cBhvr>
                                        <p:cTn id="9" dur="500"/>
                                        <p:tgtEl>
                                          <p:spTgt spid="26"/>
                                        </p:tgtEl>
                                      </p:cBhvr>
                                    </p:animEffect>
                                  </p:childTnLst>
                                </p:cTn>
                              </p:par>
                            </p:childTnLst>
                          </p:cTn>
                        </p:par>
                        <p:par>
                          <p:cTn id="10" fill="hold">
                            <p:stCondLst>
                              <p:cond delay="500"/>
                            </p:stCondLst>
                            <p:childTnLst>
                              <p:par>
                                <p:cTn id="11" presetID="34" presetClass="emph" presetSubtype="0" fill="hold" grpId="1" nodeType="afterEffect">
                                  <p:stCondLst>
                                    <p:cond delay="0"/>
                                  </p:stCondLst>
                                  <p:iterate type="lt">
                                    <p:tmPct val="10000"/>
                                  </p:iterate>
                                  <p:childTnLst>
                                    <p:animMotion origin="layout" path="M 0 2.22222E-6 L 0 -0.07222 " pathEditMode="relative" rAng="0" ptsTypes="AA">
                                      <p:cBhvr>
                                        <p:cTn id="12" dur="250" accel="50000" decel="50000" autoRev="1" fill="hold">
                                          <p:stCondLst>
                                            <p:cond delay="0"/>
                                          </p:stCondLst>
                                        </p:cTn>
                                        <p:tgtEl>
                                          <p:spTgt spid="26"/>
                                        </p:tgtEl>
                                        <p:attrNameLst>
                                          <p:attrName>ppt_x</p:attrName>
                                          <p:attrName>ppt_y</p:attrName>
                                        </p:attrNameLst>
                                      </p:cBhvr>
                                      <p:rCtr x="0" y="-3611"/>
                                    </p:animMotion>
                                    <p:animRot by="1500000">
                                      <p:cBhvr>
                                        <p:cTn id="13" dur="125" fill="hold">
                                          <p:stCondLst>
                                            <p:cond delay="0"/>
                                          </p:stCondLst>
                                        </p:cTn>
                                        <p:tgtEl>
                                          <p:spTgt spid="26"/>
                                        </p:tgtEl>
                                        <p:attrNameLst>
                                          <p:attrName>r</p:attrName>
                                        </p:attrNameLst>
                                      </p:cBhvr>
                                    </p:animRot>
                                    <p:animRot by="-1500000">
                                      <p:cBhvr>
                                        <p:cTn id="14" dur="125" fill="hold">
                                          <p:stCondLst>
                                            <p:cond delay="125"/>
                                          </p:stCondLst>
                                        </p:cTn>
                                        <p:tgtEl>
                                          <p:spTgt spid="26"/>
                                        </p:tgtEl>
                                        <p:attrNameLst>
                                          <p:attrName>r</p:attrName>
                                        </p:attrNameLst>
                                      </p:cBhvr>
                                    </p:animRot>
                                    <p:animRot by="-1500000">
                                      <p:cBhvr>
                                        <p:cTn id="15" dur="125" fill="hold">
                                          <p:stCondLst>
                                            <p:cond delay="250"/>
                                          </p:stCondLst>
                                        </p:cTn>
                                        <p:tgtEl>
                                          <p:spTgt spid="26"/>
                                        </p:tgtEl>
                                        <p:attrNameLst>
                                          <p:attrName>r</p:attrName>
                                        </p:attrNameLst>
                                      </p:cBhvr>
                                    </p:animRot>
                                    <p:animRot by="1500000">
                                      <p:cBhvr>
                                        <p:cTn id="16" dur="125" fill="hold">
                                          <p:stCondLst>
                                            <p:cond delay="375"/>
                                          </p:stCondLst>
                                        </p:cTn>
                                        <p:tgtEl>
                                          <p:spTgt spid="2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6" grpId="1"/>
    </p:bldLst>
  </p:timing>
</p:sld>
</file>

<file path=ppt/theme/theme1.xml><?xml version="1.0" encoding="utf-8"?>
<a:theme xmlns:a="http://schemas.openxmlformats.org/drawingml/2006/main" name="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solidFill>
            <a:srgbClr val="66CCFF"/>
          </a:solid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1_Kyocera">
  <a:themeElements>
    <a:clrScheme name="Saffron(Branding)">
      <a:dk1>
        <a:sysClr val="windowText" lastClr="000000"/>
      </a:dk1>
      <a:lt1>
        <a:sysClr val="window" lastClr="FFFFFF"/>
      </a:lt1>
      <a:dk2>
        <a:srgbClr val="282828"/>
      </a:dk2>
      <a:lt2>
        <a:srgbClr val="F2F2F2"/>
      </a:lt2>
      <a:accent1>
        <a:srgbClr val="6E3CBE"/>
      </a:accent1>
      <a:accent2>
        <a:srgbClr val="F5B400"/>
      </a:accent2>
      <a:accent3>
        <a:srgbClr val="0A9BCD"/>
      </a:accent3>
      <a:accent4>
        <a:srgbClr val="F06400"/>
      </a:accent4>
      <a:accent5>
        <a:srgbClr val="26AF72"/>
      </a:accent5>
      <a:accent6>
        <a:srgbClr val="A9A9A9"/>
      </a:accent6>
      <a:hlink>
        <a:srgbClr val="0563C1"/>
      </a:hlink>
      <a:folHlink>
        <a:srgbClr val="954F72"/>
      </a:folHlink>
    </a:clrScheme>
    <a:fontScheme name="Meiryo UI">
      <a:majorFont>
        <a:latin typeface="Meiryo UI"/>
        <a:ea typeface="Meiryo UI"/>
        <a:cs typeface=""/>
      </a:majorFont>
      <a:minorFont>
        <a:latin typeface="Meiryo UI"/>
        <a:ea typeface="Meiryo UI"/>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Kyocera_PPT_Template_KDC(MeiryoUI)4x3_201904.potx" id="{F7824327-EC3B-4A60-8311-B051A00F6AFE}" vid="{6D7B0D19-6042-4B58-9131-C9BAC69EA51B}"/>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60F0064039EA5F4F9BE7E88A78B91511" ma:contentTypeVersion="12" ma:contentTypeDescription="新しいドキュメントを作成します。" ma:contentTypeScope="" ma:versionID="81762dfb2b8db2c6f13654e520e28d3d">
  <xsd:schema xmlns:xsd="http://www.w3.org/2001/XMLSchema" xmlns:xs="http://www.w3.org/2001/XMLSchema" xmlns:p="http://schemas.microsoft.com/office/2006/metadata/properties" xmlns:ns3="e745e24d-cef2-41de-94a8-c13cee2ffbda" xmlns:ns4="dbde624b-ae94-4b3a-9875-f9a3aaaa1ffd" targetNamespace="http://schemas.microsoft.com/office/2006/metadata/properties" ma:root="true" ma:fieldsID="7d4f0d1a1efda0accb0d615304b562e1" ns3:_="" ns4:_="">
    <xsd:import namespace="e745e24d-cef2-41de-94a8-c13cee2ffbda"/>
    <xsd:import namespace="dbde624b-ae94-4b3a-9875-f9a3aaaa1ffd"/>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_activity"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745e24d-cef2-41de-94a8-c13cee2ffbd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_activity" ma:index="18" nillable="true" ma:displayName="_activity" ma:hidden="true" ma:internalName="_activity">
      <xsd:simpleType>
        <xsd:restriction base="dms:Note"/>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bde624b-ae94-4b3a-9875-f9a3aaaa1ffd" elementFormDefault="qualified">
    <xsd:import namespace="http://schemas.microsoft.com/office/2006/documentManagement/types"/>
    <xsd:import namespace="http://schemas.microsoft.com/office/infopath/2007/PartnerControls"/>
    <xsd:element name="SharedWithUsers" ma:index="10"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共有相手の詳細情報" ma:internalName="SharedWithDetails" ma:readOnly="true">
      <xsd:simpleType>
        <xsd:restriction base="dms:Note">
          <xsd:maxLength value="255"/>
        </xsd:restriction>
      </xsd:simpleType>
    </xsd:element>
    <xsd:element name="SharingHintHash" ma:index="12" nillable="true" ma:displayName="共有のヒントのハッシュ"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e745e24d-cef2-41de-94a8-c13cee2ffbda" xsi:nil="true"/>
  </documentManagement>
</p:properties>
</file>

<file path=customXml/itemProps1.xml><?xml version="1.0" encoding="utf-8"?>
<ds:datastoreItem xmlns:ds="http://schemas.openxmlformats.org/officeDocument/2006/customXml" ds:itemID="{267867BE-ED44-474A-92E8-744D1131B3C1}">
  <ds:schemaRefs>
    <ds:schemaRef ds:uri="http://schemas.microsoft.com/sharepoint/v3/contenttype/forms"/>
  </ds:schemaRefs>
</ds:datastoreItem>
</file>

<file path=customXml/itemProps2.xml><?xml version="1.0" encoding="utf-8"?>
<ds:datastoreItem xmlns:ds="http://schemas.openxmlformats.org/officeDocument/2006/customXml" ds:itemID="{0A35375F-259F-46B4-83D6-86999380509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745e24d-cef2-41de-94a8-c13cee2ffbda"/>
    <ds:schemaRef ds:uri="dbde624b-ae94-4b3a-9875-f9a3aaaa1ff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3709EB9-763C-4816-83DC-4B23F94D739C}">
  <ds:schemaRefs>
    <ds:schemaRef ds:uri="http://schemas.microsoft.com/office/infopath/2007/PartnerControls"/>
    <ds:schemaRef ds:uri="http://purl.org/dc/elements/1.1/"/>
    <ds:schemaRef ds:uri="http://schemas.microsoft.com/office/2006/metadata/properties"/>
    <ds:schemaRef ds:uri="http://purl.org/dc/terms/"/>
    <ds:schemaRef ds:uri="http://schemas.openxmlformats.org/package/2006/metadata/core-properties"/>
    <ds:schemaRef ds:uri="dbde624b-ae94-4b3a-9875-f9a3aaaa1ffd"/>
    <ds:schemaRef ds:uri="http://schemas.microsoft.com/office/2006/documentManagement/types"/>
    <ds:schemaRef ds:uri="e745e24d-cef2-41de-94a8-c13cee2ffbda"/>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Theme</Template>
  <TotalTime>33708</TotalTime>
  <Words>4949</Words>
  <Application>Microsoft Office PowerPoint</Application>
  <PresentationFormat>On-screen Show (4:3)</PresentationFormat>
  <Paragraphs>294</Paragraphs>
  <Slides>29</Slides>
  <Notes>5</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29</vt:i4>
      </vt:variant>
    </vt:vector>
  </HeadingPairs>
  <TitlesOfParts>
    <vt:vector size="38" baseType="lpstr">
      <vt:lpstr>Meiryo UI</vt:lpstr>
      <vt:lpstr>Arial</vt:lpstr>
      <vt:lpstr>Calibri</vt:lpstr>
      <vt:lpstr>Castellar</vt:lpstr>
      <vt:lpstr>Times</vt:lpstr>
      <vt:lpstr>Times New Roman</vt:lpstr>
      <vt:lpstr>Verdana</vt:lpstr>
      <vt:lpstr>Theme</vt:lpstr>
      <vt:lpstr>1_Kyocera</vt:lpstr>
      <vt:lpstr>PowerPoint Presentation</vt:lpstr>
      <vt:lpstr>Mục lục</vt:lpstr>
      <vt:lpstr>PowerPoint Presentation</vt:lpstr>
      <vt:lpstr>PowerPoint Presentation</vt:lpstr>
      <vt:lpstr>2. Giao diện chương trình trong file tonghop_new.xlsm</vt:lpstr>
      <vt:lpstr>2. Giao diện chương trình trong file tonghop_new.xlsm</vt:lpstr>
      <vt:lpstr>2. Giao diện chương trình trong file tonghop_new.xlsm</vt:lpstr>
      <vt:lpstr>2. Giao diện chương trình trong file tonghop_new.xlsm</vt:lpstr>
      <vt:lpstr>3. Giao diện chương trình trong file form_ssbom.xlsm</vt:lpstr>
      <vt:lpstr>4. Giao diện chương trình trong file form_nguoidung.xlsm</vt:lpstr>
      <vt:lpstr>5. 1.Hướng dẫn sử dụng (phía Leader)_hướng dẫn đổi mật khẩu file tổng hợp</vt:lpstr>
      <vt:lpstr>5.2. Hướng dẫn sử dụng (phía Leader) _hướng dẫn cài đặt ban đầu</vt:lpstr>
      <vt:lpstr>5.3. Hướng dẫn sử dụng (phía Leader) _hướng dẫn chức năng trong Tính năng so sánh BOM tự động.</vt:lpstr>
      <vt:lpstr>5.3. Hướng dẫn sử dụng (phía Leader) _hướng dẫn chức năng trong Tính năng so sánh BOM tự động.</vt:lpstr>
      <vt:lpstr>5. 3. Hướng dẫn sử dụng (phía Leader) _hướng dẫn chức năng trong Tính năng so sánh BOM tự động.</vt:lpstr>
      <vt:lpstr>5. 3. Hướng dẫn sử dụng (phía Leader) _hướng dẫn chức năng trong Tính năng so sánh BOM tự động.</vt:lpstr>
      <vt:lpstr>5. 3. Hướng dẫn sử dụng (phía Leader) _hướng dẫn chức năng trong Tính năng so sánh BOM tự động.</vt:lpstr>
      <vt:lpstr>5.4. Hướng dẫn sử dụng (phía Leader)_sử dụng chức năng BOM FULL TC14</vt:lpstr>
      <vt:lpstr>5.4. Hướng dẫn sử dụng (phía Leader)_sử dụng chức năng BOM FULL TC14</vt:lpstr>
      <vt:lpstr>5.4. Hướng dẫn sử dụng (phía Leader)_sử dụng chức năng BOM FULL TC14</vt:lpstr>
      <vt:lpstr>5.5. Hướng dẫn sử dụng (phía Leader)_Tắt thông báo trong R3</vt:lpstr>
      <vt:lpstr>5.6. Hướng dẫn sử dụng (phía Leader )_sử dụng chức năng Tự động download R3</vt:lpstr>
      <vt:lpstr>5.6. Hướng dẫn sử dụng (phía Leader)_sử dụng chức năng Tự động download R3</vt:lpstr>
      <vt:lpstr>5.7. Hướng dẫn sử dụng (phía Leader)_sử dụng chức năng tự động gửi Mail</vt:lpstr>
      <vt:lpstr>5.7. Hướng dẫn sử dụng (phía Leader)_sử dụng chức năng tự động gửi Mail</vt:lpstr>
      <vt:lpstr>6. Hướng dẫn sử dụng (phía thành viên_tính năng so sánh BOM phụ trách)</vt:lpstr>
      <vt:lpstr>7. Bổ sung về cách làm bộ lọc PLM cho Leader</vt:lpstr>
      <vt:lpstr>8. Bổ sung chức năng Gọi List Jig cần thông tin 3 ký tự cố định trong file so sánh BOM</vt:lpstr>
      <vt:lpstr>PowerPoint Presentation</vt:lpstr>
    </vt:vector>
  </TitlesOfParts>
  <Company>KDTVN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Hoàng Diệu Linh</dc:creator>
  <cp:lastModifiedBy>Bùi Đức Vinh(Bui Duc Vinh)</cp:lastModifiedBy>
  <cp:revision>1195</cp:revision>
  <dcterms:created xsi:type="dcterms:W3CDTF">2019-11-13T09:16:51Z</dcterms:created>
  <dcterms:modified xsi:type="dcterms:W3CDTF">2026-06-10T03:37:51Z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0x01010060F0064039EA5F4F9BE7E88A78B91511</vt:lpwstr>
  </property>
</Properties>
</file>